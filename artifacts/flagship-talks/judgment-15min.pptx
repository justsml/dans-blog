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cf476d105947ae" /><Relationship Type="http://schemas.openxmlformats.org/officeDocument/2006/relationships/extended-properties" Target="/docProps/app.xml" Id="R6aa233f18e494e59" /><Relationship Type="http://schemas.openxmlformats.org/officeDocument/2006/relationships/officeDocument" Target="/ppt/presentation.xml" Id="Rb260121332ae40d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0dabf46e5b74c23"/>
  </p:sldMasterIdLst>
  <p:notesMasterIdLst>
    <p:notesMasterId xmlns:r="http://schemas.openxmlformats.org/officeDocument/2006/relationships" r:id="Rb486c087fafb4046"/>
  </p:notesMasterIdLst>
  <p:sldIdLst>
    <p:sldId xmlns:r="http://schemas.openxmlformats.org/officeDocument/2006/relationships" id="256" r:id="Ra07f8bce66d84003"/>
    <p:sldId xmlns:r="http://schemas.openxmlformats.org/officeDocument/2006/relationships" id="257" r:id="R3dcc2de450ab4388"/>
    <p:sldId xmlns:r="http://schemas.openxmlformats.org/officeDocument/2006/relationships" id="258" r:id="Rbffc9740f29f4bd9"/>
    <p:sldId xmlns:r="http://schemas.openxmlformats.org/officeDocument/2006/relationships" id="259" r:id="Rec7d74ae5253402e"/>
    <p:sldId xmlns:r="http://schemas.openxmlformats.org/officeDocument/2006/relationships" id="260" r:id="Rdf9dd68c2e684d28"/>
    <p:sldId xmlns:r="http://schemas.openxmlformats.org/officeDocument/2006/relationships" id="261" r:id="Re77f63bbb7ff4fd3"/>
    <p:sldId xmlns:r="http://schemas.openxmlformats.org/officeDocument/2006/relationships" id="262" r:id="R8ba15c574d304985"/>
    <p:sldId xmlns:r="http://schemas.openxmlformats.org/officeDocument/2006/relationships" id="263" r:id="R0c22e56f285c4623"/>
    <p:sldId xmlns:r="http://schemas.openxmlformats.org/officeDocument/2006/relationships" id="264" r:id="Rc26eb2aaeaff48f5"/>
  </p:sldIdLst>
  <p:sldSz cx="12192000" cy="6858000"/>
  <p:notesSz cx="6858000" cy="9144000"/>
  <p:embeddedFontLst>
    <p:embeddedFont>
      <p:font typeface="OpenAI Sans"/>
      <p:regular xmlns:r="http://schemas.openxmlformats.org/officeDocument/2006/relationships" r:id="R8c3be631bacf4653"/>
      <p:bold xmlns:r="http://schemas.openxmlformats.org/officeDocument/2006/relationships" r:id="Rdc167de06d5e484a"/>
      <p:italic xmlns:r="http://schemas.openxmlformats.org/officeDocument/2006/relationships" r:id="R8e7224eb66f84ed8"/>
      <p:boldItalic xmlns:r="http://schemas.openxmlformats.org/officeDocument/2006/relationships" r:id="Rd608153bafb748f5"/>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3e5ec60cdca477e" /><Relationship Type="http://schemas.openxmlformats.org/officeDocument/2006/relationships/slideMaster" Target="/ppt/slideMasters/slideMaster1.xml" Id="R60dabf46e5b74c23" /><Relationship Type="http://schemas.openxmlformats.org/officeDocument/2006/relationships/notesMaster" Target="/ppt/notesMasters/notesMaster1.xml" Id="Rb486c087fafb4046" /><Relationship Type="http://schemas.openxmlformats.org/officeDocument/2006/relationships/presProps" Target="/ppt/presProps.xml" Id="R6169fc7542614c66" /><Relationship Type="http://schemas.openxmlformats.org/officeDocument/2006/relationships/viewProps" Target="/ppt/viewProps.xml" Id="R26c4d1365dd04b0f" /><Relationship Type="http://schemas.openxmlformats.org/officeDocument/2006/relationships/tableStyles" Target="/ppt/tableStyles.xml" Id="R7b816babd6604223" /><Relationship Type="http://schemas.openxmlformats.org/officeDocument/2006/relationships/font" Target="/ppt/fonts/font.dat" Id="R8c3be631bacf4653" /><Relationship Type="http://schemas.openxmlformats.org/officeDocument/2006/relationships/font" Target="/ppt/fonts/font2.dat" Id="Rdc167de06d5e484a" /><Relationship Type="http://schemas.openxmlformats.org/officeDocument/2006/relationships/font" Target="/ppt/fonts/font3.dat" Id="R8e7224eb66f84ed8" /><Relationship Type="http://schemas.openxmlformats.org/officeDocument/2006/relationships/font" Target="/ppt/fonts/font4.dat" Id="Rd608153bafb748f5" /><Relationship Type="http://schemas.openxmlformats.org/officeDocument/2006/relationships/slide" Target="/ppt/slides/slide1.xml" Id="Ra07f8bce66d84003" /><Relationship Type="http://schemas.openxmlformats.org/officeDocument/2006/relationships/slide" Target="/ppt/slides/slide2.xml" Id="R3dcc2de450ab4388" /><Relationship Type="http://schemas.openxmlformats.org/officeDocument/2006/relationships/slide" Target="/ppt/slides/slide3.xml" Id="Rbffc9740f29f4bd9" /><Relationship Type="http://schemas.openxmlformats.org/officeDocument/2006/relationships/slide" Target="/ppt/slides/slide4.xml" Id="Rec7d74ae5253402e" /><Relationship Type="http://schemas.openxmlformats.org/officeDocument/2006/relationships/slide" Target="/ppt/slides/slide5.xml" Id="Rdf9dd68c2e684d28" /><Relationship Type="http://schemas.openxmlformats.org/officeDocument/2006/relationships/slide" Target="/ppt/slides/slide6.xml" Id="Re77f63bbb7ff4fd3" /><Relationship Type="http://schemas.openxmlformats.org/officeDocument/2006/relationships/slide" Target="/ppt/slides/slide7.xml" Id="R8ba15c574d304985" /><Relationship Type="http://schemas.openxmlformats.org/officeDocument/2006/relationships/slide" Target="/ppt/slides/slide8.xml" Id="R0c22e56f285c4623" /><Relationship Type="http://schemas.openxmlformats.org/officeDocument/2006/relationships/slide" Target="/ppt/slides/slide9.xml" Id="Rc26eb2aaeaff48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3ae645d1c4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d640b814fe4b37" /><Relationship Type="http://schemas.openxmlformats.org/officeDocument/2006/relationships/notesMaster" Target="/ppt/notesMasters/notesMaster1.xml" Id="R792bcc7a23d4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27c29d63384585" /><Relationship Type="http://schemas.openxmlformats.org/officeDocument/2006/relationships/notesMaster" Target="/ppt/notesMasters/notesMaster1.xml" Id="Re5e6a95d1acc40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160e08a347427a" /><Relationship Type="http://schemas.openxmlformats.org/officeDocument/2006/relationships/notesMaster" Target="/ppt/notesMasters/notesMaster1.xml" Id="R4f680c113c824f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ed1a792dcc479d" /><Relationship Type="http://schemas.openxmlformats.org/officeDocument/2006/relationships/notesMaster" Target="/ppt/notesMasters/notesMaster1.xml" Id="R4cc080223d644e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2cd22ca44946fd" /><Relationship Type="http://schemas.openxmlformats.org/officeDocument/2006/relationships/notesMaster" Target="/ppt/notesMasters/notesMaster1.xml" Id="R05c2919989c1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227e62ce3c4801" /><Relationship Type="http://schemas.openxmlformats.org/officeDocument/2006/relationships/notesMaster" Target="/ppt/notesMasters/notesMaster1.xml" Id="R4cf29999cf9445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14476e61c84439" /><Relationship Type="http://schemas.openxmlformats.org/officeDocument/2006/relationships/notesMaster" Target="/ppt/notesMasters/notesMaster1.xml" Id="Rf354ee7f2c9e44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0cd300399f4f81" /><Relationship Type="http://schemas.openxmlformats.org/officeDocument/2006/relationships/notesMaster" Target="/ppt/notesMasters/notesMaster1.xml" Id="Reaa8f5854ff14b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c9e48cc3164f35" /><Relationship Type="http://schemas.openxmlformats.org/officeDocument/2006/relationships/notesMaster" Target="/ppt/notesMasters/notesMaster1.xml" Id="Rf4dbdcbc170e4e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Ask what happens when producing 10,000 lines of plausible code becomes easier than reviewing 1,000. Treat this as a thought experiment, not a measured productivity claim. The talk is about where constraints move for teams using code generation. Implementation still matters, especially in difficult legacy systems. The organizational question is how to turn more proposed changes into outcomes we can trust.</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 fast generator can create more work for everyone downstream. Walk through a hypothetical developer receiving several plausible implementations before lunch. Someone still has to compare behavior, run meaningful checks, understand dependencies and decide which change belongs in the product. The useful measure is time to a validated outcome, including the queue after generation.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endParaRPr/>
          </a:p>
          <a:p xmlns:a="http://schemas.openxmlformats.org/drawingml/2006/main">
            <a:r>
              <a:t/>
            </a:r>
            <a:endParaRPr/>
          </a:p>
          <a:p xmlns:a="http://schemas.openxmlformats.org/drawingml/2006/main">
            <a:r>
              <a:t>Use this as an engineering objective rather than a pretend universal formula. Define the outcome concretely: a user can complete a task, a failure no longer recurs, or an operation becomes easier to maintain. Assess complexity through the interfaces, dependencies and operational burden the change adds. Avoid inventing a single score that hides those tradeoffs.</a:t>
            </a:r>
            <a:endParaRPr/>
          </a:p>
          <a:p xmlns:a="http://schemas.openxmlformats.org/drawingml/2006/main">
            <a:r>
              <a:t/>
            </a:r>
            <a:endParaRPr/>
          </a:p>
          <a:p xmlns:a="http://schemas.openxmlformats.org/drawingml/2006/main">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Continue the permissions example with explicit boundaries. A member can read their organization’s records. A member cannot read another organization’s records. Removing the last owner fails without changing state. These examples are hypothetical requirements, not a complete authorization design. The useful work is making assumptions visible before implementation turns them into behavior.</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which layer checks which behavior. A unit test covers local rules. A contract test covers an interface. An integration check exercises the real boundary. Evals help when output quality is variable, but deterministic assertions remain useful. Each check needs an owner and a failure response. An impressive test count is less useful than knowing which important failures the suite can detect.</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Avoid turning this into a claim that junior engineers have no future. Judgment develops through implementation, feedback and exposure to consequences. If agents take more routine coding work, teams need deliberate ways to preserve those learning opportunities. Senior engineers still implement, and junior engineers still exercise judgment. The distinction concerns responsibilities and support, not a permanent ranking of people.</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Review capacity depends on the shape of the work. A coherent small change lets a reviewer understand intent and consequences. Boundaries reduce how much surrounding code they need to load into their head. Reviewer agents can help surface issues, but their approvals do not replace evidence. Escalate uncertainty to a human who understands the affected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Raw commits and lines of code count activity, which generation makes easier to inflate. Use several measures together and examine the stories behind them. Faster cycle time can coexist with more defects or growing maintenance costs. Avoid individual rankings that reward gaming. The goal is understanding whether the team delivers useful changes and can continue supporting them.</a:t>
            </a:r>
          </a:p>
          <a:p xmlns:a="http://schemas.openxmlformats.org/drawingml/2006/main">
            <a:r>
              <a:t/>
            </a:r>
          </a:p>
          <a:p xmlns:a="http://schemas.openxmlformats.org/drawingml/2006/main">
            <a:r>
              <a:t>Source: talk concept and examples supplied by Dan Levy for this presentation. Examples are illustrative unless explicitly described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Return to the opening thought experiment. More available implementations make selection and validation more valuable, but they do not force us to accept more code. Sometimes the best decision is a smaller change or no change. Close with the user’s central argument: knowing what should be built, whether it works and when not to build it are expensive skills worth developing.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talk concept and examples supplied by Dan Levy for this presentation. Examples are illustrative unless explicitly described otherwise.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5ed68dbf9144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0776b0cde342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7dc950874447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d73dda38144b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21290e9f5c48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64840b4eb24ef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2ec48bae2c34a9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2a83d9877d44330"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f28404aadd491d" /><Relationship Type="http://schemas.openxmlformats.org/officeDocument/2006/relationships/slideLayout" Target="/ppt/slideLayouts/slideLayout1.xml" Id="R554117b8d1674d34" /><Relationship Type="http://schemas.openxmlformats.org/officeDocument/2006/relationships/slideLayout" Target="/ppt/slideLayouts/slideLayout2.xml" Id="Rd80c555394e94891" /><Relationship Type="http://schemas.openxmlformats.org/officeDocument/2006/relationships/slideLayout" Target="/ppt/slideLayouts/slideLayout3.xml" Id="Rb94c6e72f0134d05" /><Relationship Type="http://schemas.openxmlformats.org/officeDocument/2006/relationships/slideLayout" Target="/ppt/slideLayouts/slideLayout4.xml" Id="R6e7e123c69ac4131" /><Relationship Type="http://schemas.openxmlformats.org/officeDocument/2006/relationships/slideLayout" Target="/ppt/slideLayouts/slideLayout5.xml" Id="R6f195cb661da4f62" /><Relationship Type="http://schemas.openxmlformats.org/officeDocument/2006/relationships/slideLayout" Target="/ppt/slideLayouts/slideLayout6.xml" Id="Rfc3dd1fe34a042e0" /><Relationship Type="http://schemas.openxmlformats.org/officeDocument/2006/relationships/slideLayout" Target="/ppt/slideLayouts/slideLayout7.xml" Id="Rac3617578a8a40d3" /><Relationship Type="http://schemas.openxmlformats.org/officeDocument/2006/relationships/slideLayout" Target="/ppt/slideLayouts/slideLayout8.xml" Id="R7f565bc9cfab481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554117b8d1674d34"/>
    <p:sldLayoutId xmlns:r="http://schemas.openxmlformats.org/officeDocument/2006/relationships" id="2147483650" r:id="Rd80c555394e94891"/>
    <p:sldLayoutId xmlns:r="http://schemas.openxmlformats.org/officeDocument/2006/relationships" id="2147483651" r:id="Rb94c6e72f0134d05"/>
    <p:sldLayoutId xmlns:r="http://schemas.openxmlformats.org/officeDocument/2006/relationships" id="2147483652" r:id="R6e7e123c69ac4131"/>
    <p:sldLayoutId xmlns:r="http://schemas.openxmlformats.org/officeDocument/2006/relationships" id="2147483653" r:id="R6f195cb661da4f62"/>
    <p:sldLayoutId xmlns:r="http://schemas.openxmlformats.org/officeDocument/2006/relationships" id="2147483654" r:id="Rfc3dd1fe34a042e0"/>
    <p:sldLayoutId xmlns:r="http://schemas.openxmlformats.org/officeDocument/2006/relationships" id="2147483655" r:id="Rac3617578a8a40d3"/>
    <p:sldLayoutId xmlns:r="http://schemas.openxmlformats.org/officeDocument/2006/relationships" id="2147483656" r:id="R7f565bc9cfab4813"/>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c6aeaed72c40da" /><Relationship Type="http://schemas.openxmlformats.org/officeDocument/2006/relationships/image" Target="/ppt/media/image.png" Id="R9368a1ea558b405a" /><Relationship Type="http://schemas.openxmlformats.org/officeDocument/2006/relationships/notesSlide" Target="/ppt/notesSlides/notesSlide1.xml" Id="R40d9223c5aee43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2f1632f5f04e77" /><Relationship Type="http://schemas.openxmlformats.org/officeDocument/2006/relationships/notesSlide" Target="/ppt/notesSlides/notesSlide2.xml" Id="R0dcf2cf8cba6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66da1c83084104" /><Relationship Type="http://schemas.openxmlformats.org/officeDocument/2006/relationships/notesSlide" Target="/ppt/notesSlides/notesSlide3.xml" Id="R6b7fe7d2176647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d6d24d2a31d46ad" /><Relationship Type="http://schemas.openxmlformats.org/officeDocument/2006/relationships/notesSlide" Target="/ppt/notesSlides/notesSlide4.xml" Id="R888be78cd94046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2856171b7a42bb" /><Relationship Type="http://schemas.openxmlformats.org/officeDocument/2006/relationships/notesSlide" Target="/ppt/notesSlides/notesSlide5.xml" Id="Rd23c8b7d307e4d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ff185acfc7d4f31" /><Relationship Type="http://schemas.openxmlformats.org/officeDocument/2006/relationships/notesSlide" Target="/ppt/notesSlides/notesSlide6.xml" Id="R877361d400824b4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b3bd1b9ae49421e" /><Relationship Type="http://schemas.openxmlformats.org/officeDocument/2006/relationships/notesSlide" Target="/ppt/notesSlides/notesSlide7.xml" Id="R9b66a8f3919c4b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585b1206b74bb4" /><Relationship Type="http://schemas.openxmlformats.org/officeDocument/2006/relationships/notesSlide" Target="/ppt/notesSlides/notesSlide8.xml" Id="R801cd0a800194d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bc143b24594b34" /><Relationship Type="http://schemas.openxmlformats.org/officeDocument/2006/relationships/notesSlide" Target="/ppt/notesSlides/notesSlide9.xml" Id="R6ccb38e1e7784a2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Code Is Cheap.</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Judgment Is Expensive.</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15-minute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9368a1ea558b405a"/>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growing review queue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Generation can outpace review.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Unreviewed changes accumulate.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Integration becomes the queue.</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3712696"/>
            <a:ext cx="9448800" cy="2491490"/>
          </a:xfrm>
        </p:spPr>
        <p:txBody>
          <a:bodyPr xmlns:a="http://schemas.openxmlformats.org/drawingml/2006/main">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Validated outcomes</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per unit of complexity</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A useful unit of progress</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
            </a:r>
          </a:p>
        </p:txBody>
      </p:sp>
    </p:spTree>
    <p:extLst>
      <p:ext uri="{BB962C8B-B14F-4D97-AF65-F5344CB8AC3E}">
        <p14:creationId xmlns:p14="http://schemas.microsoft.com/office/powerpoint/2010/main" val="350773716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permission specification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Actors and resources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Allowed and denied actions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Invariants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Failure behavior</a:t>
            </a:r>
          </a:p>
        </p:txBody>
      </p:sp>
    </p:spTree>
    <p:extLst>
      <p:ext uri="{BB962C8B-B14F-4D97-AF65-F5344CB8AC3E}">
        <p14:creationId xmlns:p14="http://schemas.microsoft.com/office/powerpoint/2010/main" val="3601454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Validation infrastructure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Unit and contract tests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Integration checks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Policy and static analysis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Evals for uncertain behavior</a:t>
            </a:r>
          </a:p>
        </p:txBody>
      </p:sp>
    </p:spTree>
    <p:extLst>
      <p:ext uri="{BB962C8B-B14F-4D97-AF65-F5344CB8AC3E}">
        <p14:creationId xmlns:p14="http://schemas.microsoft.com/office/powerpoint/2010/main" val="360145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Seniority and judgment</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Problem framing</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System knowledge</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Tradeoff decisions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Evidence review</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Trustworthy review</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Small changes shorten review.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Clear boundaries limit context.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Independent checks expose blind spots.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Measures that help</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Time to validated outcome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Escaped defects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Customer results</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Maintenance burden</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Knowing when to stop</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should exist?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Does it work?</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Is it worth maintaining?</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2026-09-05T01:13:44.1540000Z</dcterms:created>
  <dcterms:modified xsi:type="dcterms:W3CDTF">2026-09-05T01:13:44.1540000Z</dcterms:modified>
</coreProperties>
</file>