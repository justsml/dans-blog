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830968dd4e4051" /><Relationship Type="http://schemas.openxmlformats.org/officeDocument/2006/relationships/extended-properties" Target="/docProps/app.xml" Id="R6a6444c1141e4869" /><Relationship Type="http://schemas.openxmlformats.org/officeDocument/2006/relationships/officeDocument" Target="/ppt/presentation.xml" Id="R6b84c1017b8a440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0edaf427d7bd4906"/>
  </p:sldMasterIdLst>
  <p:notesMasterIdLst>
    <p:notesMasterId xmlns:r="http://schemas.openxmlformats.org/officeDocument/2006/relationships" r:id="R4ab174a632a34465"/>
  </p:notesMasterIdLst>
  <p:sldIdLst>
    <p:sldId xmlns:r="http://schemas.openxmlformats.org/officeDocument/2006/relationships" id="256" r:id="Rca42cfe6d1274b6a"/>
    <p:sldId xmlns:r="http://schemas.openxmlformats.org/officeDocument/2006/relationships" id="257" r:id="R4fc04ddb681641bf"/>
    <p:sldId xmlns:r="http://schemas.openxmlformats.org/officeDocument/2006/relationships" id="258" r:id="Re63c97827cc049f1"/>
    <p:sldId xmlns:r="http://schemas.openxmlformats.org/officeDocument/2006/relationships" id="259" r:id="R690500d798b9459b"/>
    <p:sldId xmlns:r="http://schemas.openxmlformats.org/officeDocument/2006/relationships" id="260" r:id="R0ba8465f973c49b8"/>
    <p:sldId xmlns:r="http://schemas.openxmlformats.org/officeDocument/2006/relationships" id="261" r:id="Rbb82863d0629459b"/>
    <p:sldId xmlns:r="http://schemas.openxmlformats.org/officeDocument/2006/relationships" id="262" r:id="R21159e4cedd540c4"/>
    <p:sldId xmlns:r="http://schemas.openxmlformats.org/officeDocument/2006/relationships" id="263" r:id="R8d10173266864d18"/>
    <p:sldId xmlns:r="http://schemas.openxmlformats.org/officeDocument/2006/relationships" id="264" r:id="R066f06d1d5fe478e"/>
  </p:sldIdLst>
  <p:sldSz cx="12192000" cy="6858000"/>
  <p:notesSz cx="6858000" cy="9144000"/>
  <p:embeddedFontLst>
    <p:embeddedFont>
      <p:font typeface="OpenAI Sans"/>
      <p:regular xmlns:r="http://schemas.openxmlformats.org/officeDocument/2006/relationships" r:id="R7dc49b0a44d7457d"/>
      <p:bold xmlns:r="http://schemas.openxmlformats.org/officeDocument/2006/relationships" r:id="Rde506c855a544a4a"/>
      <p:italic xmlns:r="http://schemas.openxmlformats.org/officeDocument/2006/relationships" r:id="Re0c904277262413b"/>
      <p:boldItalic xmlns:r="http://schemas.openxmlformats.org/officeDocument/2006/relationships" r:id="R8a292eaa1ec54bfb"/>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9a3282cca1841bd" /><Relationship Type="http://schemas.openxmlformats.org/officeDocument/2006/relationships/slideMaster" Target="/ppt/slideMasters/slideMaster1.xml" Id="R0edaf427d7bd4906" /><Relationship Type="http://schemas.openxmlformats.org/officeDocument/2006/relationships/notesMaster" Target="/ppt/notesMasters/notesMaster1.xml" Id="R4ab174a632a34465" /><Relationship Type="http://schemas.openxmlformats.org/officeDocument/2006/relationships/presProps" Target="/ppt/presProps.xml" Id="R444e94b6e4654f89" /><Relationship Type="http://schemas.openxmlformats.org/officeDocument/2006/relationships/viewProps" Target="/ppt/viewProps.xml" Id="R34e87741e48b4719" /><Relationship Type="http://schemas.openxmlformats.org/officeDocument/2006/relationships/tableStyles" Target="/ppt/tableStyles.xml" Id="Redad0a8d397440c9" /><Relationship Type="http://schemas.openxmlformats.org/officeDocument/2006/relationships/font" Target="/ppt/fonts/font.dat" Id="R7dc49b0a44d7457d" /><Relationship Type="http://schemas.openxmlformats.org/officeDocument/2006/relationships/font" Target="/ppt/fonts/font2.dat" Id="Rde506c855a544a4a" /><Relationship Type="http://schemas.openxmlformats.org/officeDocument/2006/relationships/font" Target="/ppt/fonts/font3.dat" Id="Re0c904277262413b" /><Relationship Type="http://schemas.openxmlformats.org/officeDocument/2006/relationships/font" Target="/ppt/fonts/font4.dat" Id="R8a292eaa1ec54bfb" /><Relationship Type="http://schemas.openxmlformats.org/officeDocument/2006/relationships/slide" Target="/ppt/slides/slide1.xml" Id="Rca42cfe6d1274b6a" /><Relationship Type="http://schemas.openxmlformats.org/officeDocument/2006/relationships/slide" Target="/ppt/slides/slide2.xml" Id="R4fc04ddb681641bf" /><Relationship Type="http://schemas.openxmlformats.org/officeDocument/2006/relationships/slide" Target="/ppt/slides/slide3.xml" Id="Re63c97827cc049f1" /><Relationship Type="http://schemas.openxmlformats.org/officeDocument/2006/relationships/slide" Target="/ppt/slides/slide4.xml" Id="R690500d798b9459b" /><Relationship Type="http://schemas.openxmlformats.org/officeDocument/2006/relationships/slide" Target="/ppt/slides/slide5.xml" Id="R0ba8465f973c49b8" /><Relationship Type="http://schemas.openxmlformats.org/officeDocument/2006/relationships/slide" Target="/ppt/slides/slide6.xml" Id="Rbb82863d0629459b" /><Relationship Type="http://schemas.openxmlformats.org/officeDocument/2006/relationships/slide" Target="/ppt/slides/slide7.xml" Id="R21159e4cedd540c4" /><Relationship Type="http://schemas.openxmlformats.org/officeDocument/2006/relationships/slide" Target="/ppt/slides/slide8.xml" Id="R8d10173266864d18" /><Relationship Type="http://schemas.openxmlformats.org/officeDocument/2006/relationships/slide" Target="/ppt/slides/slide9.xml" Id="R066f06d1d5fe47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f1c0c71e2f4ba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790563d72b4ad4" /><Relationship Type="http://schemas.openxmlformats.org/officeDocument/2006/relationships/notesMaster" Target="/ppt/notesMasters/notesMaster1.xml" Id="Ra0c8821edb184c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8efa677d6742b4" /><Relationship Type="http://schemas.openxmlformats.org/officeDocument/2006/relationships/notesMaster" Target="/ppt/notesMasters/notesMaster1.xml" Id="R56b25fc169834d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b9a33cced7431d" /><Relationship Type="http://schemas.openxmlformats.org/officeDocument/2006/relationships/notesMaster" Target="/ppt/notesMasters/notesMaster1.xml" Id="Re19eb958f3cc48c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b9646c643b46f6" /><Relationship Type="http://schemas.openxmlformats.org/officeDocument/2006/relationships/notesMaster" Target="/ppt/notesMasters/notesMaster1.xml" Id="Rcd8d42f8e2c647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e8647ce4234b79" /><Relationship Type="http://schemas.openxmlformats.org/officeDocument/2006/relationships/notesMaster" Target="/ppt/notesMasters/notesMaster1.xml" Id="R6576d1a150684b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be44bd6a444a13" /><Relationship Type="http://schemas.openxmlformats.org/officeDocument/2006/relationships/notesMaster" Target="/ppt/notesMasters/notesMaster1.xml" Id="R3ade4b4b175446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e86dae777a4813" /><Relationship Type="http://schemas.openxmlformats.org/officeDocument/2006/relationships/notesMaster" Target="/ppt/notesMasters/notesMaster1.xml" Id="R4d97bb99030e4b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e60af2177f4dd7" /><Relationship Type="http://schemas.openxmlformats.org/officeDocument/2006/relationships/notesMaster" Target="/ppt/notesMasters/notesMaster1.xml" Id="Rfd58ab99d733485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103497a56ce45db" /><Relationship Type="http://schemas.openxmlformats.org/officeDocument/2006/relationships/notesMaster" Target="/ppt/notesMasters/notesMaster1.xml" Id="R9d1388fb6a0148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endParaRPr/>
          </a:p>
          <a:p xmlns:a="http://schemas.openxmlformats.org/drawingml/2006/main">
            <a:r>
              <a:t/>
            </a:r>
            <a:endParaRPr/>
          </a:p>
          <a:p xmlns:a="http://schemas.openxmlformats.org/drawingml/2006/main">
            <a:r>
              <a:t>Open with the familiar objection: don't have five engineers independently solve the same problem. Then ask what changes if another attempt costs nine cents. Make clear that nine cents is an illustrative thought experiment, not a price claim or a complete cost estimate. Review, tool use, latency, and integration still cost something. The question for this talk is where additional attempts buy useful information. Give the audience the destination: spending less effort guessing which approach will work, and more effort testing alternatives.</a:t>
            </a:r>
            <a:endParaRPr/>
          </a:p>
          <a:p xmlns:a="http://schemas.openxmlformats.org/drawingml/2006/main">
            <a:r>
              <a:t/>
            </a:r>
            <a:endParaRPr/>
          </a:p>
          <a:p xmlns:a="http://schemas.openxmlformats.org/drawingml/2006/main">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Keep the history brief. Data parallelism applies an operation to many inputs; task parallelism overlaps separable work. Both remain useful. Agents add another practical option: explore several possible answers while the right approach is still unclear. That might mean competing hypotheses, implementations, or reviews. This does not make the alternatives independent or correct. It changes the economics of gathering evidence. Use a debugging example: three plausible causes of a failure can be investigated concurrently, provided the investigations do not interfere with each other. Use the debugging example to make the uncertainty concrete.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Compress the first three patterns into a single example. A team is changing a service interface. Decomposition assigns interface research, compatibility checks, and a candidate implementation to separate workers. Competition asks for two independent implementations under the same acceptance criteria. Perspective asks reviewers to examine security, performance, and simplicity using specific questions. These are different reasons to add workers. Labels alone do not create diversity, and dependencies still need handoffs. Transition to the patterns that decide where to investigate next and how to challenge what comes back.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Use search to investigate distinct explanations for a failure, stopping branches when evidence contradicts them. Use verification to seek counterexamples against a candidate rather than generating yet another replacement. Use speculation when overlapping alternatives saves enough waiting to justify discarded work. Keep speculative branches isolated, and delay irreversible side effects until a choice has been made. These patterns work only when observations are preserved and somebody owns the decision. Move from the shape of the work to the resources and models that should perform 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Present the budget as an illustrative interface: spend up to twenty-five dollars and five minutes investigating this problem, with at most twenty candidates. These numbers are not a performance promise. A useful controller budgets the whole workflow, including judge calls, tool charges, retries, and selection. Human integration costs also matter, even when they are outside the API bill. Define what happens when time expires with no acceptable candidate. This moves the discussion from how many workers are available to how much evidence the task warrants.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Walk through an adaptive workflow. Try the inexpensive path first, then run the checks that match the task. If a concrete requirement fails or uncertainty remains consequential, allocate more attempts or stronger verification. Do not treat a model saying it is confident as a calibrated probability. Do not stop just because three workers agree. Agreement can trigger another check, but acceptance still rests on evidence. Define stopping conditions in advance, including an honest unresolved result. That brings us to the uncomfortable cost at the center of this architecture: selection.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This is the climax. Ask whether the successful solution still needs an agent on the next run. Sometimes the useful output is a SQL query, parser, script, decision tree, schema, test, or cached mapping. The reasoning phase discovers the structure; the resulting artifact executes it repeatedly. This is a design opportunity, not a claim that every judgment can be reduced to rules. Identify what became stable enough to encode and what remains uncertain. Pause on the line: use expensive nondeterminism to discover cheap determinism. Explain that unknown cases should remain outside the compiled contract.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Show the sequence as an operating loop rather than a funnel that guarantees success. Candidate generation produces possibilities. Tests reject known failures. Judgment handles the remaining tradeoffs. Selection creates one accountable result. Reusable structure becomes an implementation or cached result with explicit validity conditions. New failures feed back into the acceptance checks and future search. Over time, familiar work may require less reasoning while genuinely new cases still receive attention. Keep records of why a candidate won so the next person can audit the decision instead of reverse-engineering a score.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Return to the opening objection about five engineers solving the same problem. The answer is conditional: duplicate work when exploration is cheap enough, the alternatives are meaningfully different, and you can evaluate them. Stop when another attempt is unlikely to change the decision or the budget expires. Leave three actions: choose a recurring uncertain task, define its acceptance checks, and compare a small portfolio of attempts against the current process. The goal is a better validated outcome and a reusable lesson, not a larger crowd of agents.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769c4d9fa84a2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0017e25549448b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854d0e880c94ad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e46da0f6be14d0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148cb748d4d4cf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8021648d8664a8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572a9bb95f0491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754da1696cc46c9"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9b97894863402a" /><Relationship Type="http://schemas.openxmlformats.org/officeDocument/2006/relationships/slideLayout" Target="/ppt/slideLayouts/slideLayout1.xml" Id="R628a16bed5b34b54" /><Relationship Type="http://schemas.openxmlformats.org/officeDocument/2006/relationships/slideLayout" Target="/ppt/slideLayouts/slideLayout2.xml" Id="Rced9d611cf594100" /><Relationship Type="http://schemas.openxmlformats.org/officeDocument/2006/relationships/slideLayout" Target="/ppt/slideLayouts/slideLayout3.xml" Id="Rfca27bca80614075" /><Relationship Type="http://schemas.openxmlformats.org/officeDocument/2006/relationships/slideLayout" Target="/ppt/slideLayouts/slideLayout4.xml" Id="R2cef0dc82fbc4b73" /><Relationship Type="http://schemas.openxmlformats.org/officeDocument/2006/relationships/slideLayout" Target="/ppt/slideLayouts/slideLayout5.xml" Id="Ra1ae3dc60ba94723" /><Relationship Type="http://schemas.openxmlformats.org/officeDocument/2006/relationships/slideLayout" Target="/ppt/slideLayouts/slideLayout6.xml" Id="R7b5a28bba8cd45a1" /><Relationship Type="http://schemas.openxmlformats.org/officeDocument/2006/relationships/slideLayout" Target="/ppt/slideLayouts/slideLayout7.xml" Id="R8c8198ed93fc42d0" /><Relationship Type="http://schemas.openxmlformats.org/officeDocument/2006/relationships/slideLayout" Target="/ppt/slideLayouts/slideLayout8.xml" Id="R6efe0c97f4314b1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628a16bed5b34b54"/>
    <p:sldLayoutId xmlns:r="http://schemas.openxmlformats.org/officeDocument/2006/relationships" id="2147483650" r:id="Rced9d611cf594100"/>
    <p:sldLayoutId xmlns:r="http://schemas.openxmlformats.org/officeDocument/2006/relationships" id="2147483651" r:id="Rfca27bca80614075"/>
    <p:sldLayoutId xmlns:r="http://schemas.openxmlformats.org/officeDocument/2006/relationships" id="2147483652" r:id="R2cef0dc82fbc4b73"/>
    <p:sldLayoutId xmlns:r="http://schemas.openxmlformats.org/officeDocument/2006/relationships" id="2147483653" r:id="Ra1ae3dc60ba94723"/>
    <p:sldLayoutId xmlns:r="http://schemas.openxmlformats.org/officeDocument/2006/relationships" id="2147483654" r:id="R7b5a28bba8cd45a1"/>
    <p:sldLayoutId xmlns:r="http://schemas.openxmlformats.org/officeDocument/2006/relationships" id="2147483655" r:id="R8c8198ed93fc42d0"/>
    <p:sldLayoutId xmlns:r="http://schemas.openxmlformats.org/officeDocument/2006/relationships" id="2147483656" r:id="R6efe0c97f4314b1f"/>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32c37e70b964038" /><Relationship Type="http://schemas.openxmlformats.org/officeDocument/2006/relationships/image" Target="/ppt/media/image.png" Id="Rebe8ef244a6d4f62" /><Relationship Type="http://schemas.openxmlformats.org/officeDocument/2006/relationships/notesSlide" Target="/ppt/notesSlides/notesSlide1.xml" Id="R018e0a70755d4f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011904c29454cbc" /><Relationship Type="http://schemas.openxmlformats.org/officeDocument/2006/relationships/notesSlide" Target="/ppt/notesSlides/notesSlide2.xml" Id="Rd3a3747428c949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2b7427fce4d4542" /><Relationship Type="http://schemas.openxmlformats.org/officeDocument/2006/relationships/notesSlide" Target="/ppt/notesSlides/notesSlide3.xml" Id="R5143f80ff0a041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15051d6864f4561" /><Relationship Type="http://schemas.openxmlformats.org/officeDocument/2006/relationships/notesSlide" Target="/ppt/notesSlides/notesSlide4.xml" Id="Rcaaf5141addc43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9b0972ce08e4f99" /><Relationship Type="http://schemas.openxmlformats.org/officeDocument/2006/relationships/notesSlide" Target="/ppt/notesSlides/notesSlide5.xml" Id="R3061f8ee6fd144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fd003678e924279" /><Relationship Type="http://schemas.openxmlformats.org/officeDocument/2006/relationships/notesSlide" Target="/ppt/notesSlides/notesSlide6.xml" Id="R74dfc8bbbbb745f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0e0ecb0057d494c" /><Relationship Type="http://schemas.openxmlformats.org/officeDocument/2006/relationships/notesSlide" Target="/ppt/notesSlides/notesSlide7.xml" Id="R827c46686dab47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6fc20aab814447d" /><Relationship Type="http://schemas.openxmlformats.org/officeDocument/2006/relationships/notesSlide" Target="/ppt/notesSlides/notesSlide8.xml" Id="R87f46f664e814e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8bd3db470ff4e14" /><Relationship Type="http://schemas.openxmlformats.org/officeDocument/2006/relationships/notesSlide" Target="/ppt/notesSlides/notesSlide9.xml" Id="Rd92a14a261d9486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anchor="ctr">
            <a:noAutofit/>
          </a:bodyPr>
          <a:lstStyle xmlns:a="http://schemas.openxmlformats.org/drawingml/2006/main"/>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Rethinking</a:t>
            </a:r>
          </a:p>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Parallelization</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anchor="b">
            <a:noAutofit/>
          </a:bodyPr>
          <a:lstStyle xmlns:a="http://schemas.openxmlformats.org/drawingml/2006/main"/>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in the Agentic Era</a:t>
            </a:r>
          </a:p>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Dan Levy</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15-minute talk</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ebe8ef244a6d4f62"/>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2598689-54C9-18A7-3A19-ED76AA08988F}" type="slidenum">
              <a:rPr sz="1000">
                <a:solidFill>
                  <a:srgbClr val="FFFFFF"/>
                </a:solidFill>
                <a:latin typeface="Helvetica Neue"/>
                <a:ea typeface="Helvetica Neue"/>
                <a:cs typeface="Helvetica Neue"/>
              </a:rPr>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Duplicate work can buy evidence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One problem → several attempts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Alternatives must differ.</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Budget selection and integration.</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02359C0-8A7A-196E-DD58-8E6569619F09}" type="slidenum">
              <a:rPr sz="1000">
                <a:solidFill>
                  <a:srgbClr val="FFFFFF"/>
                </a:solidFill>
                <a:latin typeface="Helvetica Neue"/>
                <a:ea typeface="Helvetica Neue"/>
                <a:cs typeface="Helvetica Neue"/>
              </a:rPr>
              <a:t>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Three ways to generate alternatives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Decompose: split separable work</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Compete: independent solutions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Perspective: change the questions</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FD6AB9A-5F9E-5F59-51AB-3C8734130965}" type="slidenum">
              <a:rPr sz="1000">
                <a:solidFill>
                  <a:srgbClr val="FFFFFF"/>
                </a:solidFill>
                <a:latin typeface="Helvetica Neue"/>
                <a:ea typeface="Helvetica Neue"/>
                <a:cs typeface="Helvetica Neue"/>
              </a:rPr>
              <a:t>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Three ways to challenge uncertainty</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Search: test and prune hypotheses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Verify: challenge a candidate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Speculate: explore before deciding</a:t>
            </a:r>
          </a:p>
        </p:txBody>
      </p:sp>
    </p:spTree>
    <p:extLst>
      <p:ext uri="{BB962C8B-B14F-4D97-AF65-F5344CB8AC3E}">
        <p14:creationId xmlns:p14="http://schemas.microsoft.com/office/powerpoint/2010/main" val="36671821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E5B3003-2C54-13C6-9832-7637201064DE}" type="slidenum">
              <a:rPr sz="1000">
                <a:solidFill>
                  <a:srgbClr val="FFFFFF"/>
                </a:solidFill>
                <a:latin typeface="Helvetica Neue"/>
                <a:ea typeface="Helvetica Neue"/>
                <a:cs typeface="Helvetica Neue"/>
              </a:rPr>
              <a:t>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Match resources to the workload</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Small, local, specialist, frontier</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Example budget: $25 · five minutes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Include review, tools, integration.</a:t>
            </a:r>
          </a:p>
        </p:txBody>
      </p:sp>
    </p:spTree>
    <p:extLst>
      <p:ext uri="{BB962C8B-B14F-4D97-AF65-F5344CB8AC3E}">
        <p14:creationId xmlns:p14="http://schemas.microsoft.com/office/powerpoint/2010/main" val="366718214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8C630A04-5A25-9E0C-9436-126091DB86B3}" type="slidenum">
              <a:rPr sz="1000">
                <a:solidFill>
                  <a:srgbClr val="FFFFFF"/>
                </a:solidFill>
                <a:latin typeface="Helvetica Neue"/>
                <a:ea typeface="Helvetica Neue"/>
                <a:cs typeface="Helvetica Neue"/>
              </a:rPr>
              <a:t>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Escalate on evidence; stop on acceptance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Cheap attempt → acceptance checks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Unresolved → expand or verify</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Agreement is not correctness.</a:t>
            </a:r>
          </a:p>
        </p:txBody>
      </p:sp>
    </p:spTree>
    <p:extLst>
      <p:ext uri="{BB962C8B-B14F-4D97-AF65-F5344CB8AC3E}">
        <p14:creationId xmlns:p14="http://schemas.microsoft.com/office/powerpoint/2010/main" val="36671821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3D7D1C8-AE23-AA48-DF65-C742588DBE47}" type="slidenum">
              <a:rPr sz="1000">
                <a:solidFill>
                  <a:srgbClr val="FFFFFF"/>
                </a:solidFill>
                <a:latin typeface="Helvetica Neue"/>
                <a:ea typeface="Helvetica Neue"/>
                <a:cs typeface="Helvetica Neue"/>
              </a:rPr>
              <a:t>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Use reasoning to discover cheap determinism</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Investigate a recurring problem.</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Reuse a tested script, query, or rule.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Keep uncertain cases visible.</a:t>
            </a:r>
          </a:p>
        </p:txBody>
      </p:sp>
    </p:spTree>
    <p:extLst>
      <p:ext uri="{BB962C8B-B14F-4D97-AF65-F5344CB8AC3E}">
        <p14:creationId xmlns:p14="http://schemas.microsoft.com/office/powerpoint/2010/main" val="36671821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A58DA2A-B818-18A9-29C1-B697728D5BCE}" type="slidenum">
              <a:rPr sz="1000">
                <a:solidFill>
                  <a:srgbClr val="FFFFFF"/>
                </a:solidFill>
                <a:latin typeface="Helvetica Neue"/>
                <a:ea typeface="Helvetica Neue"/>
                <a:cs typeface="Helvetica Neue"/>
              </a:rPr>
              <a:t>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Make each run improve the next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Generate → test → judge → select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Compile → cache → reuse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New failures become new checks.</a:t>
            </a:r>
          </a:p>
        </p:txBody>
      </p:sp>
    </p:spTree>
    <p:extLst>
      <p:ext uri="{BB962C8B-B14F-4D97-AF65-F5344CB8AC3E}">
        <p14:creationId xmlns:p14="http://schemas.microsoft.com/office/powerpoint/2010/main" val="36671821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88657AE-30A1-5A7A-6A7F-315D84436430}" type="slidenum">
              <a:rPr sz="1000">
                <a:solidFill>
                  <a:srgbClr val="FFFFFF"/>
                </a:solidFill>
                <a:latin typeface="Helvetica Neue"/>
                <a:ea typeface="Helvetica Neue"/>
                <a:cs typeface="Helvetica Neue"/>
              </a:rPr>
              <a:t>9</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Parallelize uncertainty</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Select with evidence.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Compile what you learn.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Agent count is not a success metric.</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2026-09-05T01:14:52.0910000Z</dcterms:created>
  <dcterms:modified xsi:type="dcterms:W3CDTF">2026-09-05T01:14:52.0910000Z</dcterms:modified>
</coreProperties>
</file>