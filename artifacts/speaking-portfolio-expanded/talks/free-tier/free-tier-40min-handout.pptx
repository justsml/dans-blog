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scripts](script-40min.md) · [Packet](packet.md) · [Runbook section 4](../../demos/DEMO-RUNBOOK.md#4-cry-me-a-free-tier) · [Kit](../../../../public/talks/demos/index.html) · [Evidence](evidence-bank.md)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02:15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boxes, one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02:15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06:45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Burn the boats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06:45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evidence about strategy, and Thomas Schelling gave us the word in 1960: a credible commitment. You deliberately destroy your own ability to back out, precisely so everyone else updates. Burn the boats. A ten-year contract you cannot walk away from discloses nothing about your margins. It signals that you intend to still be here, aimed at competitors and at nervous customers.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Somebody is buying your free tier, and it is not you.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 Specifically: Anthropic's IPO prospectus is expected late September 2026 and may disclose contract detail behind the $100B AWS commitment, so that figure or its framing can move. Do not confuse it with the adjacent Microsoft/OpenAI restructuring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11:45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11:45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fell off a cliff and your bill went up. Everyone here has had that conversation with a CFO and lost it. You are not being gouged and you did nothing wrong. Spend is price times jobs times calls per job times tokens per call, and cheapness moved every term on the right. Epoch's data through 2025 shows the price of a fixed capability falling fast and very unevenly by task — which is real,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11:45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fell off a cliff and your bill went up. Everyone here has had that conversation with a CFO and lost it. You are not being gouged and you did nothing wrong. Spend is price times jobs times calls per job times tokens per call, and cheapness moved every term on the right. Epoch's data through 2025 shows the price of a fixed capability falling fast and very unevenly by task — which is real,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19:45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it famous with QWERTY in 1985, and I will be straight with you because it matters for how you use this — economists have fought about that example ever since, and Liebowitz and Margolis argued in 1990 that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19:45 to 22:15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and give the money back to the neighborhood. Same here. The fix is not austerity or a policy forbidding the model. It is putting the number in front of the person choosing, at the moment they choose: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Doubling on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22:15 to 24:45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24:45 to 28:45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24:45 to 28:45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28:45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28:45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says "keep it reversible" like it is a personality trait. It is not, it is an option in the financial sense, and Dixit and Pindyck wrote the book on valuing flexibility under uncertainty. The right to switch providers gains value as the price gets less certain and your exposure grows. It also has a monthly premium: the abstraction tax, a second eval suite, rehearsal time, and a generic wrapper that hides real differences between models.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Exposure is the three prices on the next slide times your volume; the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router that halves inference per attempt at the same acceptance rate: in our fixture it saves a cent per attempt at sticker price and ten cents at ten times. At a million attempts a month, ten cents each is a hundred thousand dollars and you should have started yesterday. At a thousand attempts it is a hundred dollars — ten at today's price — and you should never do it. Identical project. The sweep tells you which world you live in, and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37:15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37:15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boxes, one invoice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Burn the boats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$250B incremental Azure services contracted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OpenAI · Microsoft, 28 Oct 2025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$100B AWS commitment over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 Amazon, 20 Apr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 to $200K AWS Activate credits · offer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 5 Sep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everyone quotes. Microsoft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announced in October 2025 that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contracted to purchase an incremental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billion dollars of Azure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services. Amazon announced in April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Anthropic committed more than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billion over ten years. AWS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Activate offers eligible startups up to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thousand in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reads these as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They are evidence about strategy,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Thomas Schelling gave us the word in 1960: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credible commitment. You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destroy your own ability to back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precisely so everyone else updates. Burn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boats. A ten-year contract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away from discloses nothing about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margins. It signals that you intend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be here, aimed at competitors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nervous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tells you something about the game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Two well-funded players racing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acquire the same customers, both burning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capital, neither able to stop first,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war of attrition. In that model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low for as long as both sides can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it there. Note who is not a player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game. Somebody is buying your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tier, and it is not you. You are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combatant. You are the terrain.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fell off a cliff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your bill went up. Everyone here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that conversation with a CFO and lost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You are not being gouged and you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nothing wrong. Spend is price times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cheapness moved every term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Epoch's data through 2025 shows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of a fixed capability falling fast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very unevenly by task — which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 also exactly the condition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Both things can be fine. A falling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growing bill coexist comfortably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 as customer value grows faster.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is the relationship to measure, and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measures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lots are already built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Repealing the parking minimum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asphalt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four: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test: try to remove one model call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hours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that should worry you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the price. Shoup won. Cities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repealing parking minimums for a decade.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lots are still there. The businesses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could have opened on that land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open. The environment outlived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that produced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path dependence, word four: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 get to depends on how you got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reversal costs more than the original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did. Paul David made it famous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QWERTY in 1985, and I will be straight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you because it matters for how you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 economists have fought about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example ever since, and Liebowitz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Margolis argued in 1990 that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thin. The concept survives.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canonical example is contested.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is instructive, because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dependence is very easy to assert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hard to prove, including about your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codebase. So do not assert it. Measure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model call in your product and 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remove it. Count the hours. That number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your lock-in, and it is the only version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this argument that will survive contact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your staff engineer.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and give the money back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or a policy forbidding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putting the number in front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choosing, at the moment they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estimated cost per accepted outcome,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doc, next 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Reversible is a line item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eight: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option has value. It also has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abstraction tax, eval upkeep,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rehearsal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project, different answer,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which world you are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says "keep it reversible" like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personality trait. It is not, it is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option in the financial sense, and Dixit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Pindyck wrote the book on valuing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flexibility under uncertainty. The right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switch providers gains value as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gets less certain and your exposure grows.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also has a monthly premium: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abstraction tax, a second eval suite,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rehearsal time, and a generic wrapper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hides real differences between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do not argue about portability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it. Exposure is the three prices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slide times your volume;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is the engineering you would spend.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two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for optimization. Take a router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halves inference per attempt at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rate: in our fixture it saves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 per attempt at sticker price and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at ten times. At a million attempts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 ten cents each is a hundred thousand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dollars and you should have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 At a thousand attempts it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dollars — ten at today's price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you should never do it. Identical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project. The sweep tells you which world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live in, and a router that costs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run than it saves is not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Microsoft, 28 Oct 2025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https://blogs.microsoft.com/blog/2025/10/28/the-next-chapter-of-the-microsoft-openai-partnership/)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[Amazon, Apr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2026](https://www.aboutamazon.com/news/company-news/amazon-invests-additional-5-billion-anthropic-ai)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[AWS Activate, accessed 5 Sep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2026](https://aws.amazon.com/startups/credits/.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Schelling (1960), The Strategy of Conflict,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Harvard University Press. Nobel 2005.</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David (1985), Clio and the Economics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QWERTY, American Economic Review 75(2).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 by Liebowitz and Margolis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Fable of the Keys, Journal of Law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Economics 33(1). Arthur (1989),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Technologies, Increasing Returns,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Lock-In by Historical Events, The 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99(394).</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Dixit and Pindyck (1994), Investment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Princeton University Press.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21</Slides>
  <Notes>21</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2026-09-08T03:01:16Z</dcterms:created>
</cp:coreProperties>
</file>