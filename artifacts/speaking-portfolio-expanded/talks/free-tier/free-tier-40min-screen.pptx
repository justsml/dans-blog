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02:15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boxes, one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02:15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06:45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Burn the boats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06:45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evidence about strategy, and Thomas Schelling gave us the word in 1960: a credible commitment. You deliberately destroy your own ability to back out, precisely so everyone else updates. Burn the boats. A ten-year contract you cannot walk away from discloses nothing about your margins. It signals that you intend to still be here, aimed at competitors and at nervous customers.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Somebody is buying your free tier, and it is not you.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 Specifically: Anthropic's IPO prospectus is expected late September 2026 and may disclose contract detail behind the $100B AWS commitment, so that figure or its framing can move. Do not confuse it with the adjacent Microsoft/OpenAI restructuring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11:45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11:45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fell off a cliff and your bill went up. Everyone here has had that conversation with a CFO and lost it. You are not being gouged and you did nothing wrong. Spend is price times jobs times calls per job times tokens per call, and cheapness moved every term on the right. Epoch's data through 2025 shows the price of a fixed capability falling fast and very unevenly by task — which is real,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19:45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it famous with QWERTY in 1985, and I will be straight with you because it matters for how you use this — economists have fought about that example ever since, and Liebowitz and Margolis argued in 1990 that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19:45 to 22:15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and give the money back to the neighborhood. Same here. The fix is not austerity or a policy forbidding the model. It is putting the number in front of the person choosing, at the moment they choose: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Doubling on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22:15 to 24:45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24:45 to 28:45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28:45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says "keep it reversible" like it is a personality trait. It is not, it is an option in the financial sense, and Dixit and Pindyck wrote the book on valuing flexibility under uncertainty. The right to switch providers gains value as the price gets less certain and your exposure grows. It also has a monthly premium: the abstraction tax, a second eval suite, rehearsal time, and a generic wrapper that hides real differences between models.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Exposure is the three prices on the next slide times your volume; the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router that halves inference per attempt at the same acceptance rate: in our fixture it saves a cent per attempt at sticker price and ten cents at ten times. At a million attempts a month, ten cents each is a hundred thousand dollars and you should have started yesterday. At a thousand attempts it is a hundred dollars — ten at today's price — and you should never do it. Identical project. The sweep tells you which world you live in, and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37:15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37:15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boxes, one invoice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Burn the boats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$250B incremental Azure services contracted by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OpenAI · Microsoft, 28 Oct 2025</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More than $100B AWS commitment over ten years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Amazon, 20 Apr 2026</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Up to $200K AWS Activate credits · offer checked 5</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Sep 2026</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lots are already built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Repealing the parking minimum does not remove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asphalt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four: path dependence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test: try to remove one model call and count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hours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Turn the dial</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Reversible is a line item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eight: real option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option has value. It also has a premium: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abstraction tax, eval upkeep, rehearsal time.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Same project, different answer, depending on which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world you are in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2026-09-08T03:01:16Z</dcterms:created>
</cp:coreProperties>
</file>