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the cheap input taught your architecture to expect.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and retitled 2026-09-06 (was "Cry Me a Free Tier"). 40 minutes, 15 slides, four audience moments, no Q&amp;A. Nobody outside a provider knows its margins and this talk never estimates one; the fixture arithmetic is synthetic. Say that once, on slide 1, then argue.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scripts](script-40min.md) · [Packet](packet.md) · [Runbook section 4](../../demos/DEMO-RUNBOOK.md#4-cry-me-a-free-tier) · [Kit](../../../../public/talks/demos/index.html) · [Evidence](evidence-bank.md)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talk hands the room eight words: externality, induced demand, Jevons paradox, path dependence, moral hazard, credible commitment, asset specificity, real option. Each one is a thing engineers already feel and cannot name in a budget meeting. Slide 15 lists them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Recheck the dated announcements and the credit offer on slide 4 before every delivery. Regenerate scripts, adaptations and the browser deck with `bun artifacts/speaking-portfolio-expanded/build-talk.ts free-tier`.</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does it build?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 What does it build? Sit with that for five seconds, because the answer is not "the same thing, but cheaper." It builds a different company. Now: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Swap electricity for inference and that is the whole talk. Here is my one disclaimer, and then I am done qualifying: nobody outside a provider knows its margins, I am not going to guess at one, and every dollar figure in my arithmetic is invented. What I do have is a hundred and fifty years of economists working on exactly this problem in coal, parking, highways and car factories, and they gave it names.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what you are getting today. Eight words. Engineers lose this argument in budget meetings because the best we can say is "it feels wasteful," and finance says "the bill looks fine." These eight words are how you say it so it lands.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first time a bill, a quota, or a rate change broke an assumption in something you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the five seconds. Actually take them. The silence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four boxes on one invoice - price paid, resources consumed, cost allocated, value delivered - and the gap between the last two is why nobody is measuring.</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02:30 to 05:15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 Loss leader in a bundle · Predation · It is genuinely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price cannot tell you which. What happens next can.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buy the market now, raise later. Standard, legal, taught in every business school. Loss leader in a bundle: the cheap thing funds the expensive thing next to it, which is what a two-sided market does for a living. Predation: below cost specifically to remove rivals. In US law that is not a vibe, it is a test. Brooke Group, 1993: you need below-cost pricing and a dangerous probability of recoupment. And the fourth explanation, the one that keeps me honest: it is genuinely cheap, and getting cheaper, because the engineering is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useful part. You cannot distinguish these from the price. You can distinguish them from what happens next. Penetration predicts prices rise at renewal, after switching gets hard. Predation predicts a rival disappears and then prices rise. Genuine efficiency predicts prices keep falling without anyone tightening the terms. So watch renewal terms, watch rate limits, watch what happens to the free tier, and stop trying to read a margin off a token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those commitments are credible commitments in Schelling's sense, moves in a war of attrition. Note who is not a player. Somebody is buying your free tier, and it is not you. You are not a combatant, you are the terrain. And the terrain keeps its asphalt: repealing a parking minimum does not remove a lot, which is path dependence.</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05:15 to 07:15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your per-token price fell off a cliff and your bill went up, because spend is price times jobs times calls times tokens and cheapness moved every term on the right.</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07:15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Density: a frontier call where a lookup would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Business mix: products viable only at today's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Bundled rent: unlimited usage promised in a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format: deterministic code loses the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same chain through your stack. Density: a frontier call where a cache, a regex, or a dictionary lookup would have done, because the call looked free. Longer context, more retries, more competing branches, frontier by default. Business mix: products whose unit economics only work at promotional rates, crowding out products that would have worked at any price. Bundled rent: unlimited-usage promises to customers, baked into a contract, priced against an input you do not control. And the small format: boring deterministic code losing the design review to "just ask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call it architectural obesity. It is not that any one of those calls is wrong. Redundancy is worth paying for, big context is worth paying for, three parallel attempts are sometimes exactly right. The failure is that nobody measured what the extra call bought, because at these prices nobody had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design review where "inference is basically free" ended the discussion.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one show of hands: who has shipped a frontier call where a lookup would do? Then admit you have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lots stay built, and whoever chooses the architecture is not whoever pays the bill sixty days later.</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09:30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Cost per accepted outcome = total spend ÷ accepted jobs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75% accepted means you pay 1.33× sticker. 45% means 2.22×.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30-point acceptance drop costs exactly what doubling every token price costs.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 dollar figure, define the denominator. An accepted outcome meets a rule you wrote down. An impressive answer that a human quietly repairs afterwards is not a success, it is a success plus a hidden salary. Count inference, tools, infrastructure and recovery. A blended token rate is not a unit economics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part worth remembering. Divide by the acceptance rate and you get a multiplier on your sticker price. Seventy-five percent acceptance means you are paying one and a third times the list price for every result you keep. Forty-five percent means two point two. Run those two numbers together: dropping from seventy-five to forty-five percent acceptance costs you exactly the same as every token in your stack doubling in price overnight. One of those is on the front page. The other one is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 the division on stage. Thirty seconds: name your product's accepted outcome in one sentence. If that is hard, the economics conversation just found a product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run the sweep at one, two, five and ten times price, then multiply by your own volume before you feel anything about it.</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11:30 to 13:15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after this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so price reversibility as the option it is, and bring three prices to the design review: today, without the offer, and the most you could survive.</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13:15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Externality · Induced demand · Jevons paradox ·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Moral hazard · Credible commitment · Asset specificity ·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Build for more than one price.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electricity. Use the cheap input. It is genuinely great and I am not asking anyone to be miserable about it. Just understand what it encouraged you to build, and keep the expensive decisions reversible while you find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your eight words. Externality, because the cost moved rather than vanished. Induced demand and Jevons, because cheaper made you use more, not less. Path dependence, because the lots stay built. Moral hazard, because whoever chooses is not whoever pays. Credible commitment, because those contracts are moves in a game and not disclosures about it. Asset specificity, because your architecture is worth more here than anywhere else. And real option, because reversibility is something you buy, not something you feel.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before it changes organizations.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last line slowly, then stop talking. For questions, jump back to the sweep table if this route kept slide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Buy Me a Free Tier</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7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07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Free electricity for a year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startup gets free electricity for a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does it build? What survives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 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startup gets free electricity for a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does it build? Sit with that for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because the answer is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thing, but cheaper." It builds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company. Now: what survives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offer 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Swap electricity for inference and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whole talk. Here is my one disclaimer,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then I am done qualifying: nobody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outside a provider knows its margins, I 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going to guess at one, and every dollar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figure in my arithmetic is invented. What 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have is a hundred and fifty years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economists working on exactly this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coal, parking, highways and car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factories, and they gave it names.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what you are getting today. Eight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words. Engineers lose this argument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meetings because the best we can say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"it feels wasteful," and finance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bill looks fine." These eight words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how you say it so it lands.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07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Why would anyone sell below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Penetration pricing · Loss leader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 · Predation · It is genuinely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price cannot tell you which.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next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Penetration pricing: buy the market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raise later. Standard, legal, taught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business school. Loss leader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 the cheap thing funds the expensive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 next to it, which is what a two-sided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market does for a living. Predation: below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specifically to remove rivals. In 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law that is not a vibe, it is a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Brooke Group, 1993: you need below-cost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pricing and a dangerous probability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recoupment. And the fourth explanation,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that keeps me honest: it is genuinely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and getting cheaper,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engineering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useful part. You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these from the price. You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them from what happens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Penetration predicts prices rise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renewal, after switching gets hard.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Predation predicts a rival disappears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prices rise. Genuine efficiency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predicts prices keep falling without anyone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tightening the terms. So watch renewal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terms, watch rate limits, watch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to the free tier, and stop trying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read a margin off a token rate.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07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Jevons, coal, and the extra lane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1865: better engines burned more coal,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a lane, get traffic. Elasticity near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Spend = price × jobs × calls per job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tokens per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1865 William Stanley Jevons noticed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that annoyed everyone. Steam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engines had gotten dramatically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efficient, and Britain was burning far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coal than before, not less. Efficiency made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coal useful for more things, so people 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for more things. That is the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paradox, and it is word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transport version is word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induced demand. Add a lane to a congested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highway and you get more traffic. Duranton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Turner measured it across US cities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2011 and found the elasticity of driving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respect to lane-kilometres is roughly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Build ten percent more road, get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more driving. The congestion 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07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Now do it to software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Density: a frontier call where a lookup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Business mix: products viable only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today's 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Bundled rent: unlimited usage promised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format: deterministic code loses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Walk the same chain through your stack.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Density: a frontier call where a cache,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regex, or a dictionary lookup would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done, because the call looked free. Longer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 more retries, more competing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branches, frontier by default. Business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mix: products whose unit economics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at promotional rates, crowding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products that would have worked at 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Bundled rent: unlimited-usage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promises to customers, baked into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 priced against an input you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control. And the small format: boring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deterministic code losing the design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"just ask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call it architectural obesity. 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any one of those calls is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Redundancy is worth paying for, big context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worth paying for, three parallel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are sometimes exactly right.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is that nobody measured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extra call bought, because at these prices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had to.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07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Doubling on a Tuesday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Cost per accepted outcome = total spend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accepted jobs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75% accepted means you pay 1.33× sticker.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45% means 2.22×.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30-point acceptance drop costs exactly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doubling every token price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any dollar figure, define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 An accepted outcome meets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rule you wrote down. An impressive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 human quietly repairs afterwards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success, it is a success plus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hidden salary. Count inference,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infrastructure and recovery. A blended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token rate is not a unit economics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part worth remembering. Divide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acceptance rate and you get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multiplier on your sticker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Seventy-five percent acceptance means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paying one and a third times the list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for every result you keep. Forty-five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means two point two. Run those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numbers together: dropping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seventy-five to forty-five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costs you exactly the same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token in your stack doubling in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overnight. One of those is on the front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page. The other one is a Tuesday.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07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 are not shopping, you are contracting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Word six: asset specificity. Word seven: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investment worth a lot inside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relationship and little outside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prompts, evals, fine-tunes, and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unlimited-usage clause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the slide I would keep if you cut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other one. Oliver Williamson won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Nobel in 2009 for working out what happens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two parties make investments that only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pay off inside their relationship. 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called it asset specificity,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trouble it produces is called hold-up.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stop thinking of this as shopping,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customer holds the power because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leave. You are contracting, with a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capitalized counterparty, and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 is the collateral.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reframe is the whole talk, and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this is just a way of reducing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or pricing the exposure.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07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Cheap intelligence changes incentives first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Externality · Induced demand ·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paradox · Path dependence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Moral hazard · Credible commitment · Asset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 Real option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for more than one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electricity. Use the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 It is genuinely great and I am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asking anyone to be miserable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 understand what it encouraged you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and keep the expensive 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reversible while you find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are your eight words. Externality,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because the cost moved rather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vanished. Induced demand and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cheaper made you use more,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 Path dependence, because the lots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 built. Moral hazard, because whoever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chooses is not whoever pays. Credible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commitment, because those contracts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moves in a game and not disclosures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Asset specificity, because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 is worth more here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anywhere else. And real option,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reversibility is something you buy,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you feel.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intelligence changes incentives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it changes organizations.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Brooke Group Ltd. v. Brown &amp; Williamson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Tobacco Corp., 509 U.S. 209 (1993),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recoupment requirement in predatory-pricing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Rochet and Tirole (2003), Platform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Competition in Two-Sided Markets, Journal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 European Economic Association,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cross-subsidy between sides of a market.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Jevons (1865), The Coal Question, chapter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VII. Duranton and Turner (2011),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Fundamental Law of Road Congestion,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American Economic Review 101(6).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Cottier, Snodin, Owen, Adamczewski (Epoch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March 2025), LLM inference prices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fallen rapidly but unequally across tasks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https://epoch.ai/data-insights/llm-inference-price-trends.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for a newer edition before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9</Slides>
  <Notes>9</Notes>
</Properties>
</file>

<file path=docProps/core.xml><?xml version="1.0" encoding="utf-8"?>
<cp:coreProperties xmlns:cp="http://schemas.openxmlformats.org/package/2006/metadata/core-properties" xmlns:dc="http://purl.org/dc/elements/1.1/" xmlns:dcterms="http://purl.org/dc/terms/" xmlns:xsi="http://www.w3.org/2001/XMLSchema-instance">
  <dc:title>Buy Me a Free Tier</dc:title>
  <dc:creator>Dan Levy</dc:creator>
  <dc:description>handout edition generated from current reviewed talk materials</dc:description>
  <dcterms:created xsi:type="dcterms:W3CDTF">2026-09-08T03:01:16Z</dcterms:created>
</cp:coreProperties>
</file>