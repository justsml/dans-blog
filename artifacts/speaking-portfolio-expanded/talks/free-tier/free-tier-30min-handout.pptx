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cheap input taught your architecture to expect.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and retitled 2026-09-06 (was "Cry Me a Free Tier"). 40 minutes, 15 slides, four audience moments, no Q&amp;A. Nobody outside a provider knows its margins and this talk never estimates one; the fixture arithmetic is synthetic. Say that once, on slide 1, then argue.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scripts](script-40min.md) · [Packet](packet.md) · [Runbook section 4](../../demos/DEMO-RUNBOOK.md#4-cry-me-a-free-tier) · [Kit](../../../../public/talks/demos/index.html) · [Evidence](evidence-bank.md)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talk hands the room eight words: externality, induced demand, Jevons paradox, path dependence, moral hazard, credible commitment, asset specificity, real option. Each one is a thing engineers already feel and cannot name in a budget meeting. Slide 15 lists them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Recheck the dated announcements and the credit offer on slide 4 before every delivery. Regenerate scripts, adaptations and the browser deck with `bun artifacts/speaking-portfolio-expanded/build-talk.ts free-tier`.</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enormous compute commitments everyone quotes are credible commitments in Schelling's sense, moves in a war of attrition, not disclosures about cost. And note who is not a player in that game. Somebody is buying your free tier, and it is not you. You are not a combatant. You are the terrain.</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and the lots stay built. Repealing a parking minimum does not remove asphalt, which is path dependence; measure yours by trying to remove one model call and counting the hours.</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14:00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and give the money back to the neighborhood. Same here. The fix is not austerity or a policy forbidding the model. It is putting the number in front of the person choosing, at the moment they choose: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16:30 to 19:00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19:00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19:00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reversibility is a real option with a value and a premium, so price it against your exposure instead of arguing about it on vibes.</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Buy Me a Free Tier</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electricity for a year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What survives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Sit with that for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because the answer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thing, but cheaper." It builds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company. Now: what survives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Swap electricity for inference and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whole talk. Here is my one disclaimer,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I am done qualifying: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outside a provider knows its margins, I 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going to guess at one, and every dollar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figure in my arithmetic is invented. What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have is a hundred and fifty years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economists working on exactly this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coal, parking, highways and car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factories, and they gave it names.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what you are getting today.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Engineers lose this argument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meetings because the best we can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"it feels wasteful," and finance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bill looks fine." These eight words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how you say it so it lands.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boxes, one invoice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Price paid · Resources consumed ·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allocated · Value delivered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the last two is why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measuring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boxes. The invoice is the first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tells you what you paid and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utilization, depreciation, amortized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training, or margin. The second box is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machine actually burned. The third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how a provider chooses to allocate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internally, which you will never see.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fourth is what the customer got.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gap between what you pay and what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have been willing to pay has a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consumer surplus. Yours is enormous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That is the pleasant explanation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why nobody in your organization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 any of this. When something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dramatically cheaper than it is worth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measuring it is not worth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afternoon.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of these four does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measure, and which does it assume?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Why would anyone sell below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Penetration pricing ·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 Predation · It is genuinely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price cannot tell you which.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next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four respectable explanations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low price, and an engineer arguing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in a meeting should be able to name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pricing: buy the market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raise later. Standard, legal, taught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business school.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the cheap thing funds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 next to it, which is what a two-sided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does for a living. Predation: below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specifically to remove rivals. In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law that is not a vibe, it is a test.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1993: you need below-cost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pricing and a dangerous probability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And the fourth explanation,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that keeps me honest: it is genuinely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and getting cheaper,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useful part. You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these from the price.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them from what happens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predicts prices rise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after switching gets hard.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Predation predicts a rival disappears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prices rise. Genuine efficiency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predicts prices keep falling without anyone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tightening the terms. So watch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terms, watch rate limits, watch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free tier, and stop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read a margin off a token rate.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parking was never free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driver sees no meter, so demand looks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cost moves into rents, prices, and land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one: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Shoup spent a career on the least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glamorous subject in urban economics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right about all of it. Cities required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developers to build minimum parking.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 at the meter, so the cost went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 into rents, into retail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into land that became asphalt.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drivers saw no price, demand looked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so the minimums grew to match.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is your first word: externality.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that is real, and paid, but not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making the decision.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 It relocates, and it usually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relocates somewhere you are not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environment reorganized around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Buildings spread apart, so density fell.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Formats that need a big lot won;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storefront that could not fit one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opened. Every apartment carried a parking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paid for by tenants who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drive. Transit lost, because everything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far apart and parking was free at the 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end. Every single step was locally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1865: better engines burned more coal,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a lane, get traffic. Elasticity near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 price × jobs × calls per job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1865 William Stanley Jevons noticed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that annoyed everyone. Steam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engines had gotten dramatically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efficient, and Britain was burning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than before, not less. Efficiency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useful for more things, so people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for more things. That is the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and it is word two.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transport version is word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induced demand. Add a lane to a congested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highway and you get more traffic. Duranton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Turner measured it across US cities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2011 and found the elasticity of driving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respect to lane-kilometres is roughly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Build ten percent more road, get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more driving. The congestion 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Both things can be fine. A falling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growing bill coexist comfortably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long as customer value grows faster.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the relationship to measure, and almost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measures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Now do it to software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Density: a frontier call where a lookup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Business mix: products viable only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today's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Bundled rent: unlimited usage promised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format: deterministic code loses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Walk the same chain through your stack.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Density: a frontier call where a cache,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regex, or a dictionary lookup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done, because the call looked free. Longer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 more retries, more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branches, frontier by default. Business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mix: products whose unit economics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at promotional rates, crowding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products that would have worked 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Bundled rent: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promises to customers, baked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 priced against an input you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control. And the small format: boring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deterministic code losing the 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"just ask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call it architectural obesity.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any one of those calls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Redundancy is worth paying for, big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worth paying for, three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are sometimes exactly right.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is that nobody measured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extra call bought, because at these prices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had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Whoever chooses is not whoever pays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five: moral hazard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architecture is chosen in a design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The bill arrives 60 days later,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Shoup's fix was never a ban. It was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five, and this one is about your org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chart, not your vendor. Moral hazard: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person making a decision does not bear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 cost, they make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worse person. A different decision.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engineer picks the architecture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 on a Tuesday. Finance sees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consequence in an aggregated line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sixty days later, in a different building,</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attributed to nothing in particular.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that loop is behaving badly. The meter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invisible at the moment of choice, so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consumption is not a moral failure,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equilibrium. This is the same structure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the parking lot, running inside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notice what Shoup actually recommended,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everyone gets this wrong. He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ban parking. He said charge the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and give the money back 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neighborhood. Same here. The fix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austerity or a policy forbidding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putting the number in front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choosing, at the moment they choose: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estimated cost per accepted outcome,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doc, next to the latency budget.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Doubling on a Tuesday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Cost per accepted outcome = total spend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jobs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75% accepted means you pay 1.33× sticker.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45% means 2.22×.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30-point acceptance drop costs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doubling every token price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 dollar figure, define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An accepted outcome meets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you wrote down. An impressive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 human quietly repairs afterwards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success, it is a success plus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hidden salary. Count inference,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and recovery. A blended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rate is not a unit economics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fixture, synthetic and deliberately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a thousand attempts a month, two</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cents of inference and one cent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else per attempt, seventy-five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accepted. Thirty dollars,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fifty accepted outcomes,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cents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part worth remembering. Divide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rate and you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 on your sticker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percent acceptance means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paying one and a third times the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every result you keep. Forty-five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means two point two. Run those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numbers together: dropping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to forty-five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costs you exactly the same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token in your stack doubling in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overnight. One of those is on the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page. The other one is a Tuesday.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dial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Sensitivity, not prediction.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by your volume before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the one-times row, then the ten-times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row. Then move the acceptance rate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it beat the price change, which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thing nobody expects.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multiply by your own volume, because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table is meaningless without it.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attempts a month this entire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worth an engineer's afternoon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should go build features. At a million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 month the same four rows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hiring plan. The most expensive mistake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available in this room is not overspending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inference. It is spending three weeks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optimizing a thirty-dollar bill because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conference talk made you anxious.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TABLE</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dial</a:t>
            </a:r>
            <a:endParaRPr lang="en-US" sz="2550"/>
          </a:p>
        </p:txBody>
      </p:sp>
      <p:graphicFrame>
        <p:nvGraphicFramePr>
          <p:cNvPr id="4" name="Editable table"/>
          <p:cNvGraphicFramePr/>
          <p:nvPr/>
        </p:nvGraphicFramePr>
        <p:xfrm>
          <a:off x="457200" y="1905000"/>
          <a:ext cx="9144000" cy="2302669"/>
        </p:xfrm>
        <a:graphic>
          <a:graphicData uri="http://schemas.openxmlformats.org/drawingml/2006/main/table">
            <a:tbl>
              <a:tblPr firstRow="1" bandRow="0"/>
              <a:tblGrid>
                <a:gridCol w="3048000"/>
                <a:gridCol w="3048000"/>
                <a:gridCol w="3048000"/>
              </a:tblGrid>
              <a:tr h="460534">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Inference price</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Monthly cost</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Cost / accepted outcome</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$30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$0.040</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$0.067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5×</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$0.147</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$210</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$0.280</a:t>
                      </a:r>
                      <a:endParaRPr lang="en-US" sz="15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six: asset specificity. Word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investment worth a lot inside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and little outside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prompts, evals, fine-tunes,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unlimited-usage clause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the slide I would keep if you 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other one. Oliver Williamson won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Nobel in 2009 for working out what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two parties make investments that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off inside their relationship. 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asset specificity,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trouble it produces is called 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inventory your specific assets. Prompts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tuned against one model's quirks. An eval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suite that only means anything against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provider's outputs. A fine-tune. A latency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that assumes one serving stack.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sharpest one, an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 you made to your customers, priced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an input you do not control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cannot cap. Every one of those is worth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inside the relationship than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stop thinking of this as shopping,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 holds the power because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leave. You are contracting, with a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capitalized counterparty,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the collateral.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reframe is the whole talk, and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this is just a way of reducing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or pricing the exposure.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Three prices for the next design review</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we pay today · What we pay without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 What we can survive paying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gross usage separately from credits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an acceptance suite · Rehearse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 Price the portability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numbers, and if you take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take these. The effective rate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today. The gross rate with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promotional treatment, which is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if the offer ends. And the highest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rate at which this product still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sense, which is the number nobody has 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calculated and everybody should. Sweep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downward too, so you can cancel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optimization project when efficiency makes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pointless.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actions, and each one is one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Record gross consumption 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credits, so price and subsidy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being the same number on your dashboard.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a small representative acceptance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suite, because that is the strike test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option. Rehearse one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replacement before you need it, latency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included, because that is how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reduce asset specificity from a slide into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fact. And put the estimated cost 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outcome in the design doc next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latency budget, because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meter, and the meter is the fix for moral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hazard.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Cheap intelligence changes incentives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Externality · Induced demand ·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Moral hazard · Credible commitment · Asset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for more than one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electricity. Use the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It is genuinely great and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asking anyone to be miserable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 understand what it encouraged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and keep the expensive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while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your eight words. Externality,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the cost moved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vanished. Induced demand and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cheaper made you use more,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Path dependence, because the lots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 built. Moral hazard, because whoever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chooses is not whoever pays. Credible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commitment, because those contracts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moves in a game and not disclosures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Asset specificity, because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worth more here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anywhere else. And real option,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reversibility is something you buy,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intelligence changes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changes organizations.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Ltd. v. Brown &amp; Williamson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Tobacco Corp., 509 U.S. 209 (1993),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requirement in predatory-pricing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Rochet and Tirole (2003),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Competition in Two-Sided Markets, Journal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 European Economic Association,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cross-subsidy between sides of a market.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 (2005, updated 2011), The High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Free Parking, American Planning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Association. Also Shoup (2011),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parking or free markets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https://www.accessmagazine.org/spring-2011/free-parking-free-markets/,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Magazine.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Jevons (1865), The Coal Question, chapter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VII. Duranton and Turner (2011),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Fundamental Law of Road Congestion,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American Economic Review 101(6).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Cottier, Snodin, Owen, Adamczewski (Epoch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March 2025), LLM inference prices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fallen rapidly but unequally across tasks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https://epoch.ai/data-insights/llm-inference-price-trends.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for a newer edition before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Holmstrom (1979), Moral Hazard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Observability, Bell Journal of Economics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10(1), 74 to 91. Nobel 2016.</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handout edition generated from current reviewed talk materials</dc:description>
  <dcterms:created xsi:type="dcterms:W3CDTF">2026-09-08T03:01:16Z</dcterms:created>
</cp:coreProperties>
</file>