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02:00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enormous compute commitments everyone quotes are credible commitments in Schelling's sense, moves in a war of attrition, not disclosures about cost. And note who is not a player in that game. Somebody is buying your free tier, and it is not you. You are not a combatant. You are the terrain.</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07:00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11:30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and the lots stay built. Repealing a parking minimum does not remove asphalt, which is path dependence; measure yours by trying to remove one model call and counting the hours.</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14:00 to 16:30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and give the money back to the neighborhood. Same here. The fix is not austerity or a policy forbidding the model. It is putting the number in front of the person choosing, at the moment they choose: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16:30 to 19:00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19:00 to 22:00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reversibility is a real option with a value and a premium, so price it against your exposure instead of arguing about it on vibes.</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Buy Me a Free Tier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electricity for a year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startup gets free electricity for a year.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does it build? What survives when the offer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ends?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boxes, one invoice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Price paid · Resources consumed · Cost allocated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Value delivered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gap between the last two is why nobody 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measuring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Why would anyone sell below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Penetration pricing · Loss leader in a bundle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Predation · It is genuinely cheap</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price cannot tell you which. What happens next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parking was never free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driver sees no meter, so demand looks infinite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cost moves into rents, prices, and land</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one: externality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Jevons, coal, and the extra lane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1865: better engines burned more coal, not less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Add a lane, get traffic. Elasticity near one.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Spend = price × jobs × calls per job × tokens per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call</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Now do it to software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Density: a frontier call where a lookup would do</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Business mix: products viable only at today's rate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Bundled rent: unlimited usage promised in a contract</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format: deterministic code loses the design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review</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Whoever chooses is not whoever pays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five: moral hazard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architecture is chosen in a design review.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bill arrives 60 days later, somewhere else.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Shoup's fix was never a ban. It was a meter.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Doubling on a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per accepted outcome = total spend ÷ accepted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jobs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75% accepted means you pay 1.33× sticker. 45% means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2.22×.</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30-point acceptance drop costs exactly what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doubling every token price costs.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Turn the dial</a:t>
            </a:r>
            <a:endParaRPr lang="en-US" sz="3900"/>
          </a:p>
        </p:txBody>
      </p:sp>
      <p:graphicFrame>
        <p:nvGraphicFramePr>
          <p:cNvPr id="4" name="Editable table"/>
          <p:cNvGraphicFramePr/>
          <p:nvPr/>
        </p:nvGraphicFramePr>
        <p:xfrm>
          <a:off x="685800" y="2752725"/>
          <a:ext cx="12344400" cy="2817019"/>
        </p:xfrm>
        <a:graphic>
          <a:graphicData uri="http://schemas.openxmlformats.org/drawingml/2006/main/table">
            <a:tbl>
              <a:tblPr firstRow="1" bandRow="0"/>
              <a:tblGrid>
                <a:gridCol w="4114800"/>
                <a:gridCol w="4114800"/>
                <a:gridCol w="4114800"/>
              </a:tblGrid>
              <a:tr h="563404">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Inference price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Monthly cost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Cost / accepted outcome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$30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$0.040</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$0.067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$0.147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$0.280</a:t>
                      </a:r>
                      <a:endParaRPr lang="en-US" sz="2175"/>
                    </a:p>
                  </a:txBody>
                  <a:tcPr marL="95250" marR="95250" marT="95250" marB="95250">
                    <a:lnB w="6350">
                      <a:solidFill>
                        <a:srgbClr val="CBD2CF"/>
                      </a:solidFill>
                    </a:lnB>
                    <a:noFill/>
                  </a:tcPr>
                </a:tc>
              </a:tr>
            </a:tbl>
          </a:graphicData>
        </a:graphic>
      </p:graphicFrame>
      <p:sp>
        <p:nvSpPr>
          <p:cNvPr id="5" name="Text 5"/>
          <p:cNvSpPr txBox="1"/>
          <p:nvPr/>
        </p:nvSpPr>
        <p:spPr>
          <a:xfrm>
            <a:off x="685800" y="5769769"/>
            <a:ext cx="12344400" cy="1524000"/>
          </a:xfrm>
          <a:prstGeom prst="rect">
            <a:avLst/>
          </a:prstGeom>
          <a:noFill/>
          <a:ln>
            <a:noFill/>
          </a:ln>
        </p:spPr>
        <p:txBody>
          <a:bodyPr wrap="none" lIns="0" tIns="0" rIns="0" bIns="0" anchor="t">
            <a:noAutofit/>
          </a:bodyPr>
          <a:lstStyle/>
          <a:p>
            <a:pPr marL="0" indent="0">
              <a:lnSpc>
                <a:spcPts val="2700"/>
              </a:lnSpc>
              <a:spcAft>
                <a:spcPts val="0"/>
              </a:spcAft>
              <a:buNone/>
            </a:pPr>
            <a:r>
              <a:rPr lang="en-US" sz="2025" b="0">
                <a:solidFill>
                  <a:srgbClr val="EFB45F"/>
                </a:solidFill>
                <a:latin typeface="Arial"/>
                <a:ea typeface="Arial"/>
                <a:cs typeface="Arial"/>
              </a:rPr>
              <a:t xml:space="preserve">Sensitivity, not prediction.</a:t>
            </a:r>
            <a:endParaRPr lang="en-US" sz="2025"/>
          </a:p>
          <a:p>
            <a:pPr marL="0" indent="0">
              <a:lnSpc>
                <a:spcPts val="2700"/>
              </a:lnSpc>
              <a:spcAft>
                <a:spcPts val="0"/>
              </a:spcAft>
              <a:buNone/>
            </a:pPr>
            <a:r>
              <a:rPr lang="en-US" sz="2025" b="0">
                <a:solidFill>
                  <a:srgbClr val="EFB45F"/>
                </a:solidFill>
                <a:latin typeface="Arial"/>
                <a:ea typeface="Arial"/>
                <a:cs typeface="Arial"/>
              </a:rPr>
              <a:t xml:space="preserve">Multiply by your volume before you feel anything about it.</a:t>
            </a:r>
            <a:endParaRPr lang="en-US" sz="2025"/>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are not shopping, you are contracting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six: asset specificity. Word seven: hold-up.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An investment worth a lot inside this relationship</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little outside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 prompts, evals, fine-tunes, and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unlimited-usage clause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prices for the next design review</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we pay today · What we pay without the offer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we can survive paying</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gross usage separately from credits</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an acceptance suite · Rehearse one replacement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Price the portability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Cheap intelligence changes incentives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Externality · Induced demand · Jevons paradox · Path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dependence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Moral hazard · Credible commitment · Asset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specificity · Real option</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Build for more than one price.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screen edition generated from current reviewed talk materials</dc:description>
  <dcterms:created xsi:type="dcterms:W3CDTF">2026-09-08T03:01:16Z</dcterms:created>
</cp:coreProperties>
</file>