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04:15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Mostly supported, with a documented minority that was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with a documented minority that did not. Read the split off their table before you quote a percentage at anyone.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04:15 to 06:30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06:30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11:30 to 12:45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12:45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warehouse queries and marketing drafts feed the same queue. They share provenance and owners, and none of them needs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22:30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24:30 to 26:30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the quantity two-to-the-n-minus-one plus n-minus-one. For six that is six times the quantity thirty-two plus five, which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tokens stop being a build cost and become a running cost. A shipped product with no new features still burns tokens to stay current and to defend itself, and somebody owns that meter.](../../reveal-talks/assets/product-engineering/fuel.svg)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 to stay current with its dependencies, to re-derive the integration a vendor renamed last night, to keep its own documentation true. It stops being a build cost and becomes fuel, metered like electricity, which is to say you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slide 12's question: an agent whose account you revoked while its credential is still live is the boring version,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them is a fuel line. The ongoing burn belongs in the design doc beside the latency budget, and somebody owns that meter. Not the person who wrote the prompt. Buy Me a Free Tier owns the arithmetic; this org chart owns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a grid of chosen apps gives way to one generated surface, adapting per person, with a revived terminal beside it. Who owns that channel is still open, and non-frontier builders can rethink any app as AI-native.](../../reveal-talks/assets/product-engineering/channel.svg)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this room has and the world does not. We are early adopters, delighted to regenerate a tool rather than maintain it. Normal people are not turned on by vibe coding their own recipe tracker, never mind a Slack replacement. What they will accept is an interface generated for them, adapting in real time, that they never had to choose off a shelf.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be arguing about. Should OpenAI and Anthropic end up owning every software channel? Watch what happens when the assistants ship real-time collaboration: who spends less time in email, Slack and Docs then? I can already edit images and video in ways that make me less likely to open Photoshop or DaVinci, and if I need a jingle I ask Suno and it is done. So is everything you spent a lifetime mastering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It needs the exposure count, the intended outcome, the unwanted outcomes, and the owner who will act, and it goes where the team already looks. Remembering to check a dashboard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Mirroring is measured. It is not destiny.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142 studies reviewed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Mostly supported, with a documented minority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was not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17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Gap analysis, past engineering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Walk the build. Attach screenshots and reasons.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candidate should be cheap to reject.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17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17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How many agents can one person 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6 × (32 + 5) = 222 possible relationships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Ownership costs attention. Budget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Software Runs on Petrol Now</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da77ca1e4e5418bd2fa4cf46388998c2f435dc1571b24610451ddae64742a217" descr="Prediction: tokens stop being a build cost and become a running cost. A shipped product with no new features still burns tokens to stay current and to defend itself, and somebody owns that met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16 / 17    SOURCE SLIDE 16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Every experiment reports its hypothesis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If we do X, we expect Y to move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Report success, failure, and surprise where the team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looks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17 / 17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2026-09-07T02:31:12Z</dcterms:created>
</cp:coreProperties>
</file>