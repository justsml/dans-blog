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17 slides. Timings include the exercises and delivery pauses, without Q&amp;A. Sources checked 6 September 2026. Story prompts belong in speaker notes and require Dan’s own records before delivery. Slides 14 and 15 are labelled predictions, once, on slide 14; everything before them is the operating model as it stands.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Colfer and Baldwin found mirroring prevalent, with documented ways to break it; prevalence is not destiny.</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30 seconds: where is your team on the spectrum, and what is its heaviest handoff? Keep the answers for the close.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estimated a ticket last week, take the show of hands, and say the count without inventing a denominator. Confirm the first-person observation with Dan before delivery; if it no longer holds, open with the question instead.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build-walking agent adds screenshots and reasons to the same evidence queue.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12:30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the recipients. Narrow feedback tells us what to try next; it does not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14:30 to 16:30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16:30 to 20:30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and a half minutes in the 40/30 routes, 3:30 in the 15. Begin with only this slide, never the answer-labelled kit. After the vote open the kit and map B to Pressure copy, C to Clearer first step. Follow 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20:30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Graicunas counted 222 possible relationships at six reports, which is a warning about interfaces rather than a staffing ratio, and Bainbridge asks who still gets recovery practice. That leaves two predictions to close on, and I will label them as predictions once, because I have measured neither. The first is an ownership line for the years ahead: tokens stop being a build cost and become fuel, defensive agents run forever, and somebody owns that meter.</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23:00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be arguing about. Should OpenAI and Anthropic end up owning every software channel? Watch what happens when the assistants ship real-time collaboration: who spends less time in email, Slack and Docs then? I can already edit images and video in ways that make me less likely to open Photoshop or DaVinci, and if I need a jingle I ask Suno and it is done. So is everything you spent a lifetime mastering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image creation belongs to the big players, and the same holds in whichever industry you work in. Those of us who do not work at a frontier lab — the organic agents in the room —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23:00 to 27:00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raises the question this room should be arguing about. Should OpenAI and Anthropic end up owning every software channel? Watch what happens when the assistants ship real-time collaboration: who spends less time in email, Slack and Docs then? I can already edit images and video in ways that make me less likely to open Photoshop or DaVinci, and if I need a jingle I ask Suno and it is done. So is everything you spent a lifetime mastering about to be irrelevant? Yes. At least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image creation belongs to the big players, and the same holds in whichever industry you work in. Those of us who do not work at a frontier lab — the organic agents in the room —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17. 27:00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and price the fuel. Six agents do not become free because one person has their names in a config file, and neither does the burn that keeps them running.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12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12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12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Apply that question inside a product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weekly brief may have existed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collecting it took somebody two days.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triage meeting may have existed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linking a complaint to a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required three people and a spreadsheet.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costs change, the old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deserves another look.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12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spectrum, and the two ways to lose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Committee at one end. Five people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one end, thousands of employees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millions of customers. Change procedures,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risk analysis, a prioritization rubric.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other, five people around a laptop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all hear the person making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team can acquire research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capacity it could never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staff. The large team can shorten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Both can also generate proposals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than anyone understands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and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taste. Trade judgment for AI vibes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suffering arrives later than the speed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That delay is what makes the trade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good.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12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Team Topologies distinguishes collaboration,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consumption, and facilitation. Use collaboration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while discovering the interface. Make the repeated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delivery a service once the contract is understood.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facilitation temporary. An agent roster without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these wires is a seating plan.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12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Two directions of attention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Research looks out. Feedback looks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meeting where the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research agent watches competitors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talking about your product.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agent ingests support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interviews, reviews, and in-app complaints.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preserve the evidence behind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Now make them disagree. Research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onboarding lacks a feature. Feedback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users cannot find the feature we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A clustering agent might merge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"onboarding problems" and confidently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bury the distinction.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the review where somebody opens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source material and argues about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belongs at the top. It is the integrating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interface in this system. Taste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exercised in public there.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12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Effort left the rubric. Argue with me.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observation, not your sprint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estimated a ticket last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not heard an engineering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discuss level of effort on a ticket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months. That is the observation in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notes. Let us test how badly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travels.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still have to choose what to ship. 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the first implementation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rollout, review, customer support,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have costs. Put those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for the idea. Do not replace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points with a model's confidence and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prioritization.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12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Targeted beta enrollment, and the deluge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Keep the customers behind the cluster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Invite an opt-in cohort. Keep the exit.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idea came from a cluster of customers.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Preserve that provenance. Find people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task, then ask whether they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the change. Similar company size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necessarily a similar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invitation explains what changes,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a beta, and how to turn it off.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person approves the message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recipients. Narrow feedback tells us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try next; it does not establish a causal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Prepare the intake before inviting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customers answer and nobody follows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have taught your best customers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responding is a one-time event.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loop needs an owner even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summarizer runs itself.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12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interesting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winning candidate did to earn the number.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metric tells you that something moved.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tell you whether you wanted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12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12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and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that permission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mentioning it in a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Yes, the software you mastered is going away. As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prediction, and this one is less comfortable.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AI does not magically make software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Well-understood software still gets harder to operate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as the world moves under it: you outgrow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performance envelope, you accumulate features,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deprecates your dependency. Generation makes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first version cheap. It does not make the tenth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year cheap.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Which raises the question this room should be arguing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about. Should OpenAI and Anthropic end up owning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software channel? Watch what happens when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assistants ship real-time collaboration: who spends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less time in email, Slack and Docs then? I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already edit images and video in ways that make 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less likely to open Photoshop or DaVinci, and if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jingle I ask Suno and it is done. So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everything you spent a lifetime mastering about to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irrelevant? Yes. At least as you know it.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12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replaces it looks less like a grid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apps and more like Minority Report,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surprise revival of the terminal.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Matrix ending when you think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Thanks, AI. Skynet is not so bad if I 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keep my CLIs.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part I want you to leave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future is not spoken for. GPT image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pretty good does not mean image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creation belongs to the big players,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holds in whichever industry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in. Those of us who do not work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frontier lab — the organic agents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room — get to rethink any and every app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AI-native system, from the boundary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this whole talk one level higher: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photocopy today's product categories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onto tomorrow's substrate either.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12    SOURCE SLIDE 17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org chart. Some of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exist because the work really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Some exist because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spreadsheet sat in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department. We should know which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teaching agents to repeat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the handoff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expose. Keep the product review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conflicts, and give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decision a durable artifact so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 ownership, and price the fuel.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 agents do not become free because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has their names in a config file,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neither does the burn that keeps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running. Put permission before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do the larger version of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 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so is the product category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working inside. You are allowed to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ones, and the channel is not spoken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yet. Break the mirror on purpose. Automate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things. Keep the 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2026-09-08T03:01:16Z</dcterms:created>
</cp:coreProperties>
</file>