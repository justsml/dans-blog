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17 slides. Timings include the exercises and delivery pauses, without Q&amp;A. Sources checked 6 September 2026. Story prompts belong in speaker notes and require Dan’s own records before delivery. Slides 14 and 15 are labelled predictions, once, on slide 14; everything before them is the operating model as it stands.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Colfer and Baldwin found mirroring prevalent, with documented ways to break it; prevalence is not destiny.</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02:00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04:30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Committee at one end. Five people at the other.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suffering arrives later than the speed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one end, thousands of employees and millions of customers. Change procedures, risk analysis, a prioritization rubric. At the other, five people around a laptop who can all hear the person making the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small team can acquire research and feedback capacity it could never afford to staff. The large team can shorten a handoff. Both can also generate proposals faster than anyone understands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and keep the taste. Trade judgment for AI vibes and the suffering arrives later than the speed does. That delay is what makes the trade look good.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30 seconds: where is your team on the spectrum, and what is its heaviest handoff? Keep the answers for the close.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06:30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09:00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looks out. Feedback looks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meeting where the evidence disagrees.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research agent watches competitors and people talking about your product. The feedback agent ingests support tickets, interviews, reviews, and in-app complaints. Both preserve the evidence behind their summaries.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them disagree. Research says onboarding lacks a feature. Feedback says users cannot find the feature we already have. A clustering agent might merge those into "onboarding problems" and confidently bury the distinction.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review where somebody opens the source material and argues about what belongs at the top. It is the integrating interface in this system. Taste gets exercised in public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feedback cluster that merged different complaints and changed the wrong priority. Bring one original complaint that the summary obscured.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11:00 to 12:30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observation, not your sprint report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estimated a ticket last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not heard an engineering team discuss level of effort on a ticket in months. That is the observation in my working notes. Let us test how badly it travels.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have to choose what to ship. Even when the first implementation is cheap, rollout, review, customer support, and maintenance have costs. Put those beside evidence for the idea. Do not replace story points with a model's confidence and call that prioritization.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estimated a ticket last week, take the show of hands, and say the count without inventing a denominator. Confirm the first-person observation with Dan before delivery; if it no longer holds, open with the question instead.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build-walking agent adds screenshots and reasons to the same evidence queue.</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12:30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customers behind the cluster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Invite an opt-in cohort. Keep the exit.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idea came from a cluster of customers. Preserve that provenance. Find people with the same task, then ask whether they want to try the change. Similar company size is not necessarily a similar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invitation explains what changes, that it is a beta, and how to turn it off. A person approves the message and the recipients. Narrow feedback tells us what to try next; it does not establish a causal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Prepare the intake before inviting people. If customers answer and nobody follows up, you have taught your best customers that responding is a one-time event. The feedback loop needs an owner even when the summarizer runs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beta invitation that selected users on the wrong axis, or feedback that arrived faster than the team could act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14:30 to 16:30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16:30 to 20:30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and a half minutes in the 40/30 routes, 3:30 in the 15. Begin with only this slide, never the answer-labelled kit. After the vote open the kit and map B to Pressure copy, C to Clearer first step. Follow economics-product/demo.md.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20:30 to 23:00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and the system enforces that permission rather than mentioning it in a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Graicunas counted 222 possible relationships at six reports, which is a warning about interfaces rather than a staffing ratio, and Bainbridge asks who still gets recovery practice. That leaves two predictions to close on, and I will label them as predictions once, because I have measured neither. The first is an ownership line for the years ahead: tokens stop being a build cost and become fuel, defensive agents run forever, and somebody owns that meter.</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23:00 to 27:00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be arguing about. Should OpenAI and Anthropic end up owning every software channel? Watch what happens when the assistants ship real-time collaboration: who spends less time in email, Slack and Docs then? I can already edit images and video in ways that make me less likely to open Photoshop or DaVinci, and if I need a jingle I ask Suno and it is done. So is everything you spent a lifetime mastering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23:00 to 27:00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be arguing about. Should OpenAI and Anthropic end up owning every software channel? Watch what happens when the assistants ship real-time collaboration: who spends less time in email, Slack and Docs then? I can already edit images and video in ways that make me less likely to open Photoshop or DaVinci, and if I need a jingle I ask Suno and it is done. So is everything you spent a lifetime mastering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image creation belongs to the big players, and the same holds in whichever industry you work in. Those of us who do not work at a frontier lab — the organic agents in the room —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17. 27:00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the handoff used to expose. Keep the product review where the evidence conflicts, and give the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and price the fuel. Six agents do not become free because one person has their names in a config file, and neither does the burn that keeps them running.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then do the larger version of the same move. The org chart is a record of earlier tradeoffs; so is the product category you are working inside. You are allowed to make new ones, and the channel is not spoken for yet. Break the mirror on purpose.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 Id="rIdImage1" Type="http://schemas.openxmlformats.org/officeDocument/2006/relationships/image" Target="../media/slide12-1.png"/><Relationship Id="rIdSvg1" Type="http://schemas.openxmlformats.org/officeDocument/2006/relationships/image" Target="../media/slide12-1.svg"/></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The Future of Product Engineering: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Break the Mirror on Purpose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architecture you could read off the org chart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Conway, 1968: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those boundaries still earns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Conway said organizations designing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constrained to produce designs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copies of the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these organizations." Constrained.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structures. The wires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than the boxes.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proposed operating model.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demo uses synthetic numbers to execute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policy, not measure customer benefit.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 is that cheaper coordination makes some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our current boundaries obsolete.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find those boundaries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photocopy them onto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the handoffs in a product you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writes a brief. Product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into tickets. Engineering translates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tickets into software. Support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software back into complaints.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translations carry judgment, and which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carry the same sentence into another tool?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org chart is a fossil of coordination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Coase, 1937: coordination has a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Reprice the handoff before copying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Coase asked why firms exist when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contract through the market.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market costs something; coordinating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inside the firm costs something too.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boundary depends on that 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Apply that question inside a product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weekly brief may have existed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collecting it took somebody two days.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triage meeting may have existed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because linking a complaint to a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required three people and a spreadsheet.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costs change, the old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deserves another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inversion. Do not start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agent per box on the current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the outcome and price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handoffs again. Agents do not delete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coordination cost. They move some of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verification, permissions,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Count those before declaring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meeting extinct.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spectrum, and the two ways to lose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Committee at one end. Five people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suffering arrives later than the speed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one end, thousands of employees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millions of customers. Change procedures,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risk analysis, a prioritization rubric.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other, five people around a laptop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all hear the person making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small team can acquire research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capacity it could never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staff. The large team can shorten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 Both can also generate proposals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faster than anyone understands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and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taste. Trade judgment for AI vibes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suffering arrives later than the speed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That delay is what makes the trade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good.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Draw the wires between agents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inverse Conway manoeuvre is the name people use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changing the organization to encourage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architecture they want. Here that means designing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communication between agents and people, not putting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robot beside every job title.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Research delivers a brief with source URLs and dates.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Feedback delivers clusters with the original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complaints attached. The product review resolves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disagreement between them and writes the accepted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A build agent consumes that artifact.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 not poll six chat histories and guess which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 won.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Team Topologies distinguishes collaboration,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consumption, and facilitation. Use collaboration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while discovering the interface. Make the repeated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delivery a service once the contract is understood.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facilitation temporary. An agent roster without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these wires is a seating plan.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Two directions of attention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Research looks out. Feedback looks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the meeting where the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research agent watches competitors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talking about your product.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agent ingests support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interviews, reviews, and in-app complaints.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preserve the evidence behind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summaries.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Now make them disagree. Research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onboarding lacks a feature. Feedback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users cannot find the feature we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A clustering agent might merge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"onboarding problems" and confidently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bury the distinction.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the review where somebody opens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 material and argues about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belongs at the top. It is the integrating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interface in this system. Taste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exercised in public there.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Effort left the rubric. Argue with me.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observation, not your sprint report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estimated a ticket last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have not heard an engineering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discuss level of effort on a ticket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months. That is the observation in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notes. Let us test how badly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travels.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still have to choose what to ship. 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first implementation is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rollout, review, customer support,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have costs. Put those beside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for the idea. Do not replace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points with a model's confidence and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prioritization.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Targeted beta enrollment, and the deluge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Keep the customers behind the cluster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Invite an opt-in cohort. Keep the exit.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idea came from a cluster of customers.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that provenance. Find people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task, then ask whether they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try the change. Similar company size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necessarily a similar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invitation explains what changes,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a beta, and how to turn it off.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person approves the message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recipients. Narrow feedback tells us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try next; it does not establish a causal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Prepare the intake before inviting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customers answer and nobody follows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taught your best customers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responding is a one-time event.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loop needs an owner even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summarizer runs itself.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Campbell's law arrives on schedule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Activation is the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behavior did we just pay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system a target and it will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ways to improve it. So will a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Campbell described the pressure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 puts on quantitative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activity they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supposed to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target is onboarding activation.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next screen has three candidates.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anything else, choose the one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investigate. Do not reverse-engineer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answer from the names; they are A,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interesting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winning candidate did to earn the number.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metric tells you that something moved.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not tell you whether you wanted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run it before you know the rule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40%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48%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45%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candidate gets your attention? B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largest activation number. Now open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 of its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contacts rose to nine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 five-percent ceiling. The copy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invents urgency. Raise the support ceiling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ten and it still fails the urgency rule.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metric win cannot buy off a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has forty-five percent activation,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support, and no fabricated urgency.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eligible for human review.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shipped. These point estimates have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sample size or uncertainty behind them;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scope statement matters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rule you wish you had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vote. Compare it with the policy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saved before opening the scorecard. The gap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what this exercise was for.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Where guards go, including the two we forgot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Wider rollout · expensive runs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messaging · customer data 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demo gave us a reason for the guard.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it where the consequence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 action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a cohort spends more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An expensive run spends money.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Creating infrastructure adds ongoing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obligations; tearing it down may remove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somebody's recovery path. Name the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owner, and the evidence needed at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the two missing from the old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Sending a message to a real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their records. Those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for another person,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API call costs a fraction of a cent.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approves them, and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enforces that permission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mentioning it in a prompt.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Minority Report, With Terminals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1622316a6930645ce2701de05e30b019086ac9401bd06917acb71f400ca25e3" descr="Prediction: a grid of chosen apps gives way to one generated surface, adapting per person, with a revived terminal beside it. Who owns that channel is still open, and non-frontier builders can rethink any app as AI-nativ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Yes, the software you mastered is going away. As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prediction, and this one is less comfortable.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AI does not magically make software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Well-understood software still gets harder to operate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as the world moves under it: you outgrow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performance envelope, you accumulate features,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deprecates your dependency. Generation makes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first version cheap. It does not make the tenth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year cheap.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Which raises the question this room should be arguing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about. Should OpenAI and Anthropic end up owning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software channel? Watch what happens when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assistants ship real-time collaboration: who spends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less time in email, Slack and Docs then? I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already edit images and video in ways that make 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less likely to open Photoshop or DaVinci, and if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 a jingle I ask Suno and it is done. So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everything you spent a lifetime mastering about to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irrelevant? Yes. At least as you know it.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Minority Report, With Terminals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replaces it looks less like a grid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apps and more like Minority Report,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surprise revival of the terminal. Which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Matrix ending when you think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Thanks, AI. Skynet is not so bad if I 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keep my CLIs.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part I want you to leave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future is not spoken for. GPT image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pretty good does not mean image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creation belongs to the big players,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holds in whichever industry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in. Those of us who do not work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frontier lab — the organic agents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room — get to rethink any and every app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AI-native system, from the boundary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this whole talk one level higher: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photocopy today's product categories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onto tomorrow's substrate either.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Break the mirror on purpose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Reprice the handoffs. Draw the interfaces.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Keep the taste.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org chart. Some of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exist because the work really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Some exist because the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spreadsheet sat in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department. We should know which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teaching agents to repeat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one boundary. What arrives,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who decides, and what did it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last week? Make collection cheaper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erasing the disagreement the handoff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expose. Keep the product review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conflicts, and give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decision a durable artifact so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does not have to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 ownership, and price the fuel.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 agents do not become free because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has their names in a config file,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neither does the burn that keeps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running. Put permission before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do the larger version of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 The org chart is a record of earlier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tradeoffs; so is the product category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working inside. You are allowed to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ones, and the channel is not spoken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yet. Break the mirror on purpose. Automate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right things. Keep the taste.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Melvin E. Conway (1968), How Do Committees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https://melconway.com/Home/pdf/committees.pdf,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Datamation, April, 28–31.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Ronald H. Coase (1937), The Nature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https://onlinelibrary.wiley.com/doi/10.1111/j.1468-0335.1937.tb00002.x),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Economica 4(16, 386–405. The agent-design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is the speaker’s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Thoughtworks, Inverse Conway Maneuver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https://www.thoughtworks.com/en-br/radar/techniques/inverse-conway-maneuver),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2014/2015. Skelton and Pais,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Topologies 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modes](https://teamtopologies.com/key-concepts.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T. Campbell (1979), Assessing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impact of planned social 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and Program Planning 2(1, 67–90.</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handout edition generated from current reviewed talk materials</dc:description>
  <dcterms:created xsi:type="dcterms:W3CDTF">2026-09-07T02:31:12Z</dcterms:created>
</cp:coreProperties>
</file>