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Colfer and Baldwin found mirroring prevalent, with documented ways to break it; prevalence is not destiny.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02:00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Apply that question inside a product group. A weekly brief may have existed because collecting it took somebody two days. A separate triage meeting may have existed because linking a complaint to a trace required three people and a spreadsheet. If those costs change, the old boundary deserves another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04:30 to 06:30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Committee at one end. Five people at the other.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suffering arrives later than the speed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one end, thousands of employees and millions of customers. Change procedures, risk analysis, a prioritization rubric. At the other, five people around a laptop who can all hear the person making the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small team can acquire research and feedback capacity it could never afford to staff. The large team can shorten a handoff. Both can also generate proposals faster than anyone understands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and keep the taste. Trade judgment for AI vibes and the suffering arrives later than the speed does. That delay is what makes the trade look good.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30 seconds: where is your team on the spectrum, and what is its heaviest handoff? Keep the answers for the close.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06:30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Team Topologies distinguishes collaboration, service consumption, and facilitation. Use collaboration while discovering the interface. Make the repeated delivery a service once the contract is understood. Keep facilitation temporary. An agent roster without these wires is a seating plan.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09:00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looks out. Feedback looks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meeting where the evidence disagrees.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research agent watches competitors and people talking about your product. The feedback agent ingests support tickets, interviews, reviews, and in-app complaints. Both preserve the evidence behind their summaries.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them disagree. Research says onboarding lacks a feature. Feedback says users cannot find the feature we already have. A clustering agent might merge those into "onboarding problems" and confidently bury the distinction.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review where somebody opens the source material and argues about what belongs at the top. It is the integrating interface in this system. Taste gets exercised in public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feedback cluster that merged different complaints and changed the wrong priority. Bring one original complaint that the summary obscured.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11:00 to 12:30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observation, not your sprint report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estimated a ticket last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not heard an engineering team discuss level of effort on a ticket in months. That is the observation in my working notes. Let us test how badly it travels.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have to choose what to ship. Even when the first implementation is cheap, rollout, review, customer support, and maintenance have costs. Put those beside evidence for the idea. Do not replace story points with a model's confidence and call that prioritization.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estimated a ticket last week, take the show of hands, and say the count without inventing a denominator. Confirm the first-person observation with Dan before delivery; if it no longer holds, open with the question instead.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build-walking agent adds screenshots and reasons to the same evidence queue.</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12:30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customers behind the cluster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Invite an opt-in cohort. Keep the exit.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idea came from a cluster of customers. Preserve that provenance. Find people with the same task, then ask whether they want to try the change. Similar company size is not necessarily a similar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invitation explains what changes, that it is a beta, and how to turn it off. A person approves the message and the recipients. Narrow feedback tells us what to try next; it does not establish a causal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Prepare the intake before inviting people. If customers answer and nobody follows up, you have taught your best customers that responding is a one-time event. The feedback loop needs an owner even when the summarizer runs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beta invitation that selected users on the wrong axis, or feedback that arrived faster than the team could act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14:30 to 16:30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interesting question is what the winning candidate did to earn the number. A metric tells you that something moved. It does not tell you whether you wanted the movement.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16:30 to 20:30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and a half minutes in the 40/30 routes, 3:30 in the 15. Begin with only this slide, never the answer-labelled kit. After the vote open the kit and map B to Pressure copy, C to Clearer first step. Follow 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20:30 to 23:00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and the system enforces that permission rather than mentioning it in a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Graicunas counted 222 possible relationships at six reports, which is a warning about interfaces rather than a staffing ratio, and Bainbridge asks who still gets recovery practice. That leaves two predictions to close on, and I will label them as predictions once, because I have measured neither. The first is an ownership line for the years ahead: tokens stop being a build cost and become fuel, defensive agents run forever, and somebody owns that meter.</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23:00 to 27:00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raises the question this room should be arguing about. Should OpenAI and Anthropic end up owning every software channel? Watch what happens when the assistants ship real-time collaboration: who spends less time in email, Slack and Docs then? I can already edit images and video in ways that make me less likely to open Photoshop or DaVinci, and if I need a jingle I ask Suno and it is done. So is everything you spent a lifetime mastering about to be irrelevant? Yes. At least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image creation belongs to the big players, and the same holds in whichever industry you work in. Those of us who do not work at a frontier lab — the organic agents in the room —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17. 27:00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org chart. Some of those boundaries exist because the work really is different. Some exist because the person with the spreadsheet sat in another department. We should know which before teaching agents to repeat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the handoff used to expose. Keep the product review where the evidence conflicts, and give the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price ownership, and price the fuel. Six agents do not become free because one person has their names in a config file, and neither does the burn that keeps them running. Put permission before customer consequences.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then do the larger version of the same move. The org chart is a record of earlier tradeoffs; so is the product category you are working inside. You are allowed to make new ones, and the channel is not spoken for yet. Break the mirror on purpose.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The Future of Product Engineering: Break the Mirror on Purpose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architecture you could read off the org</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chart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Conway, 1968: communication structures constrain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designs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of those boundaries still earns its keep?</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12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org chart is a fossil of coordination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Coase, 1937: coordination has a cost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 before copying 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12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spectrum, and the two ways to lose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Committee at one end. Five people at the other.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suffering arrives later than the speed does.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12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Draw the wires between agents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12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Two directions of attention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Research looks out. Feedback looks in.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the meeting where the evidence disagrees.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12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Effort left the rubric. Argue with me.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My observation, not your sprint report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estimated a ticket last week?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12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Targeted beta enrollment, and the deluge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the customers behind the cluster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Invite an opt-in cohort. Keep the exit.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12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Campbell's law arrives on schedule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Activation is the target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behavior did we just pay for?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12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run it before you know the rule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40% activation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48% activation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45% activation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12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Where guards go, including the two we forgot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Wider rollout · expensive runs · infrastructure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changes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Customer messaging · customer data deletion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12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Minority Report, With Terminals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1622316a6930645ce2701de05e30b019086ac9401bd06917acb71f400ca25e3" descr="Prediction: a grid of chosen apps gives way to one generated surface, adapting per person, with a revived terminal beside it. Who owns that channel is still open, and non-frontier builders can rethink any app as AI-nativ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12    SOURCE SLIDE 17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Break the mirror on purpose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handoffs. Draw the interfaces.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Automate the right things. Keep the taste.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screen edition generated from current reviewed talk materials</dc:description>
  <dcterms:created xsi:type="dcterms:W3CDTF">2026-09-08T03:01:16Z</dcterms:created>
</cp:coreProperties>
</file>