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Colfer and Baldwin found mirroring prevalent, with documented ways to break it; prevalence is not destiny.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30 seconds: where is your team on the spectrum, and what is its heaviest handoff? Keep the answers for the close.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estimated a ticket last week, take the show of hands, and say the count without inventing a denominator. Confirm the first-person observation with Dan before delivery; if it no longer holds, open with the question instead.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build-walking agent adds screenshots and reasons to the same evidence queue.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12:30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the recipients. Narrow feedback tells us what to try next; it does not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14:30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16:30 to 20:30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20:30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Graicunas counted 222 possible relationships at six reports, which is a warning about interfaces rather than a staffing ratio, and Bainbridge asks who still gets recovery practice. That leaves two predictions to close on, and I will label them as predictions once, because I have measured neither. The first is an ownership line for the years ahead: tokens stop being a build cost and become fuel, defensive agents run forever, and somebody owns that meter.</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23:00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be arguing about. Should OpenAI and Anthropic end up owning every software channel? Watch what happens when the assistants ship real-time collaboration: who spends less time in email, Slack and Docs then? I can already edit images and video in ways that make me less likely to open Photoshop or DaVinci, and if I need a jingle I ask Suno and it is done. So is everything you spent a lifetime mastering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image creation belongs to the big players, and the same holds in whichever industry you work in. Those of us who do not work at a frontier lab — the organic agents in the room —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17.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and price the fuel. Six agents do not become free because one person has their names in a config file, and neither does the burn that keeps them running.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The Future of Product Engineering: Break the Mirror on Purpose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architecture you could read off the org</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chart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Conway, 1968: communication structures constrain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of those boundaries still earns its keep?</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org chart is a fossil of coordination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Coase, 1937: coordination has a cost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 before copying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spectrum, and the two ways to lose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Committee at one end. Five people at the other.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suffering arrives later than the speed does.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Draw the wires between agents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Two directions of attention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Research looks out. Feedback looks 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meeting where the evidence disagrees.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Effort left the rubric. Argue with 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My observation, not your sprint report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estimated a ticket last week?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Targeted beta enrollment, and the deluge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customers behind the cluster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Invite an opt-in cohort. Keep the exit.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Campbell's law arrives on schedule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Activation is the target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behavior did we just pay for?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run it before you know the rule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40% activation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48% activation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45% activation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guards go, including the two we forgot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Wider rollout · expensive runs · infrastructure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changes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Customer messaging · customer data deletion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Minority Report, With Terminals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1622316a6930645ce2701de05e30b019086ac9401bd06917acb71f400ca25e3" descr="Prediction: a grid of chosen apps gives way to one generated surface, adapting per person, with a revived terminal beside it. Who owns that channel is still open, and non-frontier builders can rethink any app as AI-nativ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Break the mirror on purpose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handoffs. Draw the interfaces.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Automate the right things. Keep the taste.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screen edition generated from current reviewed talk materials</dc:description>
  <dcterms:created xsi:type="dcterms:W3CDTF">2026-09-07T02:31:12Z</dcterms:created>
</cp:coreProperties>
</file>