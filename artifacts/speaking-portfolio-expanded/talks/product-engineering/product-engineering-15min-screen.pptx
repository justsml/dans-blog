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mirroring has empirical support and documented exceptions. We can choose different communication structures.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01:45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03:00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research and feedback deliver evidence to a product review; accepted hypotheses feed build and opt-in beta proposals.</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04:30 to 05:45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05:45 to 08:45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and a half minutes in the 40/30 routes, 3:30 in the 15. Begin with only this slide, never the answer-labelled kit. After the vote open the kit and map B to Pressure copy, C to Clearer first step. Follow 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08:45 to 10:45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and the system enforces that permission rather than mentioning it in a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ownership consumes attention, and it is about to consume fuel. Two predictions close this talk and I will label them as predictions once, because I have measured neither. The first: tokens stop being a build cost and become a running cost, defensive agents run forever, and the ongoing burn belongs in the design doc beside the latency budget, with an owner who is not whoever wrote the prompt.</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10:45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image creation belongs to the big players, and the same holds in whichever industry you work in. Those of us who do not work at a frontier lab — the organic agents in the room —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every experiment still reports its hypothesis, its exposure count and its owner.</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17.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the handoff used to expose. Keep the product review where the evidence conflicts, and give the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then do the larger version of the same move. The org chart is a record of earlier tradeoffs; so is the product category you are working inside. You are allowed to make new ones, and the channel is not spoken for yet. Break the mirror on purpose.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The Future of Product Engineering: Break the Mirror on Purpose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architecture you could read off the org</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chart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Conway, 1968: communication structures constrain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designs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of those boundaries still earns its keep?</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08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org chart is a fossil of coordination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Coase, 1937: coordination has a cost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 before copying 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08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Draw the wires between agents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08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Campbell's law arrives on schedule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Activation is the target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behavior did we just pay for?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08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run it before you know the rule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40% activation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48% activation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45% activation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08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Where guards go, including the two we forgot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Wider rollout · expensive runs · infrastructure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changes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Customer messaging · customer data deletion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08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Minority Report, With Terminals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1622316a6930645ce2701de05e30b019086ac9401bd06917acb71f400ca25e3" descr="Prediction: a grid of chosen apps gives way to one generated surface, adapting per person, with a revived terminal beside it. Who owns that channel is still open, and non-frontier builders can rethink any app as AI-nativ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08    SOURCE SLIDE 17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Break the mirror on purpose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handoffs. Draw the interfaces.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Automate the right things. Keep the taste.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8</Slides>
  <Notes>8</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screen edition generated from current reviewed talk materials</dc:description>
  <dcterms:created xsi:type="dcterms:W3CDTF">2026-09-08T03:01:16Z</dcterms:created>
</cp:coreProperties>
</file>