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04:30 to 05:45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05:45 to 08:45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08:45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Two predictions close this talk and I will label them as predictions once, because I have measured neither. The first: tokens stop being a build cost and become a running cost, defensive agents run forever, and the ongoing burn belongs in the design doc beside the latency budget, with an owner who is not whoever wrote the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2026-09-07T02:31:12Z</dcterms:created>
</cp:coreProperties>
</file>