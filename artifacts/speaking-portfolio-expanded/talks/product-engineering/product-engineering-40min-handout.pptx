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 id="277" r:id="rIdSlide22"/>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 Id="rIdSlide22" Type="http://schemas.openxmlformats.org/officeDocument/2006/relationships/slide" Target="slides/slide2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Slide" Type="http://schemas.openxmlformats.org/officeDocument/2006/relationships/slide" Target="../slides/slide2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17 slides. Timings include the exercises and delivery pauses, without Q&amp;A. Sources checked 6 September 2026. Story prompts belong in speaker notes and require Dan’s own records before delivery. Slides 14 and 15 are labelled predictions, once, on slide 14; everything before them is the operating model as it stands.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architecture you could read off the org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Mirroring is measured. It is not destiny.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04:15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142 studies reviewed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Mostly supported, with a documented minority that was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reviewed 142 empirical studies. The firm and industry descriptive studies mostly supported mirroring, with a documented minority that did not. Read the split off their table before you quote a percentage at anyone. The open collaborative projects looked different. Do not turn that into a claim that one third of companies broke Conway's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Their useful finding is that firms can deliberately break the mirror through modular partitions or relationships across organizational boundaries. MacCormack, Rusnak, and Baldwin also found differences in modularity across development arrangements. These are studies of association and organization, not a randomized trial of rearranging your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org chart is evidence about why the software looks like this. It is not an instruction to make the next system look identical.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org chart is a fossil of coordination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04:15 to 06:30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spectrum, and the two ways to 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06:30 to 08:00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30 seconds: where is your team on the spectrum, and what is its heaviest handoff? Keep the answers for the close.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Draw the wires between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08:00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wires between agents](../../../../public/talks/assets/product-engineering/interfaces.svg)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Two directions of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Effort left the rubric. Argue with 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11:30 to 12:45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estimated a ticket last week, take the show of hands, and say the count without inventing a denominator. Confirm the first-person observation with Dan before delivery; if it no longer holds, open with the question instead.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Gap analysis, past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12:45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Walk the build. Attach screenshots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candidate should be cheap to reject.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an agent with a browser at a build. Ask it to walk onboarding as a new user, compare the result with the sourced brief, and propose changes to the information hierarchy. Each proposal carries the screenshot, the attempted task, and the reason the current page got in the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Make one proposal wrong in review. The screenshot may show a feature hidden because the test account lacks permission. That is a setup defect, not evidence to redesign the product. The reviewer needs the account state to tell the difference.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Analytics, warehouse queries and marketing drafts feed the same queue. They share provenance and owners, and none of them needs write access to customer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Targeted beta enrollment, and the deluge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the recipients. Narrow feedback tells us what to try next; it does not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Campbell's law arrives on schedule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run it before you know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22:30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Four and a half minutes in the 40/30 routes, 3:30 in the 15. Begin with only this slide, never the answer-labelled kit. After the vote open the kit and map B to Pressure copy, C to Clearer first step. Follow 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Where guards go, including the two we forgot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22:30 to 24:30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How many agents can one person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24:30 to 26:30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 (32 + 5) = 222 possible relationships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Ownership costs attention. Budget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agents, six owners. Somehow you own four of them and are on call for all six.</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Graicunas counted possible direct, cross, and group relationships. His maximum counting formula is n times the quantity two-to-the-n-minus-one plus n-minus-one. For six that is six times the quantity thirty-two plus five, which is six times thirty-seven: 222. This is combinatorics, not a staffing limit. It does not mean your six agents generate 222 meetings.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lesson is to restrict the interfaces we actually require. Bainbridge adds the human problem: automation leaves monitoring and exceptional interventions while removing routine practice. Assign recovery drills and review time along with the agent. An owner field without capacity is a forwarding address for blame.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6 × (32 + 5) aloud. Ask who owns more automated jobs than they could inspect in one afternoon. Take 20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Software Runs on Petrol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![Prediction: tokens stop being a build cost and become a running cost. A shipped product with no new features still burns tokens to stay current and to defend itself, and somebody owns that meter.](../../../../public/talks/assets/product-engineering/fuel.svg)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Tokens stop being a build cost and become a running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Sentry bots hunting your own vulnerabilities, 24/7, forever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 careful firing the security bots. They know who you 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predictions to close on, and I will label them as predictions once: this is where I think the operating model goes, not something I have measured. Here is the first. Today you buy tokens to build software. Before long most software will need a steady stream of them just to keep running — to stay current with its dependencies, to re-derive the integration a vendor renamed last night, to keep its own documentation true. It stops being a build cost and becomes fuel, metered like electricity, which is to say you only notice it when it moves.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some of that burn is not features at all. It is defense. If an attacker can point a tireless agent at your surface, the only symmetric answer is a tireless agent of your own, self-hacking around the clock. That is a permanent line item on a product that is otherwise finished. It never completes.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 careful when you fire the security sentry bots, incidentally. They know who you are. They know where the keys are. They have read all of your commits. Underneath the joke is slide 12's question: an agent whose account you revoked while its credential is still live is the boring version, and it happens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price it now. When you draw the wires between agents, one of them is a fuel line. The ongoing burn belongs in the design doc beside the latency budget, and somebody owns that meter. Not the person who wrote the prompt. Buy Me a Free Tier owns the arithmetic; this org chart owns the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an always-on agent showed up as a recurring cost nobody had budgeted.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has a security agent running right now with credentials nobody has rotated. Do not take an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Software Runs on Petrol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![Prediction: tokens stop being a build cost and become a running cost. A shipped product with no new features still burns tokens to stay current and to defend itself, and somebody owns that meter.](../../../../public/talks/assets/product-engineering/fuel.svg)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Tokens stop being a build cost and become a running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Sentry bots hunting your own vulnerabilities, 24/7, forever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 careful firing the security bots. They know who you 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predictions to close on, and I will label them as predictions once: this is where I think the operating model goes, not something I have measured. Here is the first. Today you buy tokens to build software. Before long most software will need a steady stream of them just to keep running — to stay current with its dependencies, to re-derive the integration a vendor renamed last night, to keep its own documentation true. It stops being a build cost and becomes fuel, metered like electricity, which is to say you only notice it when it moves.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some of that burn is not features at all. It is defense. If an attacker can point a tireless agent at your surface, the only symmetric answer is a tireless agent of your own, self-hacking around the clock. That is a permanent line item on a product that is otherwise finished. It never completes.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 careful when you fire the security sentry bots, incidentally. They know who you are. They know where the keys are. They have read all of your commits. Underneath the joke is slide 12's question: an agent whose account you revoked while its credential is still live is the boring version, and it happens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price it now. When you draw the wires between agents, one of them is a fuel line. The ongoing burn belongs in the design doc beside the latency budget, and somebody owns that meter. Not the person who wrote the prompt. Buy Me a Free Tier owns the arithmetic; this org chart owns the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an always-on agent showed up as a recurring cost nobody had budgeted.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has a security agent running right now with credentials nobody has rotated. Do not take an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Minority Report, With Terminals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35:00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![Prediction: a grid of chosen apps gives way to one generated surface, adapting per person, with a revived terminal beside it. Who owns that channel is still open, and non-frontier builders can rethink any app as AI-native.](../../../../public/talks/assets/product-engineering/channel.svg)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throwaway software is a taste this room has and the world does not. We are early adopters, delighted to regenerate a tool rather than maintain it. Normal people are not turned on by vibe coding their own recipe tracker, never mind a Slack replacement. What they will accept is an interface generated for them, adapting in real time, that they never had to choose off a shelf.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be arguing about. Should OpenAI and Anthropic end up owning every software channel? Watch what happens when the assistants ship real-time collaboration: who spends less time in email, Slack and Docs then? I can already edit images and video in ways that make me less likely to open Photoshop or DaVinci, and if I need a jingle I ask Suno and it is done. So is everything you spent a lifetime mastering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Minority Report, With Terminals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35:00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![Prediction: a grid of chosen apps gives way to one generated surface, adapting per person, with a revived terminal beside it. Who owns that channel is still open, and non-frontier builders can rethink any app as AI-native.](../../../../public/talks/assets/product-engineering/channel.svg)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throwaway software is a taste this room has and the world does not. We are early adopters, delighted to regenerate a tool rather than maintain it. Normal people are not turned on by vibe coding their own recipe tracker, never mind a Slack replacement. What they will accept is an interface generated for them, adapting in real time, that they never had to choose off a shelf.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be arguing about. Should OpenAI and Anthropic end up owning every software channel? Watch what happens when the assistants ship real-time collaboration: who spends less time in email, Slack and Docs then? I can already edit images and video in ways that make me less likely to open Photoshop or DaVinci, and if I need a jingle I ask Suno and it is done. So is everything you spent a lifetime mastering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Every experiment reports its hypothesis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If we do X, we expect Y to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Report success, failure, and surprise where the team looks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beta, ad test, and feature flag gets a hypothesis. If we change this, we expect that to increase. State who it is for, what would make us stop, and when we will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 the measurement with the change. It needs the exposure count, the intended outcome, the unwanted outcomes, and the owner who will act, and it goes where the team already looks. Remembering to check a dashboard is a bad dependency.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handoff you named near the start. Write the artifact an agent would produce, who receives it, and the observation that would make them reject it. If that last field is blank, you have designed a suggestion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Walk through one answer for the remaining discussion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ExP (2020), [Patterns of trustworthy experimentation: pre-experiment stage](https://www.microsoft.com/en-us/research/articles/patterns-of-trustworthy-experimentation-pre-experiment-stage/).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and price the fuel. Six agents do not become free because one person has their names in a config file, and neither does the burn that keeps them running.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ExP (2020), [Patterns of trustworthy experimentation: pre-experiment stage](https://www.microsoft.com/en-us/research/articles/patterns-of-trustworthy-experimentation-pre-experiment-stage/).</a:t>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ExP (2020), [Patterns of trustworthy experimentation: pre-experiment stage](https://www.microsoft.com/en-us/research/articles/patterns-of-trustworthy-experimentation-pre-experiment-stage/).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 Id="rIdImage1" Type="http://schemas.openxmlformats.org/officeDocument/2006/relationships/image" Target="../media/slide17-1.png"/><Relationship Id="rIdSvg1" Type="http://schemas.openxmlformats.org/officeDocument/2006/relationships/image" Target="../media/slide17-1.svg"/></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The Future of Product Engineering: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Break the Mirror on Purpose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architecture you could read off the org chart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Conway, 1968: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those boundaries still earns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Conway said organizations designing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constrained to produce designs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copies of the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these organizations." Constrained.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structures. The wires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the boxes.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proposed operating model.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demo uses synthetic numbers to execute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policy, not measure customer benefit.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 is that cheaper coordination makes some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our current boundaries obsolete.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find those boundaries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photocopy them onto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the handoffs in a product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writes a brief. Product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into tickets. Engineering translates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tickets into software. Support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software back into complaints.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translations carry judgment, and which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the same sentence into another tool?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17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Mirroring is measured. It is not destiny.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142 studies reviewed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Mostly supported, with a documented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minority that was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Colfer and Baldwin reviewed 142 empirical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The firm and industry descriptive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mostly supported mirroring,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documented minority that did not. Read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split off their table before you quote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at anyone. The open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collaborative projects looked different.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turn that into a claim that one third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companies broke Conway's law.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Their useful finding is that firms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deliberately break the mirror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modular partitions or relationships across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organizational boundaries. MacCormack,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Rusnak, and Baldwin also found differences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modularity across development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arrangements. These are studies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and organization,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randomized trial of rearranging your teams.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org chart is evidence about why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software looks like this. It is not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instruction to make the next system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identical.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17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org chart is a fossil of coordination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Coase, 1937: coordination has a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Reprice the handoff before copying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Coase asked why firms exist when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contract through the market.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market costs something; coordinating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inside the firm costs something too.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depends on that 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Apply that question inside a product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weekly brief may have existed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collecting it took somebody two days.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triage meeting may have existed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linking a complaint to a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required three people and a spreadsheet.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costs change, the old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deserves another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inversion. Do not start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per box on the current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the outcome and price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handoffs again. Agents do not delete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coordination cost. They move some of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verification, permissions,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Count those before declaring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meeting extinct.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17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spectrum, and the two ways to lose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Committee at one end. Five people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one end, thousands of employees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millions of customers. Change procedures,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risk analysis, a prioritization rubric.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five people around a laptop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all hear the person making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team can acquire research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capacity it could never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staff. The large team can shorten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 Both can also generate proposals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faster than anyone understands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and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taste. Trade judgment for AI vibes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That delay is what makes the trade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good.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17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Draw the wires between agents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inverse Conway manoeuvre is the name people use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changing the organization to encourage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architecture they want. Here that means designing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communication between agents and people, not putting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robot beside every job title.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Research delivers a brief with source URLs and dates.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Feedback delivers clusters with the original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complaints attached. The product review resolves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disagreement between them and writes the accepted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A build agent consumes that artifact.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 not poll six chat histories and guess which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 won.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Team Topologies distinguishes collaboration,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consumption, and facilitation. Use collaboration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while discovering the interface. Make the repeated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delivery a service once the contract is understood.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facilitation temporary. An agent roster without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these wires is a seating plan.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17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Two directions of attention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Research looks out. Feedback looks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meeting where the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research agent watches competitors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talking about your product.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agent ingests support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interviews, reviews, and in-app complaints.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preserve the evidence behind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Now make them disagree. Research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onboarding lacks a feature. Feedback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users cannot find the feature we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A clustering agent might merge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"onboarding problems" and confidently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bury the distinction.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review where somebody opens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 material and argues about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belongs at the top. It is the integrating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interface in this system. Taste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exercised in public there.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Effort left the rubric. Argue with 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observation, not your sprint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estimated a ticket last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not heard an engineering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discuss level of effort on a ticket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months. That is the observation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notes. Let us test how badly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travels.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have to choose what to ship. 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first implementation is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rollout, review, customer support,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have costs. Put those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for the idea. Do not replace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points with a model's confidence and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prioritization.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17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Gap analysis, past engineering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Walk the build. Attach screenshots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candidate should be cheap to reject.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 an agent with a browser at a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it to walk onboarding as a new 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result with the sourced brief,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propose changes to the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hierarchy. Each proposal carries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screenshot, the attempted task,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the current page got in the way.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 one proposal wrong in review.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screenshot may show a feature hidden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test account lacks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setup defect, not evidence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redesign the product. The reviewer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account state to tell the difference.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Analytics, warehouse queries and marketing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drafts feed the same queue. They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provenance and owners, and none of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 write access to customer records.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17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Targeted beta enrollment, and the deluge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Keep the customers behind the cluster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Invite an opt-in cohort. Keep the exit.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idea came from a cluster of customers.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that provenance. Find people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then ask whether they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the change. Similar company size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necessarily a similar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invitation explains what changes,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a beta, and how to turn it off.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 approves the message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recipients. Narrow feedback tells us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next; it does not establish a causal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Prepare the intake before inviting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customers answer and nobody follows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taught your best customers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responding is a one-time event.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loop needs an owner even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summarizer runs itself.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17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Campbell's law arrives on schedule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Activation is the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behavior did we just pay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system a target and it will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ways to improve it. So will a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Campbell described the pressure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 puts on quantitative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activity they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supposed to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target is onboarding activation.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next screen has three candidates.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anything else, choose the one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investigate. Do not reverse-engineer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answer from the names; they are A,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interesting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winning candidate did to earn the number.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metric tells you that something moved.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tell you whether you wanted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17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run it before you know the rule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40%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48%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45%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candidate gets your attention? B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largest activation number. Now open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 of its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contacts rose to nine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 five-percent ceiling. The copy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invents urgency. Raise the support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ten and it still fails the urgency rule.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metric win cannot buy off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has forty-five percent activation,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support, and no fabricated urgency.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eligible for human review.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shipped. These point estimates have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sample size or uncertainty behind them;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scope statement matters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rule you wish you had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vote. Compare it with the policy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saved before opening the scorecard. The gap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what this exercise was for.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17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guards go, including the two we forgot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Wider rollout · expensive runs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messaging · customer data 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demo gave us a reason for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it where the consequence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action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a cohort spends more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An expensive run spends money.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Creating infrastructure adds ongoing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obligations; tearing it down may remove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somebody's recovery path. Name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owner, and the evidence needed at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the two missing from the old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Sending a message to a real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their records. Those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for another person,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API call costs a fraction of a cent.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approves them, and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that permission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mentioning it in a prompt.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17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How many agents can one person 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6 × (32 + 5) = 222 possible relationships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Ownership costs attention. Budget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agents, six owners. Somehow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of them and are on call for all six.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Graicunas counted possible direct, cross,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group relationships. His maximum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counting formula is n times the quantity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two-to-the-n-minus-one plus n-minus-one.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six that is six times the quantity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thirty-two plus five, which is six times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thirty-seven: 222. This is combinatorics,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staffing limit. It does not mean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agents generate 222 meetings.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lesson is to restrict the interfaces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require. Bainbridge adds the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automation leaves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exceptional interventions while removing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routine practice. Assign recovery drills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review time along with the agent.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 field without capacity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forwarding address for blame.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17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Software Runs on Petrol Now</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da77ca1e4e5418bd2fa4cf46388998c2f435dc1571b24610451ddae64742a217" descr="Prediction: tokens stop being a build cost and become a running cost. A shipped product with no new features still burns tokens to stay current and to defend itself, and somebody owns that met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Tokens stop being a build cost and become a running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Sentry bots hunting your own vulnerabilities, 24/7,</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careful firing the security bots. They know who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predictions to close on, and I will label them as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predictions once: this is where I think the operating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model goes, not something I have measured. Here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first. Today you buy tokens to build software.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Before long most software will need a steady stream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just to keep running — to stay current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its dependencies, to re-derive the integration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 renamed last night, to keep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documentation true. It stops being a build cost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becomes fuel, metered like electricity, which is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say you only notice it when it moves.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17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Software Runs on Petrol Now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some of that burn is not features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is defense. If an attacker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 a tireless agent at your surface,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symmetric answer is a tireless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your own, self-hacking around the clock.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permanent line item on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otherwise finished. It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 careful when you fire the security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sentry bots, incidentally. They know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They know where the keys are.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read all of your commits. Underneath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joke is slide 12's question: an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whose account you revoked while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credential is still live is the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version, and it happens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price it now. When you draw the wires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between agents, one of them is a fuel 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ongoing burn belongs in the design doc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beside the latency budget, and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owns that meter. Not the person who wrote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prompt. Buy Me a Free Tier owns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this org chart owns the owner.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17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1622316a6930645ce2701de05e30b019086ac9401bd06917acb71f400ca25e3" descr="Prediction: a grid of chosen apps gives way to one generated surface, adapting per person, with a revived terminal beside it. Who owns that channel is still open, and non-frontier builders can rethink any app as AI-nativ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Yes, the software you mastered is going away. As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prediction, and this one is less comfortable.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AI does not magically make software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Well-understood software still gets harder to operate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as the world moves under it: you outgrow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performance envelope, you accumulate features,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somebody deprecates your dependency. Generation makes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first version cheap. It does not make the tenth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year cheap.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throwaway software is a taste this room has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world does not. We are early adopters, delighted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 regenerate a tool rather than maintain it. Normal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people are not turned on by vibe coding their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recipe tracker, never mind a Slack replacement. What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they will accept is an interface generated for them,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adapting in real time, that they never had to choose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off a shelf.</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17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raises the question this room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 arguing about. Should OpenAI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Anthropic end up owning every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channel? Watch what happens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assistants ship real-time collaboration: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spends less time in email, Slack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Docs then? I can already edit images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video in ways that make me less likely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 Photoshop or DaVinci, and if I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jingle I ask Suno and it is done. So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you spent a lifetime mastering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to be irrelevant? Yes. At least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know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replaces it looks less like a grid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apps and more like Minority Report,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surprise revival of the terminal. Which is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Matrix ending when you think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Thanks, AI. Skynet is not so bad if I 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keep my CLIs.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part I want you to leave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future is not spoken for. GPT image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pretty good does not mean image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creation belongs to the big players,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holds in whichever industry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in. Those of us who do not work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frontier lab — the organic agents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room — get to rethink any and every app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AI-native system, from the boundary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this whole talk one level higher: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photocopy today's product categories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onto tomorrow's substrate either.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16 / 17    SOURCE SLIDE 16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Every experiment reports its hypothesis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If we do X, we expect Y to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success, failure, and surprise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team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beta, ad test, and feature flag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hypothesis. If we change this, we expect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to increase. State who it is for,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make us stop, and when we will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 the measurement with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needs the exposure count, the intended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the unwanted outcomes,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 who will act, and it goes where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team already looks. Remembering to check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dashboard is a bad dependency.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the handoff you named near the 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artifact an agent would produce,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receives it, and the observation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make them reject it. If that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field is blank, you have designed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suggestion machine.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17 / 17    SOURCE SLIDE 17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Break the mirror on purpose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Reprice the handoffs. Draw the interfaces.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Keep the taste.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org chart. Some of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exist because the work really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Some exist because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spreadsheet sat in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department. We should know which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teaching agents to repeat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one boundary. What arrives,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who decides, and what did it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week? Make collection cheaper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erasing the disagreement the handoff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expose. Keep the product review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conflicts, and give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decision a durable artifact so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does not have to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 ownership, and price the fuel.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agents do not become free because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has their names in a config file,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neither does the burn that keeps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running. Put permission before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do the larger version of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 The org chart is a record of earlier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tradeoffs; so is the product category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working inside. You are allowed to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ones, and the channel is not spoken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yet. Break the mirror on purpose. Automate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things. Keep the taste.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Melvin E. Conway (1968), How Do Committees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https://melconway.com/Home/pdf/committees.pdf,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Datamation, April, 28–31.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Colfer and Baldwin (2016), The mirroring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hypothesis: theory, evidence,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https://doi.org/10.1093/icc/dtw027),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Industrial and Corporate Change 25(5),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709–738. MacCormack, Rusnak, and Baldwin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(2012), [Exploring the duality between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 and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architectures](https://www.hbs.edu/ris/Publication%20Files/Research%20Policy%2041%20%282012%29%201309%E2%80%93%201324_c5c2350e-013c-4065-a2f9-d95eb32177d5.pdf),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Policy 41(8, 1309–1324.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Ronald H. Coase (1937), The Nature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https://onlinelibrary.wiley.com/doi/10.1111/j.1468-0335.1937.tb00002.x),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Economica 4(16, 386–405. The agent-design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application is the speaker’s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Thoughtworks, Inverse Conway Maneuver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https://www.thoughtworks.com/en-br/radar/techniques/inverse-conway-maneuver),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2014/2015. Skelton and Pais,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Topologies 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modes](https://teamtopologies.com/key-concepts.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T. Campbell (1979), Assessing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impact of planned social 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and Program Planning 2(1, 67–90.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 A. Graicunas, Relationship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Organization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https://nickols.us/relationship.pdf),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in Papers on the Science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Administration, 1937, maximum-basis 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automation](https://www.sciencedirect.com/science/article/pii/0005109883900468.</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Microsoft ExP (2020), Patterns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experimentation: pre-experiment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https://www.microsoft.com/en-us/research/articles/patterns-of-trustworthy-experimentation-pre-experiment-stage/.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22</Slides>
  <Notes>22</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handout edition generated from current reviewed talk materials</dc:description>
  <dcterms:created xsi:type="dcterms:W3CDTF">2026-09-08T03:01:16Z</dcterms:created>
</cp:coreProperties>
</file>