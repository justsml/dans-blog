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 Id="rIdSlide20" Type="http://schemas.openxmlformats.org/officeDocument/2006/relationships/slide" Target="slides/slide2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Slide" Type="http://schemas.openxmlformats.org/officeDocument/2006/relationships/slide" Target="../slides/slide2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Agents now direct their own compute. Put the limits where the work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14 slides, four audience moments, no Q&amp;A. Add five minutes for a 45-minute booking. Job counts and prices are fixtures; the vendors on slide 8 are real and were checked on the date above. Say the scope once, on slide 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scripts](script-40min.md) · [Contracts](contracts.md) · [Walkthrough](demo.md) · [Evidence](evidence-bank.md)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dynamic-scaling`.</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Four callers, forty images, one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of four batch-tool calls starts ten jobs: 4 × 10 = 40, before retries.](../../../../public/talks/assets/dynamic-scaling/01-four-calls-hide-forty-provider-jobs.svg)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Horizontal, vertical, and now self-directed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![Ops sized the fleet for everyone; an autoscaler reacts to CPU; an agentic job describes its own shape and asks.](../../../../public/talks/assets/dynamic-scaling/02-horizontal-vertical-self-directed.svg)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do.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decisions stay separate. Tasks: split the work. Attempts: try several complete answers. Placement: choose where it runs. A model can propose all three cheaply now; it does not repeal the dependency graph, and it does not get to repeal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Count items and attempts, not tool slots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07:00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retry per item can turn 40 logical items into 80 provider attempts.](../../../../public/talks/assets/dynamic-scaling/03-count-items-and-attempts-separately.svg)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Agent slots ≠ tool batch size ≠ provider attempts ≠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runtime's concurrency limit counts tool calls. A batch tool multiplies each one. A retry layer multiplies again. Forty logical items become eighty provider attempts when every item gets one retry, and the visible count still says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logical items and external attempts separately. A retry is another attempt at an item, not a new entitlement. And read the batch tool's actual contract: maximum batch size, resource estimate, cancellation behavior, what a partial result looks like.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four callers, ten children, one retry layer. Count to eighty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Put admission below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coordinated reservation protects tenant spend and entitlement across all callers.](../../../../public/talks/assets/dynamic-scaling/04-every-caller-crosses-shared-admission.svg)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Money, concurrency and rate are three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12:00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![Illustrative $2 run cap: settled + reserved ≤ $2. Prices here are invented fixture values.](../../../../public/talks/assets/dynamic-scaling/05-reservations-and-charges-share-one-ceiling.svg)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Concurrency ≠ requests per minute ≠ dollars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Reserved ≠ charged. Cancelled ≠ refunded.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Pessimistic reservations refuse real work; choose your tightness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can satisfy any one of these and blow the other two. Reserve a defensible maximum per operation, reconcile against the bill when the answer arrives, and keep unresolved provider jobs charged until you know. A worker lease expiring proves the worker died, not that the remote render stopped.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real trade here. Reserve the full retry allowance up front and a second legitimate caller gets queued behind money that may never be spent. Reserve lazily and you can overshoot. Pick a tightness on purpose and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the $2 ledger in contracts.md. Show settled plus reserved never passing $2, then ask what the second caller should have seen.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 pressure inside a fixed ceiling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14:00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scheduler reduces admission after throttling; every increase remains inside the approved maximum.](../../../../public/talks/assets/dynamic-scaling/06-adapt-pressure-within-a-fixed-limit.svg)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Throttled → wait and reduce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Healthy window → cautious increase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Deadline → stop dispatch, report honestly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agent can propose that a batch of ten becomes five after the provider starts failing. Good. The scheduler still owns the range. For known throttling, deterministic policy is enough: respect retry guidance, add jitter, reduce admission, increase cautiously after a healthy window. Never let each worker double its own throughput because its last call worked.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When the deadline arrives, stop new work and report completed, pending and unresolved separately. The user needs an accurate result, not a cheerful completion message over a pile of missing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ten to five, then a cautious recovery that never exceeds the original ceiling.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Infra Is a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17:00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job requests shape, size, duration and a cost cap; the scheduler resolves it against a catalog and tenant budget and returns a lease.](../../../../public/talks/assets/dynamic-scaling/07-infra-as-an-agent-capability.svg)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Infra Is a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17:00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job requests shape, size, duration and a cost cap; the scheduler resolves it against a catalog and tenant budget and returns a lease.](../../../../public/talks/assets/dynamic-scaling/07-infra-as-an-agent-capability.svg)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Torn Down by Default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serverless GPUs, durable edge state and spot capacity, all created in seconds and torn down by default.](../../../../public/talks/assets/dynamic-scaling/08-the-ephemeral-ecosystem.svg)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Torn Down by Default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serverless GPUs, durable edge state and spot capacity, all created in seconds and torn down by default.](../../../../public/talks/assets/dynamic-scaling/08-the-ephemeral-ecosystem.svg)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Fifty Containers Don't Render Faster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22:00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Waiting on a provider → durable step, not a GPU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CPU or GPU work → compute worker, spot if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Untrusted code → sandbox with egress policy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provider is rendering the image, you are waiting on the network. Fifty containers do not make it render faster. For long waits, persist state and resume from callbacks or bounded polling. For real computation, use a worker sized for it. For code you did not write, use a sandbox and take the egress policy seriously.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These combine. The decision that matters is where execution happens and where recovery state lives; get those two right and the vendor list is a detail.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Place a local graph solver, a remote image request and an agent-written script into their classes.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durable job survives the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22:00 to 25:00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![Persist intent and provider identity; uncertain acceptance goes to reconciliation, not blind replay.](../../../../public/talks/assets/dynamic-scaling/08-a-job-survives-the-caller.svg)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queued → submitted → waiting → completed / failed /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Callbacks: authenticate, deduplicate, valid transitions only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Notification is its own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Accept ten prompts, return a stable job ID, persist item IDs, provider IDs, reservations, attempts, output locations and terminal states. The conversation can end. The sandbox can be reclaimed. The job continues.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arrive twice and out of order; authenticate, deduplicate, apply only valid transitions. A restart rebuilds pending work from storage, not from replaying the conversation. And when the output is stored, enqueue the notification through an outbox so an email failure never regenerates an image. Naming something durable does not make an in-flight promise survive a lifecycle transition; the recovery protocol is yours to write.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state machine in contracts.md. Crash after submission and before the provider ID is saved. Discuss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Walkthrough: restart the 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30:00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The trace in demo.md; compress rows 1 and 2 on the short routes.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Monkeys, Then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parallel generation produces candidates; shared gates reject before preference; cheap multi-model judges report disagreement rather than an average score.](../../../../public/talks/assets/dynamic-scaling/12-monkeys-then-guards.svg)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One brief, three generated agents: minimalist, maintainer, security and performance reviewer. Separate first drafts.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programmers, one specification, a million tests, and the independently written versions failed together far more than independence predicts. True, important, and about N-version programming as a correctness strategy. Not this. I am not voting three models toward the truth.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I am not sorry about: the barrel-of-monkeys maneuver. Lead with cheap parallel generation on purpose — monkeys at a hundredth of the frontier's price — and hand the barrel to the next stage. Four reasons. Race: take the first draft that passes the gate. Synthesize: a frontier model reads them all, input tokens being the cheap ones, and writes one coherent output. Rank: more candidates for the judges, so the best whole answer goes downstream. Catch: in law or medicine, where the rules are extensive and specific, the mistake you fear shows up in one output out of ten, and the only way to see it is to have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Speculative optimization in a lab coat? Possibly. Ship it with an env var that sets fan-out to one, and ideally let the system tune that knob itself. Right? Right. That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cheap half is judging. A judge reads a thousand tokens and writes fifty, and output is what costs, so five judges from different models on every candidate is affordable. Not the average score. The disagreement. Judges that split, or whose reasons barely overlap, have found territory nobody understands; that candidate does not ship on autopilot. I call this the Council of Guards: it reads everything, writes almost nothing, and costs a fraction of what it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you read the candidates: no duplicate dispatch after restart, no cross-tenant spend, no regeneration on notification retry, no dispatch after deadline. Every candidate fails one, including the careful one; the council is allowed to reject the room. A synthesis is a new candidate. Stop at the review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Monkeys, Then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parallel generation produces candidates; shared gates reject before preference; cheap multi-model judges report disagreement rather than an average score.](../../../../public/talks/assets/dynamic-scaling/12-monkeys-then-guards.svg)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One brief, three generated agents: minimalist, maintainer, security and performance reviewer. Separate first drafts.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programmers, one specification, a million tests, and the independently written versions failed together far more than independence predicts. True, important, and about N-version programming as a correctness strategy. Not this. I am not voting three models toward the truth.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I am not sorry about: the barrel-of-monkeys maneuver. Lead with cheap parallel generation on purpose — monkeys at a hundredth of the frontier's price — and hand the barrel to the next stage. Four reasons. Race: take the first draft that passes the gate. Synthesize: a frontier model reads them all, input tokens being the cheap ones, and writes one coherent output. Rank: more candidates for the judges, so the best whole answer goes downstream. Catch: in law or medicine, where the rules are extensive and specific, the mistake you fear shows up in one output out of ten, and the only way to see it is to have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Speculative optimization in a lab coat? Possibly. Ship it with an env var that sets fan-out to one, and ideally let the system tune that knob itself. Right? Right. That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cheap half is judging. A judge reads a thousand tokens and writes fifty, and output is what costs, so five judges from different models on every candidate is affordable. Not the average score. The disagreement. Judges that split, or whose reasons barely overlap, have found territory nobody understands; that candidate does not ship on autopilot. I call this the Council of Guards: it reads everything, writes almost nothing, and costs a fraction of what it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you read the candidates: no duplicate dispatch after restart, no cross-tenant spend, no regeneration on notification retry, no dispatch after deadline. Every candidate fails one, including the careful one; the council is allowed to reject the room. A synthesis is a new candidate. Stop at the review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Monkeys, Then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parallel generation produces candidates; shared gates reject before preference; cheap multi-model judges report disagreement rather than an average score.](../../../../public/talks/assets/dynamic-scaling/12-monkeys-then-guards.svg)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One brief, three generated agents: minimalist, maintainer, security and performance reviewer. Separate first drafts.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programmers, one specification, a million tests, and the independently written versions failed together far more than independence predicts. True, important, and about N-version programming as a correctness strategy. Not this. I am not voting three models toward the truth.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I am not sorry about: the barrel-of-monkeys maneuver. Lead with cheap parallel generation on purpose — monkeys at a hundredth of the frontier's price — and hand the barrel to the next stage. Four reasons. Race: take the first draft that passes the gate. Synthesize: a frontier model reads them all, input tokens being the cheap ones, and writes one coherent output. Rank: more candidates for the judges, so the best whole answer goes downstream. Catch: in law or medicine, where the rules are extensive and specific, the mistake you fear shows up in one output out of ten, and the only way to see it is to have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Speculative optimization in a lab coat? Possibly. Ship it with an env var that sets fan-out to one, and ideally let the system tune that knob itself. Right? Right. That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cheap half is judging. A judge reads a thousand tokens and writes fifty, and output is what costs, so five judges from different models on every candidate is affordable. Not the average score. The disagreement. Judges that split, or whose reasons barely overlap, have found territory nobody understands; that candidate does not ship on autopilot. I call this the Council of Guards: it reads everything, writes almost nothing, and costs a fraction of what it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you read the candidates: no duplicate dispatch after restart, no cross-tenant spend, no regeneration on notification retry, no dispatch after deadline. Every candidate fails one, including the careful one; the council is allowed to reject the room. A synthesis is a new candidate. Stop at the review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Measure the accepted outcome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Latency: dispatch + queue + slowest branch + merge + verify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Cost: every candidate, every retry, every held reservation,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Compare against one competent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Starting three workers does not delete the serial parts. That is Amdahl, 1967, and it is unkind: if a tenth of the job is serial, ten workers get you five and a quarter times, and a hundred workers get you nine. Waiting on every branch can make a finished task slower. Count the whole thing: all candidates, failed work, reserved uncertainty, judging and human review, and compare against one competent attempt on the same task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accepted outcomes, not launched workers. Start with one extra attempt or one batch boundary; if it does not buy quality, time or cost, keep the simpler path. We are trying to buy useful work, not maximize the number of things blinking.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Amdahl (1967), Validity of the single processor approach to achieving large scale computing capabilities, AFIPS Conference Proceedings 30, 483 to 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Ninety seconds: choose a baseline, a cap and an acceptance gate. Keep latency and total cost as separate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Put the limit where the work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Amdahl (1967), Validity of the single processor approach to achieving large scale computing capabilities, AFIPS Conference Proceedings 30, 483 to 485.</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 Id="rIdImage1" Type="http://schemas.openxmlformats.org/officeDocument/2006/relationships/image" Target="../media/slide15-1.png"/><Relationship Id="rIdSvg1" Type="http://schemas.openxmlformats.org/officeDocument/2006/relationships/image" Target="../media/slide15-1.svg"/></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Dynamic Scaling of Agentic Workloads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14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14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Four callers, forty images, one customer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customer asks for ten images. Four things happen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within a minute, and every one of them is legitimate.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chat turn calls the batch tool. A worker crashed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halfway and its replacement retries. A nightly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re-runs anything not marked done. The customer opened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second tab because the first one looked stuck.</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Four callers, ten images each. Every local limit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passed. The provider is rendering forty. Your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dashboard proudly reports four tool calls. We put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limit on the wrong unit of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is the whole talk in one multiplication.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agentic part is what comes next: the same system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hid the fan-out can also ask for its own compute,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 have to decide what that is allowed to mean.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Numbers here are fixtures; the vendors later 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14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Horizontal, vertical, and now self-directed</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twenty years scaling was an infra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answered once for everyone. Add replicas or buy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bigger box, then let an autoscaler watch CPU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guess. The workload never got a say.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Agentic workloads do. The orchestrator knows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batch is mostly waiting on a provider, that this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needs a GPU for ninety seconds, that this one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untrusted code and wants a sandbox. It can say so,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 job, at the moment the job starts.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decisions stay separate. Tasks: split the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Attempts: try several complete answers. Placement: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choose where it runs. A model can propose all three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cheaply now; it does not repeal the dependency graph,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it does not get to repeal the budget.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14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Count items and attempts, not tool slots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342ac160b4ec3426a06b9bd5f5f25d8b7d3bcc6391f7dfec72e52bc5a99f3307" descr="One retry per item can turn 40 logical items into 80 provider attemp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Agent slots ≠ tool batch size ≠ provider attempts ≠</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entitlement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runtime's concurrency limit counts tool calls.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batch tool multiplies each one. A retry layer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multiplies again. Forty logical items become eighty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provider attempts when every item gets one retry,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visible count still says four.</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 logical items and external attempts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separately. A retry is another attempt at an item,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new entitlement. And read the batch tool's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actual contract: maximum batch size, resource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estimate, cancellation behavior, what a partial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result looks like.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14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admission below every caller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prompt that says only run one expensive tool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guidance. It is not a lock. The chat turn, the retry,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cron job and the second tab arrive at once,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none of them can see the others.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every external dispatch crosses one shared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admission controller. It atomically checks tenant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entitlement, budget, provider concurrency, rate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deadline, then reserves. If the request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queues or returns an explicit rejection.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process-local semaphore only works when that process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owns all the work, and in an agentic system it never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14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Money, concurrency and rate are three limits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3c399b4989d541a9290cbf8888665cf190abef617844fd5194169975728c017" descr="Illustrative $2 run cap: settled + reserved ≤ $2. Prices here are invented fixture valu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Concurrency ≠ requests per minute ≠ dollars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Reserved ≠ charged. Cancelled ≠ refunded.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Pessimistic reservations refuse real work; choose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tightness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 can satisfy any one of these and blow the other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Reserve a defensible maximum per operation,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reconcile against the bill when the answer arrives,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and keep unresolved provider jobs charged until you</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know. A worker lease expiring proves the worker died,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that the remote render stopped.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There is a real trade here. Reserve the full retry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allowance up front and a second legitimate caller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gets queued behind money that may never be spent.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 lazily and you can overshoot. Pick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tightness on purpose and write it down.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14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Adapt pressure inside a fixed ceiling</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ce1bad6f501d9e5ee1448d48bfaa18655a5264cd9d7fc51c304cc492b77baffb" descr="The scheduler reduces admission after throttling; every increase remains inside the approved maximum."/>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Throttled → wait and reduce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Healthy window → cautious increase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Deadline → stop dispatch, report honestly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 agent can propose that a batch of ten becomes five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after the provider starts failing. Good.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scheduler still owns the range. For known throttling,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deterministic policy is enough: respect retry</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guidance, add jitter, reduce admission, increase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cautiously after a healthy window. Never let each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worker double its own throughput because its last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 worked.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deadline arrives, stop new work and report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completed, pending and unresolved separately.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user needs an accurate result, not a cheerful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completion message over a pile of missing images.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Infra Is a Tool Call</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part that is actually new.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asks for compute the way it asks for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Eight sandboxes for six minutes, this region,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cost cap. The scheduler resolves that against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catalog of approved classes and the tenant's budget,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and returns a lease with a teardown.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What you get is per-job economics. A customer can buy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faster turnaround. Finance can cap one workflow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instead of one environment. Nobody pays for a warm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fleet sized for the worst Tuesday of the year.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least privilege stops being a project: an instance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lives six minutes, reaches three domains,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holds one scoped credential is hard to abuse even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agent inside it is confused.</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Infra Is a Tool Call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you risk is obvious. An agent that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provision is an agent that can spend.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the lease and the teardown are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answer, and they are enforced outside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The agent chooses;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Torn Down by Default</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1daa0143328d8028c247af2b7cfb4a0a77c5d39818a1b12c28efc7e58b692783"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edge state: Cloudflare Workers, Durable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Objects, Workflows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pieces exist, and they are shaped for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Fly.io Sprites are microVMs whose stated creation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target is under a second, checkpoint and restore,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take an egress policy from outside so the agent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inside cannot loosen it. Depot sandboxes bill by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second for exactly this: run agent-generated 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throw it away.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Modal gives you functions and GPUs that scale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zero; Vast.ai is a marketplace where a spare GPU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cheap and short-lived. Cloudflare Workers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Objects and Workflows hold the coordination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state that survives everything else being torn 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EC2 Spot is the old version of the same idea: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capacity that can vanish, so the job had better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restartable.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Torn Down by Default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common thread: create in seconds, pay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second, torn down unless someone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otherwise, and the network narrowed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outside. That is the substrate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agent-directed scheduler needs. What none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them give you is the ledger;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yours.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14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Fifty Containers Don't Render Faster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Waiting on a provider → durable step,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GPU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CPU or GPU work → compute worker, spot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restartable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Untrusted code → sandbox with egress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the provider is rendering the image,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waiting on the network. Fifty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containers do not make it render faster.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For long waits, persist state and resume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callbacks or bounded polling. For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computation, use a worker sized for it.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code you did not write, use a sandbox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the egress policy seriously.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combine. The decision that matters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execution happens and where recovery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state lives; get those two right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vendor list is a detail.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durable job survives the caller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4b79e59a29b883db56a4fde7612f0abc0d63ce413439e88bfde5ed2a9fda887b" descr="Persist intent and provider identity; uncertain acceptance goes to reconciliation, not blind replay."/>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queued → submitted → waiting → completed / failed /</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Callbacks: authenticate, deduplicate, valid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transitions only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Notification is its own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Accept ten prompts, return a stable job ID, persist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item IDs, provider IDs, reservations, attempts,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output locations and terminal states.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conversation can end. The sandbox can be reclaimed.</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job continues.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Callbacks arrive twice and out of order;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authenticate, deduplicate, apply only valid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transitions. A restart rebuilds pending work from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storage, not from replaying the conversation.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output is stored, enqueue the notification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through an outbox so an email failure never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regenerates an image. Naming something durable does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make an in-flight promise survive a lifecycle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 the recovery protocol is yours to write.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14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restart the batch</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Two callers, one entitlement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Spot instance reclaimed mid-batch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response lost, one email fails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callers each want a full batch.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reserves the entitlement; the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queues with an explicit reason. Dispatch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begins on a spot worker. Halfway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instance is reclaimed with two minutes'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the lease expires, the provider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keeps rendering, the reservations stay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charged.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new worker reloads the job, checks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provider status for every submitted item,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collects what finished. One item's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response never arrived; it stays unresolved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its reservation held, and the worker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asks the provider rather than resubmitting.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outputs land. The email fails.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 worker retries the email against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completed job, and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is 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job, a recoverable lifecycle, honest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accounting, and a compute substrate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allowed to disappear under it.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abstraction the batch tool owed 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Monkeys, Then Guards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6df039e19b720a58c5dd5b0a6fd22802e6016f46ca549bd6fe67a83f688c07ac" descr="Cheap parallel generation produces candidates; shared gates reject before preference; cheap multi-model judges report disagreement rather than an average scor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Barrel of monkeys: lead with cheap parallel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generation, on purpose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Council of Guards: judges read a thousand tokens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write fifty; measure the disagreement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Gates before preferences; the judge may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Change the unit of work from images to whole designs.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brief, three generated agents: minimalist,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maintainer, security and performance reviewer.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Separate first drafts. The contrast is the product.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Somebody is going to cite Knight and Leveson at 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let me do it first. 1986, twenty-seven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programmers, one specification, a million tests,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independently written versions failed together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far more than independence predicts. True, important,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about N-version programming as a correctness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strategy. Not this. I am not voting three models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toward the truth.</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Monkeys, Then Guards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generation side has a name I am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sorry about: the barrel-of-monkeys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maneuver. Lead with cheap parallel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on purpose — monkeys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hundredth of the frontier's price —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 the barrel to the next stage.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reasons. Race: take the first draft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passes the gate. Synthesize: a frontier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reads them all, input tokens being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cheap ones, and writes one coherent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Rank: more candidates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judges, so the best whole answer goes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downstream. Catch: in law or medicine,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the rules are extensive and specific,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mistake you fear shows up in one output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 of ten, and the only way to see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have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Speculative optimization in a lab coat?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Possibly. Ship it with an env var that sets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fan-out to one, and ideally let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tune that knob itself. Right? Right.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the companion talk.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cheap half is judging. A judge reads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tokens and writes fifty,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is what costs, so five judges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models on every candidate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affordable. Not the average score.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Judges that split, or whose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reasons barely overlap, have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territory nobody understands;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does not ship on autopilot. 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 this the Council of Guards: it reads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writes almost nothing,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costs a fraction of what it guards.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Monkeys, Then Guards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Write the gates before you read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candidates: no duplicate dispatch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restart, no cross-tenant spend,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regeneration on notification retry,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dispatch after deadline. Every 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fails one, including the careful one;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council is allowed to reject the room.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synthesis is a new candidate. Stop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None of this looks like the engineering we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were raised on. Do not do the work twice.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spend compute speculatively.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answer per ticket. Those were axioms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expensive thing was the 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expensive thing is being wrong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second draft costs cents, doing it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and reading what disagrees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frugal move. I am not a shill for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 Cheaper, safer and faster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sometimes come from spending exactly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yesterday's wisdom told you not to.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14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Measure the accepted outcome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Latency: dispatch + queue + slowest branch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merge + verify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every candidate, every retry,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held reservation, review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against one competent attempt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Starting three workers does not delete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serial parts. That is Amdahl, 1967,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unkind: if a tenth of the job is serial,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 workers get you five and a quarter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and a hundred workers get you nine.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Waiting on every branch can make a finished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 slower. Count the whole thing: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candidates, failed work, reserved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uncertainty, judging and human review,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against one competent attempt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task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accepted outcomes, not launched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workers. Start with one extra attempt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batch boundary; if it does not buy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quality, time or cost, keep the simpler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 We are trying to buy useful work,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maximize the number of things blinking.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14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the limit where the work begins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ledger across every caller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Durable state across every restart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lease on every box, a gate on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four callers. Forty jobs were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legal by four local counters. The missing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piece was one shared account of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had promised and what it had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started.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inversion is real: the workload can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describe its own shape and ask for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compute, and the substrate to grant it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already exists. That is a better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world than a warm fleet and a guess.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only safe because the agent chooses from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spends from a ledger, and runs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boxes that expire.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one expensive tool in your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the work it can launch underneath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Put the limit where that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begins.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Knight and Leveson (1986), An Experimental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of the Assumption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Independence in Multiversion Programming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https://doi.org/10.1109/TSE.1986.6312924),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IEEE Transactions on Software Engineering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SE-12(1, 96 to 109. Cited to set aside: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result about redundancy as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correctness strategy, which this slide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Amdahl (1967), Validity of the single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processor approach to achieving large scale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computing capabilities, AFIPS Conference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Proceedings 30, 483 to 485.</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20</Slides>
  <Notes>20</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handout edition generated from current reviewed talk materials</dc:description>
  <dcterms:created xsi:type="dcterms:W3CDTF">2026-09-08T03:01:16Z</dcterms:created>
</cp:coreProperties>
</file>