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logical items and provider attempts separately; a retry is not a new entitlement.</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money, concurrency and rate are three different limits; a run can satisfy one and blow the other two.</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08:00 to 10:30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job survives the caller when its intent, provider IDs and reservations are persisted before dispatch.</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10:30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two more scaling axes have names. The barrel-of-monkeys maneuver leads with cheap parallel generation on purpose and hands the barrel to the next stage. The Council of Guards is cheap judges from different models, and the number you want back is the disagreement. Gate every candidate; a synthesis is a new candidate.</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slide1-1.png"/><Relationship Id="rIdSvg1" Type="http://schemas.openxmlformats.org/officeDocument/2006/relationships/image" Target="../media/slide1-1.sv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Dynamic Scaling of Agentic Workloads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callers, forty images, one customer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07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Horizontal, vertical, and now self-directed</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07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admission below every caller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07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Infra Is a Tool Call</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07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Torn Down by Default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07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Walkthrough: restart the batch</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Two callers, one entitlement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Spot instance reclaimed mid-batch</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response lost, one email fails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07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Put the limit where the work begins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ledger across every caller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Durable state across every restart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lease on every box, a gate on every candidate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Dynamic Scaling of Agentic Workloads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screen edition generated from current reviewed talk materials</dc:description>
  <dcterms:created xsi:type="dcterms:W3CDTF">2026-09-08T03:01:16Z</dcterms:created>
</cp:coreProperties>
</file>