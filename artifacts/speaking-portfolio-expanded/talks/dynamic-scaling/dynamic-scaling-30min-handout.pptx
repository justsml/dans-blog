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scripts](script-40min.md) · [Contracts](contracts.md) · [Walkthrough](demo.md) · [Evidence](evidence-bank.md)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12:00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12:00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Speculative optimization in a lab 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Ship it with an env var that sets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fan-out to one, and ideally let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 that knob itself. Right? Right.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2026-09-08T03:01:16Z</dcterms:created>
</cp:coreProperties>
</file>