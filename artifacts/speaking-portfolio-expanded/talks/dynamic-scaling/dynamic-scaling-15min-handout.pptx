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two more scaling axes have names. The barrel-of-monkeys maneuver leads with cheap parallel generation on purpose and hands the barrel to the next stage. The Council of Guards is cheap judges from different models, and the number you want back is the disagreement. Gate every candidate; a synthesis is a new candidate.</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say.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workloads do. The orchestrator knows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batch is mostly waiting on a provider, that this one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Infra Is a Tool Call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microVMs whose stated creation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target is under a second, checkpoint and restore,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take an egress policy from outside so the agent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inside cannot loosen it. Depot sandboxes bill by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second for exactly this: run agent-generated code,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Torn Down by Default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2026-09-07T02:31:12Z</dcterms:created>
</cp:coreProperties>
</file>