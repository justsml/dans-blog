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Agents now direct their own compute. Put the limits where the work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14 slides, four audience moments, no Q&amp;A. Add five minutes for a 45-minute booking. Job counts and prices are fixtures; the vendors on slide 8 are real and were checked on the date above. Say the scope once, on slide 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scripts](script-40min.md) · [Contracts](contracts.md) · [Walkthrough](demo.md) · [Evidence](evidence-bank.md)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dynamic-scaling`.</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do.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count logical items and provider attempts separately; a retry is not a new entitlement.</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03:30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money, concurrency and rate are three different limits; a run can satisfy one and blow the other two.</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08:00 to 10:30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job survives the caller when its intent, provider IDs and reservations are persisted before dispatch.</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08:00 to 10:30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job survives the caller when its intent, provider IDs and reservations are persisted before dispatch.</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10:30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trace in demo.md; compress rows 1 and 2 on the short routes.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two more scaling axes have names. The barrel-of-monkeys maneuver leads with cheap parallel generation on purpose and hands the barrel to the next stage. The Council of Guards is cheap judges from different models, and the number you want back is the disagreement. Gate every candidate; a synthesis is a new candidate.</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Dynamic Scaling of Agentic Workloads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7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07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Four callers, forty images, one customer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customer asks for ten images. Four things happen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within a minute, and every one of them is legitimate.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chat turn calls the batch tool. A worker crashed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halfway and its replacement retries. A nightly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re-runs anything not marked done. The customer opened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second tab because the first one looked stuck.</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Four callers, ten images each. Every local limit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passed. The provider is rendering forty. Your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dashboard proudly reports four tool calls. We put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limit on the wrong unit of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is the whole talk in one multiplication.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agentic part is what comes next: the same system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hid the fan-out can also ask for its own compute,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 have to decide what that is allowed to mean.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Numbers here are fixtures; the vendors later 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07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Horizontal, vertical, and now self-directed</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twenty years scaling was an infra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answered once for everyone. Add replicas or buy a</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bigger box, then let an autoscaler watch CPU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guess. The workload never got a say.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Agentic workloads do. The orchestrator knows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batch is mostly waiting on a provider, that this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needs a GPU for ninety seconds, that this one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untrusted code and wants a sandbox. It can say so,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 job, at the moment the job starts.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07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admission below every caller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prompt that says only run one expensive tool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guidance. It is not a lock. The chat turn, the retry,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cron job and the second tab arrive at once,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none of them can see the others.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every external dispatch crosses one shared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admission controller. It atomically checks tenant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entitlement, budget, provider concurrency, rate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deadline, then reserves. If the request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queues or returns an explicit rejection.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process-local semaphore only works when that process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owns all the work, and in an agentic system it never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07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Infra Is a Tool Call</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part that is actually new.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asks for compute the way it asks for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Eight sandboxes for six minutes, this region,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cost cap. The scheduler resolves that against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catalog of approved classes and the tenant's budget,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and returns a lease with a teardown.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What you get is per-job economics. A customer can buy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faster turnaround. Finance can cap one workflow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instead of one environment. Nobody pays for a warm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fleet sized for the worst Tuesday of the year.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least privilege stops being a project: an instance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lives six minutes, reaches three domains,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holds one scoped credential is hard to abuse even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agent inside it is confused.</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07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Infra Is a Tool Call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you risk is obvious. An agent that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provision is an agent that can spend.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the lease and the teardown are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answer, and they are enforced outside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The agent chooses;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07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Torn Down by Default</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1daa0143328d8028c247af2b7cfb4a0a77c5d39818a1b12c28efc7e58b692783"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edge state: Cloudflare Workers, Durable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Objects, Workflows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pieces exist, and they are shaped for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Fly.io Sprites are microVMs whose stated creation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target is under a second, checkpoint and restore,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take an egress policy from outside so the agent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inside cannot loosen it. Depot sandboxes bill by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second for exactly this: run agent-generated code,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throw it away.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Modal gives you functions and GPUs that scale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zero; Vast.ai is a marketplace where a spare GPU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cheap and short-lived. Cloudflare Workers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Objects and Workflows hold the coordination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state that survives everything else being torn 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EC2 Spot is the old version of the same idea: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capacity that can vanish, so the job had better be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restartable.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07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Torn Down by Default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common thread: create in seconds, pay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second, torn down unless someone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otherwise, and the network narrowed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outside. That is the substrate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agent-directed scheduler needs. What none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them give you is the ledger;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yours.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07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restart the batch</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Two callers, one entitlement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Spot instance reclaimed mid-batch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response lost, one email fails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callers each want a full batch.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reserves the entitlement; the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queues with an explicit reason. Dispatch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begins on a spot worker. Halfway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instance is reclaimed with two minutes'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the lease expires, the provider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keeps rendering, the reservations stay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charged.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new worker reloads the job, checks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provider status for every submitted item,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collects what finished. One item's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response never arrived; it stays unresolved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its reservation held, and the worker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asks the provider rather than resubmitting.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outputs land. The email fails.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 worker retries the email against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completed job, and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generation is untouched.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job, a recoverable lifecycle, honest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accounting, and a compute substrate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allowed to disappear under it.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abstraction the batch tool owed 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07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the limit where the work begins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ledger across every caller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Durable state across every restart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lease on every box, a gate on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four callers. Forty jobs were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legal by four local counters. The missing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piece was one shared account of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had promised and what it had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started.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inversion is real: the workload can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describe its own shape and ask for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compute, and the substrate to grant it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already exists. That is a better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world than a warm fleet and a guess.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only safe because the agent chooses from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spends from a ledger, and runs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boxes that expire.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one expensive tool in your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the work it can launch underneath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Put the limit where that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begins.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handout edition generated from current reviewed talk materials</dc:description>
  <dcterms:created xsi:type="dcterms:W3CDTF">2026-09-08T03:01:16Z</dcterms:created>
</cp:coreProperties>
</file>