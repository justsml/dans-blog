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decisions stay separate. Tasks: split the work. Attempts: try several complete answers. Placement: choose where it runs. A model can propose all three cheaply now; it does not repeal the dependency graph, and it does not get to repeal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 slots ≠ tool batch size ≠ provider attempts ≠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runtime's concurrency limit counts tool calls. A batch tool multiplies each one. A retry layer multiplies again. Forty logical items become eighty provider attempts when every item gets one retry, and the visible count still says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logical items and external attempts separately. A retry is another attempt at an item, not a new entitlement. And read the batch tool's actual contract: maximum batch size, resource estimate, cancellation behavior, what a partial result looks like.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four callers, ten children, one retry layer. Count to eighty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Concurrency ≠ requests per minute ≠ dollars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Reserved ≠ charged. Cancelled ≠ refunded.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Pessimistic reservations refuse real work; choose your tightness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can satisfy any one of these and blow the other two. Reserve a defensible maximum per operation, reconcile against the bill when the answer arrives, and keep unresolved provider jobs charged until you know. A worker lease expiring proves the worker died, not that the remote render stopped.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real trade here. Reserve the full retry allowance up front and a second legitimate caller gets queued behind money that may never be spent. Reserve lazily and you can overshoot. Pick a tightness on purpose and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$2 ledger in contracts.md. Show settled plus reserved never passing $2, then ask what the second caller should have seen.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scheduler can lower pressure after throttling without ever raising the ceiling; that policy is deterministic code, not a prompt.</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09:30 to 12:00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12:00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match the execution class to the work; waiting on a provider needs a durable step, not a GPU.</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14:30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queued → submitted → waiting → completed / failed /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authenticate, deduplicate, valid transitions only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Notification is its own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 ten prompts, return a stable job ID, persist item IDs, provider IDs, reservations, attempts, output locations and terminal states. The conversation can end. The sandbox can be reclaimed. The job continues.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arrive twice and out of order; authenticate, deduplicate, apply only valid transitions. A restart rebuilds pending work from storage, not from replaying the conversation. And when the output is stored, enqueue the notification through an outbox so an email failure never regenerates an image. Naming something durable does not make an in-flight promise survive a lifecycle transition; the recovery protocol is yours to write.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state machine in contracts.md. Crash after submission and before the provider ID is saved. Discuss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17:00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20:00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Latency: dispatch + queue + slowest branch + merge + verify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every candidate, every retry, every held reservation,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against one competent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Starting three workers does not delete the serial parts. That is Amdahl, 1967, and it is unkind: if a tenth of the job is serial, ten workers get you five and a quarter times, and a hundred workers get you nine. Waiting on every branch can make a finished task slower. Count the whole thing: all candidates, failed work, reserved uncertainty, judging and human review, and compare against one competent attempt on the same task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accepted outcomes, not launched workers. Start with one extra attempt or one batch boundary; if it does not buy quality, time or cost, keep the simpler path. We are trying to buy useful work, not maximize the number of things blinking.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Amdahl (1967), Validity of the single processor approach to achieving large scale computing capabilities, AFIPS Conference Proceedings 30, 483 to 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 seconds: choose a baseline, a cap and an acceptance gate. Keep latency and total cost as separate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Dynamic Scaling of Agentic Workloads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callers, forty images, one customer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Horizontal, vertical, and now self-directed</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Count items and attempts, not tool slots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342ac160b4ec3426a06b9bd5f5f25d8b7d3bcc6391f7dfec72e52bc5a99f3307" descr="One retry per item can turn 40 logical items into 80 provider attemp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admission below every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Money, concurrency and rate are three limits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3c399b4989d541a9290cbf8888665cf190abef617844fd5194169975728c017" descr="Illustrative $2 run cap: settled + reserved ≤ $2. Prices here are invented fixture valu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Infra Is a Tool Call</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Torn Down by Default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durable job survives the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b79e59a29b883db56a4fde7612f0abc0d63ce413439e88bfde5ed2a9fda887b" descr="Persist intent and provider identity; uncertain acceptance goes to reconciliation, not blind replay."/>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restart the batch</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Two callers, one entitlement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Spot instance reclaimed mid-batch</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response lost, one email fails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Monkeys, Then Guards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6df039e19b720a58c5dd5b0a6fd22802e6016f46ca549bd6fe67a83f688c07ac" descr="Cheap parallel generation produces candidates; shared gates reject before preference; cheap multi-model judges report disagreement rather than an average scor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Measure the accepted outcome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Latency: dispatch + queue + slowest branch + merge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verify</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every candidate, every retry, every held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reservation, review time</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against one competent attempt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the limit where the work begins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ledger across every caller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Durable state across every restart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lease on every box, a gate on every candidate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screen edition generated from current reviewed talk materials</dc:description>
  <dcterms:created xsi:type="dcterms:W3CDTF">2026-09-08T03:01:16Z</dcterms:created>
</cp:coreProperties>
</file>