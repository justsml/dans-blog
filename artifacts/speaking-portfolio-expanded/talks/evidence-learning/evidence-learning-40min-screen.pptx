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cat is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vintage calculator wristwatch resting on an open math worksheet, the watch face glowing faintly, a pencil laid across the page, dark slate background, amber accent on the watch face,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doom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figure at a locked gate holding a clipboard, behind the gate a small open window with a phone propped in it and a rope ladder hanging down, dark slate background, amber accent on the phone,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 And if your assessment depends on knowing who typed a paragraph, the detector has become part of your curriculum.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Pencil first. Then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a hand-drawn diagram on the left half and a laptop propped on the right half, a marker resting in the tray between them, dark slate background, amber accent on the marker,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Koedinger and Aleven (2007), [Exploring the Assistance Dilemma in Experiments with Cognitive Tutors](https://doi.org/10.1007/s10648-007-9049-0), Educational Psychology Review 19(3), 239 to 264.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polished answer with a hole in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09:00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perfectly ironed shirt on a hanger with a large hole in the back only visible in a mirror behind it, dark slate background, amber accent on the mirror frame,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one: make verification feel like cheating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09:00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phone photographing a worksheet dense with small arithmetic problems, one digit on the sheet smudged, a magnifying glass lying beside the phone, dark slate background, amber accent on the smudge,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Ration the help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staircase of five shallow steps with a small figure on the second step, a hand offering a single step-sized block from the side, a speech bubble shaped like a key above the first step, dark slate background, amber accent on the offered block,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four minutes inside a five-minute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in a row reading as shapes only, the middle one larger, an arrow looping from the third back to the first, dark slate background, amber accent on the looping arrow,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Score the reasoning.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19:00 to 22:30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three-row scorecard with small filled and empty circles beside a filing card with four short lines and a pencil eraser at the corner, a heavy metal stamp lying unused on its side, dark slate background, amber accent on the eraser,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two: make them say it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22:30 to 25:30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sound waveforms side by side, the first smooth and rounded, the second jagged with small breaks where lines wrap, a small padlock icon beneath both, dark slate background, amber accent on the padlock,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move three: read all 300 transcripts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25:30 to 28:00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classroom clock face divided into four unequal wedges, three wedges plain and one wedge patterned with tiny chat bubbles, dark slate background, amber accent on the patterned wedge,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with no aid at all on the trials where the aid was wrong,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Write the objective to the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whiteboard with three short handwritten lines and a small robot icon drawn in the corner as the addressee, a phone held up photographing the board, dark slate background, amber accent on the robot icon,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Widen the door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33:30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lump of clay wrapped in cloth on a school desk beside a tablet showing a rough charcoal sketch on graph paper, a small bird perched on the desk edge, dark slate background, amber accent on the bird,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not carrying a brick of clay in my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"I'm no good with a pencil, but I like that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Sketch → animate → 3D → game asset. Out of ideas? 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was told I was terrible at art. In my case it turned out to be true. For a lot of kids it was disbelief, or supplies beyond standard issue. A friend of mine found out after school that they were a talented sculptor. Won awards. They once told me they never touched the wet clay in class. No car at home. Not carrying a brick of clay on the bus. That was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barriers reflect our socioeconomic structure and sit unexamined in the system. A model widens who gets to participate. The kid who can't draw the charcoal graph-paper look can make it, then animate the birds at the lunch tables, then make it 3D, then a game asset. Ratchet up, lock in, stretch. When they run out of ideas, the model that already knows your objective suggests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Redesign one checkpoint this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33:30 to 37:30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worksheet with three rows of blank boxes, one box filled in with a pencil, a second pencil entering from the opposite side of the page, dark slate background, amber accent on the second pencil,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purpose-built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chessboard tilted so the pieces slide off, replaced by an open notebook with five short handwritten lines and a small precise instrument resting on the page, dark slate background, amber accent on the instrument,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Pencil first. Then the tool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read 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Widen the door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not carrying a brick of clay in my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"I'm no good with a pencil, but I like that look."</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Sketch → animate → 3D → game asset. Out of ideas?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2026-09-07T02:31:12Z</dcterms:created>
</cp:coreProperties>
</file>