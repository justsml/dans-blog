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04:15 to 06:15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06:15 to 09:15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 And one more student: a friend of mine turned out to be a talented sculptor who never touched the clay in class, because there was no car at home and you do not carry a brick of clay on the bus.</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Outsmart Your Lying, Cheating Students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cat is out of the bag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Horse out of the barn. Cat out of the bag.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Math class survived the Casio watch.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doom loop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Proctoring fails. The pop quiz proves what you</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already knew.</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Getting away with it is the reward.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Students are the original adversarial actors.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polished answer with a hole in it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20% rise and a 20% fall cancel."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prose is clean. The denominator is wrong.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one: make verification feel like</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cheating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"Take a picture of these hundred problems and make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the model do them."</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1 that looks like a 7. A smudge that turns an 8</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into a 9.</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didn't check the results? Johnny, you're not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gonna make it."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four minutes inside a five-minute slide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 $120 → $96. Why does the second base change?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Now: $80 → +25% → −20%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Score the reasoning. Write it down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Base identified 0–2 · Calculation justified 0–2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Transfer explained 0–2 · Help in its own column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concept · what they said · what help they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got · next check</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Never "weak at reasoning." Never "likely cheated."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Outsmart move two: make them say it out loud</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Recall errors and reading errors are different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animals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groups, speaking: the incentives reset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Voice is biometric. Offline. Zero retention.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Age-appropriate. Written alternative.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purpose-built machine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Explain it. Challenge it. Change it. Apply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Defend it.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Too much power to hold casually. Prove the value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constantly.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Outsmart Your Lying, Cheating Students</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screen edition generated from current reviewed talk materials</dc:description>
  <dcterms:created xsi:type="dcterms:W3CDTF">2026-09-08T03:01:16Z</dcterms:created>
</cp:coreProperties>
</file>