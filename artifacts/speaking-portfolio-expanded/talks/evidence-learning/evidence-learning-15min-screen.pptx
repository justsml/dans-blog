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01:00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write down where pencil, whiteboard and peers live, and in the same document promise to teach the tool.</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03:00 to 04:15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04:15 to 06:15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ask for an attempt first, then ration help rung by rung, and write down which rung you gave.</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06:15 to 09:15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09:15 to 10:45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10:45 to 13:15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count AI time like talk time, write the objective on the board to the agent, and redesign one checkpoint; the worksheet is a handout. And one more student: a friend of mine turned out to be a talented sculptor who never touched the clay in class, because there was no car at home and you do not carry a brick of clay on the bus.</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13:15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Outsmart Your Lying, Cheating Students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cat is out of the bag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Horse out of the barn. Cat out of the bag.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Math class survived the Casio watch.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08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doom loop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Proctoring fails. The pop quiz proves what you</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already knew.</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Getting away with it is the reward.</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Students are the original adversarial actors.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08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polished answer with a hole in it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20% rise and a 20% fall cancel."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prose is clean. The denominator is wrong.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08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one: make verification feel like</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cheating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"Take a picture of these hundred problems and make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model do them."</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1 that looks like a 7. A smudge that turns an 8</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into a 9.</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didn't check the results? Johnny, you're not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gonna make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08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four minutes inside a five-minute slide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 $120 → $96. Why does the second base change?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Now: $80 → +25% → −20%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08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Score the reasoning. Write it down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Base identified 0–2 · Calculation justified 0–2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Transfer explained 0–2 · Help in its own column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Record: concept · what they said · what help they</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got · next check</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Never "weak at reasoning." Never "likely cheated."</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08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two: make them say it out loud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Recall errors and reading errors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animals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groups, speaking: the incentives reset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Voice is biometric. Offline. Zero retention.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Age-appropriate. Written alternative.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08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purpose-built machine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Explain it. Challenge it. Change it. Apply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Defend it.</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Too much power to hold casually. Prove the value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constantly.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8</Slides>
  <Notes>8</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screen edition generated from current reviewed talk materials</dc:description>
  <dcterms:created xsi:type="dcterms:W3CDTF">2026-09-07T02:31:12Z</dcterms:created>
</cp:coreProperties>
</file>