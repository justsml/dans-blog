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trying to catch them. Out-design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dictated notes. 40 minutes, 14 slides, four audience moments, no Q&amp;A. Event-friendly title: Stop Trying to Catch Students Using AI; the title slide carries whichever the organizer chose. The fixtures are authored, the rubric is proposed, and the reconstruction shows evidence being collected, not a learning effect. Say that once, on slide 1. Integrity processes stay in place; say that once too, on slide 8, and then stop apologizing.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scripts](../packets/evidence-learning/script-40min.md) · [Packet](../packets/evidence-learning/packet.md) · [Walkthrough](../education/demo.md) · [Evidence](../packets/evidence-learning/evidence-bank.md) · [Procurement route](../packets/evidence-learning/procurement-route.md)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Worked example: $100, up 20%, then down 20%. The smudged arithmetic sheet is the K-12 example. [Show Me the Misconception](../packets/evidence-learning/procurement-route.md), the 15-minute procurement route, uses the history-essay example instead, so a program can book both without hearing the percentage fixture twice.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evidence-learning`. Image prompts (dark slate, one amber accent, flat vector, no text) ride along in the notes for the PPTX export.</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cat is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vintage calculator wristwatch resting on an open math worksheet, the watch face glowing faintly, a pencil laid across the page, dark slate background, amber accent on the watch face,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doom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figure at a locked gate holding a clipboard, behind the gate a small open window with a phone propped in it and a rope ladder hanging down, dark slate background, amber accent on the phone,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Pencil first. Then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a hand-drawn diagram on the left half and a laptop propped on the right half, a marker resting in the tray between them, dark slate background, amber accent on the marker,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tension is older than the panic and it has a name. Koedinger and Aleven called it the assistance dilemma in 2007: give too much help and the learner never has to generate anything, give too little and they stall out. Nobody has solved it. Say that out loud, because a vendor whose tutor has the help level exactly right is selling you a solved version of an open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polished answer with a hole in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perfectly ironed shirt on a hanger with a large hole in the back only visible in a mirror behind it, dark slate background, amber accent on the mirror frame,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one: make verification feel like cheating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09:00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phone photographing a worksheet dense with small arithmetic problems, one digit on the sheet smudged, a magnifying glass lying beside the phone, dark slate background, amber accent on the smudge,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Ration the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staircase of five shallow steps with a small figure on the second step, a hand offering a single step-sized block from the side, a speech bubble shaped like a key above the first step, dark slate background, amber accent on the offered block,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four minutes inside a five-minute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in a row reading as shapes only, the middle one larger, an arrow looping from the third back to the first, dark slate background, amber accent on the looping arrow,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two: make them say it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sound waveforms side by side, the first smooth and rounded, the second jagged with small breaks where lines wrap, a small padlock icon beneath both, dark slate background, amber accent on the padlock,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three: read all 300 transcripts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25:30 to 28:00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clock face divided into four unequal wedges, three wedges plain and one wedge patterned with tiny chat bubbles, dark slate background, amber accent on the patterned wedge,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know what you are up against when you read the model's summary instead of the transcript. Skitka and colleagues measured it in 1999: people given a highly but imperfectly reliable aid did worse than people with no aid at all on the trials where the aid was wrong, because it is right often enough that you stop checking. The summary is a place to start looking, never a place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objective to the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three short handwritten lines and a small robot icon drawn in the corner as the addressee, a phone held up photographing the board, dark slate background, amber accent on the robot icon,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the door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lump of clay wrapped in cloth on a school desk beside a tablet showing a rough charcoal sketch on graph paper, a small bird perched on the desk edge, dark slate background, amber accent on the bird,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not carrying a brick of clay in my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 good with a pencil, but I like that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Sketch → animate → 3D → game asset. Out of ideas?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was told I was terrible at art. In my case it turned out to be true. For a lot of kids it was disbelief, or supplies beyond standard issue. A friend of mine found out after school that they were a talented sculptor. Won awards. They once told me they never touched the wet clay in class. No car at home. Not carrying a brick of clay on the bus. That was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barriers reflect our socioeconomic structure and sit unexamined in the system. A model widens who gets to participate. The kid who can't draw the charcoal graph-paper look can make it, then animate the birds at the lunch tables, then make it 3D, then a game asset. Ratchet up, lock in, stretch. When they run out of ideas, the model that already knows your objective suggests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Redesign one checkpoint this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33:30 to 37:30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worksheet with three rows of blank boxes, one box filled in with a pencil, a second pencil entering from the opposite side of the page, dark slate background, amber accent on the second pencil,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purpose-built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chessboard tilted so the pieces slide off, replaced by an open notebook with five short handwritten lines and a small precise instrument resting on the page, dark slate background, amber accent on the instrument,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TEQSA (2023), [Assessment reform for the age of artificial intelligence](https://www.teqsa.gov.au/guides-resources/resources/corporate-publications/assessment-reform-age-artificial-intelligence).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Outsmart Your Lying, Cheating</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Students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cat is out of the bag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Horse out of the barn. Cat out of the 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Math class survived the Casio watch.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historical parallels have been beaten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death, so one and done: the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panic. Specifically the Casio calculator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 Math class was dead. The kid sitting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to the Casio owner didn't even need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Confession: I may have used one or two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assessment. But we're not here for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I did was wholesome. These kids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phoning it in. Not even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Infuriating,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calculator-clutching ancestors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a real trajectory into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So do we. Everything today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authored fixtures, a rubric I'm proposing,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one exercise that shows evidence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collected. Here's the plan: what we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what we protect, what we teach,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ways to actually outsmart them.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doom loop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Proctoring fails. The pop quiz proves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knew.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Getting away with it is the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are the original adversarial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can feel like you've lost.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proctoring tools fail readily. What still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is the cold call or the pop quiz,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it proves is that the student can't hit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first rung of Bloom's taxonomy. Can't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recall it. Can't spell it. That crushes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and it cements the loop: the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learns they can cheat through,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reward is getting away with it. Even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caught, there's no stigma for using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as common as a phone.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Pummeling them with gotcha quizzes proves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you already knew: Johnny ain't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learning too good. Block the chatbot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network and they share a VPN from a phone.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Life finds a way. Students are the original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adversarial 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detector is the same trap in software.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Liang and colleagues found the detectors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tested flagged non-native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writers at alarming rates. And even if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detector were perfect, it answers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Who typed the sentence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kid can do the thing. And if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assessment depends on knowing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typed a paragraph, the detector has become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your curriculum.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Pencil first. Then the tool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Pencil, paper, whiteboard, peers: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curriculum, with the reason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same document: "and we are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 you the tool"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trajectory down. Where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handwriting live, and why: the spatial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motor work a pencil activates, the argument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out loud with a peer, the cohort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find by talking through a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the environment where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foundations still happen with no model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in the same document, tell students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going to teach them the tool.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 Independent competence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competent tool use both belong in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need different evidence, and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checkpoint should say which one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tension is older than the panic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has a name. Koedinger and Aleven called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assistance dilemma in 2007: give too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much help and the learner never has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generate anything, give too little and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stall out. Nobody has solved it. Say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loud, because a vendor whose tutor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help level exactly right is selling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solved version of an open problem.</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polished answer with a hole in it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20% rise and a 20% fall cancel."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prose is clean. The denominator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Here's the fixture for the rest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talk. A shop raises a $100 price by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discounts the new price by 20%.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writes: equal and opposite, so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final price is $100. Clean sentence.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Confident. Wrong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capability we're after is narrow enough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room to inspect: explain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acts on a base, and how the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across a sequence. Now imagine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 number with this faulty explanation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hiding behind it. What would a final-answer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assessment have caught? Nothing.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one: make verification feel like</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cheating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"Take a picture of these hundred problems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make the model do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1 that looks like a 7. A smudge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turns an 8 into a 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didn't check the results?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you're not gonna make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highest-leverage assignment I know 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feel like they're cheating.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sheet, feed it to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submit. The trap is in the sheet: a stroke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reads as either digit, a smudge.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wrong answers come back and the lesson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itself. You were supposed to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one experience beats every ban, filter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lockdown. Hand the prompt out like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"paste these instructions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first message." Expect a recorded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 or an exported session. Older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get to experiment as the objective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the writing challenge, the rhyming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 whatever riddles the English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teachers love. The constraint that keeps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honest is personalization. Narrate it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summer camp. Reference this week's unit.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Meet a criterion the model can't know.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rides along for free. If you share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Lake Tahoe, maybe not the photo of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grandparents' place on the water that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can geolocate. Nobody is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students how these systems actually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assignment does.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Ration the help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price does the discount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"The original $100."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Clarify → conceptual hint → missing step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 of an example → full explanation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scripted turns. The diagnostic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where the base got lost. The tutor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neither praises the error nor dumps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solution. Attempt-first can't punish a kid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 can't begin; clarifying a term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offering a parallel example may be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right first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ladder. Clarification: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acts on the new price. Conceptual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hint: find the current base. Missing step: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intermediate $120. Partial example: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multiply a different amount by 0.8. Full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explanation, then a fresh reconstruction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later. Write down which rung you gave,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supported and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are different evidence.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moral failure.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four minutes inside a five-minute slide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 $120 → $96. Why does the second base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$80 → +25% → −20%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scripted tutor turns — from the 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 read off the card — then go live. Reveal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wrong argument. Let the room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base. Reveal $120 only after the diagnostic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question. Ask for $96 and one sentence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explaining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change the numbers: $80, up 25%,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 It comes back to $80, because 1.25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0.8 is 1. That breaks the shortcut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room just formed, "opposite changes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cancel," and that's the point.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transfer item with the same invariant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numbers is where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they learned the rule or memorized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example.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Base identified 0–2 · Calculation justified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0–2 · Transfer explained 0–2 · Help in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column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 concept · what they said ·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help they got · next check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"weak at reasoning." Never "likely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 the wrong base persists.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number, no explanation. Two: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learner explains the current amount. Help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goes in its own column so a human can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asking a question costs nothing.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record is four lines. Concept: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percentage base. Observed: used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original amount for the second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conceptual hint. Next check: a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item after practice. Keep what the learner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said separate from what a model inferred.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Follow-ups come from a blueprint,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chatbot curiosity: "does reversing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multipliers change the result?" probes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 harder question is not a fair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and colleagues found supported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performance and later unaided performance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diverge, and the safeguards that matter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come from teachers. So record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conditions, and include an independent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when independence is the objective.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mismatch needs a human to interpret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Score the reasoning. Write it down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that finding is not news, which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useful part. Soderstrom and Bjork reviewed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fifty years of it in 2015: how well someone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performs while being helped and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actually learned come apart routinely,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conditions that flatter practice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frequently damage retention. A tutor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for removing difficulty. Some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difficulty was the part where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learned. None of this convicts anyone;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integrity process stays where it is.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last time I'll say that.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two: make them say it out loud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Recall errors and reading errors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animals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the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is biometric. Offline.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retention. Age-appropriate.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Answering from memory and reading a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aloud produce different mistakes.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reader falls behind as the text wraps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jumps. They mispronounce a word they'd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have chosen. Spoken language carries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enough tells to sort likely from unlikely.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groups, speaking, in class: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resets the table. It adds social pressure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against cheating and hands you knobs on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incentive structure that today is a magical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cheating genie. Not foolproof. A student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build an agent told to seem dumb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and then learn. Fine. We're changing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incentives, not buying certainty.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care, and it's real. A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identifies them and can be cloned.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Fingerprinting voices is plausible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technology; that's a reason for caution,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feature. Newer offline models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detect frustration and distress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speech, and offline is what lets them meet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zero-retention, no-sharing district rules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modest hardware. Any student-facing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 tool gets maximum privacy, a written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 age-appropriate use only,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retention rule written before the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recording. A replay is context,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proof.</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Outsmart move three: read all 300 transcripts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Teacher talk · student talk · think time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Guided by you, or alone 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"Show me five students who took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showing the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already count who's talking, how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silence there is, whose engagement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one factor: AI time. How much of it did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guide, and how much was a student alone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the view you have never had.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from a class of 30 or a course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300, and a qualitative pass run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Show me the five students who opened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line of inquiry I didn't teach. Show 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one who reached the answer by a path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worth putting on the board tomorrow.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pass surfaces the kid who typed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right terms, or pasted a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block from somewhere. Before you conclude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a big block also looks like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voice-to-text. Look first.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know what you are up against when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model's summary instead of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transcript. Skitka and colleagues measured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in 1999: people given a highly but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imperfectly reliable aid did worse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with no aid at all on the trials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 aid was wrong, because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often enough that you stop checking.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summary is a place to start looking,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never a place to stop.</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Write the objective to the agent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"You're my tutor. Don't give me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here with three classmates."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Photograph the whiteboard; the objective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system prompt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Push the practice run first. Then reward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who asks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Seen in the wild: students telling a voice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not to give them answers,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arguing about Lincoln with it for twenty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So give it the objective.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photograph the whiteboard.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 is that we end up writing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objectives on the board addressed to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"Tutor bot, help my students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 holds the rigor you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explores the stretch goals, fills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remedial gaps, and tells you, the aides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parents what it saw. Write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whatever objective process you already 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Lemov's 4Ms work fine.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other half is discipline. At first,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pushes: want a practice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flashcards, a pop quiz? Then it rewards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student who asks before the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unprompted, and it names the connection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distracted students miss: "five flashcards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hour before produced a 98; your last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tests had no prep." Made-up numbers,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real mechanism. As someone with ADHD,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assistant that reorders my day and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bombed the section quizzes after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reading, take a twenty-minute walk"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luxury. It's applied cognitive science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a channel toward wellbeing.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Widen the door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"I'm not carrying a brick of clay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 no good with a pencil, but I like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 animate → 3D → game asset. Out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ideas?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was told I was terrible at art. In my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case it turned out to be true. For a lot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kids it was disbelief, or supplies beyond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standard issue. A friend of mine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school that they were a talented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Won awards. They once told 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they never touched the wet clay in class.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 car at home. Not carrying a brick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clay on the bus. That was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barriers reflect our socioeconomic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structure and sit unexamined in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model widens who gets to participate.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kid who can't draw the charcoal graph-paper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look can make it, then animate the birds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lunch tables, then make it 3D, then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game asset. Ratchet up, lock in, stretch.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they run out of ideas, the model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knows your objective suggests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Redesign one checkpoint this week</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Capability → task → the smudge → follow-up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permitted help → rubric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Neighbor challenges one hidden assumption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three minutes. Write the capability,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task, the smudge that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verification feel like cheating,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purposeful follow-up, the help you'll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permit, and the interpretation you could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defend to a parent. Then estimate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minutes to review a class set, because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richer assessment nobody has time to read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worse assessment. Let the model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follow-ups and summarize with links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excerpt; grading, accusations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sensitive stay with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your neighbor challenges one hidden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 does this also measure fluency,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paid-tool access, or comfort speaking under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pressure? TEQSA's guidance backs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contextual, multiple approaches.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worksheet is our version of it. Output: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sketch you can review, then a small pilot.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purpose-built machine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Defend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much power to hold casually. Prove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value constantly.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trying to prove who typed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sentence. Ask whether the student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it, challenge it, change it, apply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and defend it. That means teaching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changes: how we put agents in the room,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model using them, how we design group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around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kid next to the Casio owner didn't need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watch. The kid with no car never 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clay. The same tool that lets Johnny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phone it in is the one that can hand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sculptor the clay. Which one happens is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decision, and it's ours.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 great deal of data and a great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deal of power. Too much to hold casually.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value has to be proven, constantly,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educators and students, or the data should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exist. No ambling through conversations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dispensing answers. A purpose-built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There are technical ways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come find me after.</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Liang et al. (2023), GPT detectors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biased against non-native English writers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https://doi.org/10.1016/j.patter.2023.100779,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Koedinger and Aleven (2007), Exploring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Assistance Dilemma in Experiments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Cognitive Tutors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https://doi.org/10.1007/s10648-007-9049-0),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Educational Psychology Review 19(3, 239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Bastani et al. (2025), Generative AI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guardrails can harm learning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https://doi.org/10.1073/pnas.2422633122),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PNAS.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[correction](https://doi.org/10.1073/pnas.2518204122)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(August 2025 fixes an author affiliation;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 result changed.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Soderstrom and Bjork (2015), Learning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versus performance: 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https://doi.org/10.1177/1745691615569000),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Perspectives on Psychological Science 10(2,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176 to 199.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Skitka, Mosier and Burdick (1999),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bias decision-making?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https://doi.org/10.1006/ijhc.1999.0252),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International Journal of Human-Computer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Studies 51(5, 991 to 1006.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TEQSA (2023), Assessment reform for the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artificial 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https://www.teqsa.gov.au/guides-resources/resources/corporate-publications/assessment-reform-age-artificial-intelligence.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Outsmart Your Lying, Cheating Students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handout edition generated from current reviewed talk materials</dc:description>
  <dcterms:created xsi:type="dcterms:W3CDTF">2026-09-07T02:31:12Z</dcterms:created>
</cp:coreProperties>
</file>