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Give each job exactly enough agent. Prove every repair. Let the app ask for its own scale.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Rewritten 2026-09-06 from Dan's notes. 40 minutes, 15 slides, four audience moments, no Q&amp;A. Add five minutes for a 45-minute booking. The design is Dan's; the incidents are composites of real integrations with the names filed off. Say that once, on slide 1, and never apologize for it again.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[Presenter scripts](../packets/adaptive-systems/script-40min.md) · [Contracts](../packets/adaptive-systems/contracts.md) · [Memory pattern and prompt](../packets/adaptive-systems/memory-pattern.md) · [Walkthrough](../packets/adaptive-systems/demo.md) · [Evidence](../packets/adaptive-systems/evidence-bank.md)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Regenerate scripts, adaptations and the browser deck with `bun artifacts/speaking-portfolio-expanded/build-talk.ts adaptive-systems`.</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Yesterday: zip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Today: postal_code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ingest stops. The status page is green.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API still returns 200. Authentication works. The vendor's status page is green. Your ingest is broken because somebody renamed a field. If you work around B2B integrations, this is a very boring way to have a very expensive morning.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promise of this talk. An application can notice that, investigate it, propose a fix, prove the fix, and keep the other ninety-eight percent of records flowing, all before you wake up. And it can do that without ever holding a permission you would be scared to give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design is mine. The incidents are composites; I have had this exact morning more than once. We will follow one address ingest job through a rename, a change in meaning, and a provider that stops answering.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vendor rename you actually lived through. Name the field, the hour you noticed, and what it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Hands up for a 200 response that carried a breaking change. Take one story, thirty seconds, and return to the ingest job.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the baseline is diff the schema and page a human; the agent has to beat that on time to recover without adding false repairs.</a:t>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01:45 to 05:15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Browsers, CLIs, every SaaS: an agent layer you opt out of with --no-agent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Ten tools is forty-five pairs. One more integration is not one more path.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Accidents first. Then people who mean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Zoom out from the ingest job. The assistant with every customer's data and a toolbox that can send email, issue refunds, delete records and ship code is not a design we get to decline. It is arriving one integration at a time, and not only in our products.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hazard, and it applies to the small systems too. Risk does not grow with the number of tools. It grows with the pathways between them, and every integration multiplies those. Ten tools is forty-five pairs before you count chains. Plug in one SaaS with a dozen endpoints and you did not add twelve capabilities; you added hundreds of routes from something the agent can read to something it can do. Nobody reviews those combinations. Not your security team, not the model, not you at three in the morning. The dangerous pairing is never on the roadmap. It gets discovered.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question is not whether to grant access. It is how many pathways are live at once. The big assistant still exists; it just never has all of its hands full at the same time, because it conjures a small agent per job with exactly enough.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own near miss with an over-permissioned agent, or the tool pairing you only noticed after it fired.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10 → 45 on the board. Ask who could list every read-to-write pathway in the agent they run today. Pause on the third line; let the room feel that the accident case is the common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most of the damage will be accidents before anyone means it, and a renamed field is untrusted input read by something that can act.</a:t>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01:45 to 05:15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Browsers, CLIs, every SaaS: an agent layer you opt out of with --no-agent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Ten tools is forty-five pairs. One more integration is not one more path.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Accidents first. Then people who mean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Zoom out from the ingest job. The assistant with every customer's data and a toolbox that can send email, issue refunds, delete records and ship code is not a design we get to decline. It is arriving one integration at a time, and not only in our products.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hazard, and it applies to the small systems too. Risk does not grow with the number of tools. It grows with the pathways between them, and every integration multiplies those. Ten tools is forty-five pairs before you count chains. Plug in one SaaS with a dozen endpoints and you did not add twelve capabilities; you added hundreds of routes from something the agent can read to something it can do. Nobody reviews those combinations. Not your security team, not the model, not you at three in the morning. The dangerous pairing is never on the roadmap. It gets discovered.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question is not whether to grant access. It is how many pathways are live at once. The big assistant still exists; it just never has all of its hands full at the same time, because it conjures a small agent per job with exactly enough.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own near miss with an over-permissioned agent, or the tool pairing you only noticed after it fired.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10 → 45 on the board. Ask who could list every read-to-write pathway in the agent they run today. Pause on the third line; let the room feel that the accident case is the common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most of the damage will be accidents before anyone means it, and a renamed field is untrusted input read by something that can act.</a:t>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05:15 to 07:00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Tailored prompt, minimum tools, hard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Tool search on request, policy decides, request logged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Orchestrator loops: done, more help, or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shape. An orchestrator reads the failure and writes a job: goal, evidence it may read, actions it may take, deadline, spend, and the conditions that end it. Then it generates an agent for that job with a tailored prompt and only the tools it expects to need. A schema-diff agent gets read access to two samples and a contract. It does not get the database.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the agent needs something else, it asks. Dynamic tool search lets it discover a tool; policy decides whether this job may have it; the request and the answer are logged whether or not it was granted. That log is the most interesting file in the system.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the prototype's first denied tool request was, and what it revealed.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Draw the three boxes: orchestrator, generated agent, tool catalog with policy gate. Show one request crossing the gate and being refused.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07:00 to 08:30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High-risk classes: write, send, pay, delete, deploy, export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Reads customer data? Then it never posts to a vendor.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signed URL is a credential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guards do most of the work. First, tools come in risk classes. Read is cheap to grant. Write, send, pay, delete, deploy and export each need their own approval path, and a generated agent gets at most one of them per job. Do not smuggle a destructive migration through a tool called repair mapping.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Second, watch the boundary between systems. An agent that can read customer data and an agent that can post to a vendor are two agents, with a filter between them. That is where data leaks: not through the model being evil, but through a tool result flowing into the next tool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Saltzer and Schroeder (1975), [The Protection of Information in Computer Systems](https://doi.org/10.1109/PROC.1975.9939), Proceedings of the IEEE 63(9), 1278 to 1308. Least privilege is their principle (f).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client setup with local models for sensitive data and a frontier orchestrator. Say which parts were real and which are the stronger design you would build now.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Point at the filter between worker and planner. Ask what else crosses it: prompts, traces, error bodies, notification previews.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this is least privilege, written down by Saltzer and Schroeder in 1975; a per-job agent is the first design where complying is easier than not.</a:t>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08:30 to 09:45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zip → postal_code: investigate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status: true → pending: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ingest. A name resemblance is a hypothesis, not evidence. A postal code is not always a US ZIP. Keep the leading zero, keep the country, and remember ZIP+4 has a four-digit extension that somebody, somewhere, is joining 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generated agent may propose a reversible mapping when evidence supports equivalence, and it must quarantine the rest. An unexplained business-state change goes to an owner with samples and a question. Automatic recovery is useful precisely because it has somewhere honest to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Show {zip:"02108"} and {postal_code:"02108"}, then {status:"pending"}. Ask what evidence is missing in each. Two answers, then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a Boolean status becoming an enum is the hard case — pending does not become true because both are truthy. A repair ships as a versioned artifact with a rollback, and it has to pass fixtures it did not write.</a:t>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09:45 to 12:45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Rename → validated mapping, canary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Unknown status → quarantine, owner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Lost response → reconcile, hold the reservation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the design. The rename has contract evidence. The conjured diff agent proposes copy-string; now reveal the fixtures one at a time and let the room reject the one that must not be repaired. Passing both, policy permits a canary of that mapping version and the job continues for matching records.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status change has no semantic evidence. The job isolates affected records, reports what is incomplete, and hands an owner the samples and the exact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provider timeout has an uncertain outcome. The controller queries the saved job ID instead of submitting again, and where it cannot, it holds the unresolved operation and its reservation.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events, three different right answers, none of them success or failure. If your dashboard only has two states, it is hiding the most interesting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Five minutes from demo.md. Reveal fixtures before expected results. Ask the room for the next decision before showing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the same orchestrator can ask for its own scale inside a per-customer budget; that is slide 11 in the long version, and the mechanics are a companion talk.</a:t>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12:45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Conjure exactly enough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Prove the repair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Remember the known case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return to the assistant with everything. It is still coming; nothing on these slides stops it, and I would not want them to. What changed is how many of its pathways are live at once. Not one agent holding every combination, which nobody can check. Many small ones you can afford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Pick one integration that already costs your team mornings. Give it a conjured agent with a bounded way to investigate, a test it did not write, and a place to record what happened. Or start with one reporting agent: keep its execution observations, make it check them before returning work, and measure whether the same mistake comes back. That is enough to start.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Land on the third line. 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Saltzer and Schroeder (1975), [The Protection of Information in Computer Systems](https://doi.org/10.1109/PROC.1975.9939), Proceedings of the IEEE 63(9), 1278 to 1308. Least privilege is their principle (f).</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slide2-1.png"/><Relationship Id="rIdSvg1" Type="http://schemas.openxmlformats.org/officeDocument/2006/relationships/image" Target="../media/slide2-1.sv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slide3-1.png"/><Relationship Id="rIdSvg1" Type="http://schemas.openxmlformats.org/officeDocument/2006/relationships/image" Target="../media/slide3-1.sv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slide5-1.png"/><Relationship Id="rIdSvg1" Type="http://schemas.openxmlformats.org/officeDocument/2006/relationships/image" Target="../media/slide5-1.sv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 Id="rIdImage1" Type="http://schemas.openxmlformats.org/officeDocument/2006/relationships/image" Target="../media/slide6-1.png"/><Relationship Id="rIdSvg1" Type="http://schemas.openxmlformats.org/officeDocument/2006/relationships/image" Target="../media/slide6-1.svg"/></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 Id="rIdImage1" Type="http://schemas.openxmlformats.org/officeDocument/2006/relationships/image" Target="../media/slide7-1.png"/><Relationship Id="rIdSvg1" Type="http://schemas.openxmlformats.org/officeDocument/2006/relationships/image" Target="../media/slide7-1.svg"/></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 Id="rIdImage1" Type="http://schemas.openxmlformats.org/officeDocument/2006/relationships/image" Target="../media/slide8-1.png"/><Relationship Id="rIdSvg1" Type="http://schemas.openxmlformats.org/officeDocument/2006/relationships/image" Target="../media/slide8-1.svg"/></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Adaptive, agentic apps</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15-minute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7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07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vendor renamed a field</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e213641347c0f0d86f4d985b64e0e6c7512779956fa14ed978d3f3b7b34adca0" descr="HTTP success does not establish that the payload still matches your contract."/>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Yesterday: zip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Today: postal_code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Your ingest stops. The status page is green.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API still returns 200. Authentication works.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vendor's status page is green. Your ingest is broken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because somebody renamed a field. If you work around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B2B integrations, this is a very boring way to have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very expensive morning.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Here is the promise of this talk. An application can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notice that, investigate it, propose a fix, prove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fix, and keep the other ninety-eight percent of</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records flowing, all before you wake up. And it can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do that without ever holding a permission you would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 scared to give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design is mine. The incidents are composites; I</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have had this exact morning more than once. We will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follow one address ingest job through a rename,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change in meaning, and a provider that stops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answering.</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07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Sorry, You're Building It</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c6f0fbb68e5ce78026448103d918b67135212db9e9f49deb90f1f192122fe3b4" descr="Every integration multiplies the pathways from something the agent can read to something it can do; nobody reviews the combination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Browsers, CLIs, every SaaS: an agent layer you opt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out of with --no-agent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Ten tools is forty-five pairs. One more integration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is not one more path.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Accidents first. Then people who mean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Zoom out from the ingest job. The assistant with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every customer's data and a toolbox that can send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email, issue refunds, delete records and ship code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not a design we get to decline. It is arriving one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integration at a time, and not only in our products.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Here is the hazard, and it applies to the small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systems too. Risk does not grow with the number of</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tools. It grows with the pathways between them,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every integration multiplies those. Ten tools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forty-five pairs before you count chains. Plug in one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SaaS with a dozen endpoints and you did not add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twelve capabilities; you added hundreds of routes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from something the agent can read to something it can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do. Nobody reviews those combinations. Not your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security team, not the model, not you at three in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morning. The dangerous pairing is never on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roadmap. It gets discovered.</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07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Sorry, You're Building It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So the question is not whether to grant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access. It is how many pathways are live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once. The big assistant still exists; it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just never has all of its hands full 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time, because it conjures a small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per job with exactly enough.</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07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Conjure the agent the job needs</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49192e4dea5444b92308c41ff8684a327f20855daa9a1cd61a760fa369e7fb39" descr="The orchestrator writes a tailored prompt, selects the minimum tools from a catalog, and loops until the job is done or must stop."/>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Tailored prompt, minimum tools, hard budget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Tool search on request, policy decides, request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logged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Orchestrator loops: done, more help, or stop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Here is the shape. An orchestrator reads the failure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writes a job: goal, evidence it may read, actions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it may take, deadline, spend, and the conditions that</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end it. Then it generates an agent for that job with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tailored prompt and only the tools it expects to</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need. A schema-diff agent gets read access to two</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samples and a contract. It does not get the database.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If the agent needs something else, it asks. Dynamic</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tool search lets it discover a tool; policy decides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whether this job may have it; the request and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answer are logged whether or not it was granted. That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log is the most interesting file in the system.</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07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Guard the tools that can hurt</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85c7c5e5c6397daf9bbbe87ad34332d968ebbb3adc9c16b8b4f1195b93398de8" descr="Proposed boundary: the dispatcher grants worker access; only allowlisted status returns to the planner."/>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High-risk classes: write, send, pay, delete, deploy,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export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Reads customer data? Then it never posts to a vendor.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signed URL is a credential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Two guards do most of the work. First, tools come in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risk classes. Read is cheap to grant. Write, send,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pay, delete, deploy and export each need their own</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approval path, and a generated agent gets at most one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of them per job. Do not smuggle a destructive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migration through a tool called repair mapping.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Second, watch the boundary between systems. An agent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that can read customer data and an agent that can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post to a vendor are two agents, with a filter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between them. That is where data leaks: not through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model being evil, but through a tool result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flowing into the next tool call.</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07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Repair syntax; prove meaning</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761b061f86238b43b59089f47fb3a955ed6b83f7f51e1073ce392879feb924da" descr="A documented rename can preserve meaning; an undefined business state needs an owner."/>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zip → postal_code: investigate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status: true → pending: stop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Back to the ingest. A name resemblance is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hypothesis, not evidence. A postal code is not always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US ZIP. Keep the leading zero, keep the country,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remember ZIP+4 has a four-digit extension that</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somebody, somewhere, is joining 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 the generated agent may propose a reversible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mapping when evidence supports equivalence, and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must quarantine the rest. An unexplained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business-state change goes to an owner with samples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a question. Automatic recovery is useful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precisely because it has somewhere honest to stop.</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07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Walkthrough: one ingest, three decisions</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e3a416f7af999aa267b26b235a9a87ce39013671fd2840fa5f9d8776e7e01026" descr="Recovery, quarantine and reconciliation are all legitimate outcomes of the same ingest job."/>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Rename → validated mapping, canary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Unknown status → quarantine, owner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Lost response → reconcile, hold the reservation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Run the design. The rename has contract evidence.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conjured diff agent proposes copy-string; now reveal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fixtures one at a time and let the room reject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one that must not be repaired. Passing both,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policy permits a canary of that mapping version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job continues for matching records.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The status change has no semantic evidence. The job</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isolates affected records, reports what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incomplete, and hands an owner the samples and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exact question.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provider timeout has an uncertain outcome.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controller queries the saved job ID instead of</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submitting again, and where it cannot, it holds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unresolved operation and its reservation.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Three events, three different right answers, none of</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them success or failure. If your dashboard only has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two states, it is hiding the most interesting one.</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07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next surprise should cost less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Conjure exactly enough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Prove the repair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Remember the known case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return to the assistant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everything. It is still coming; nothing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these slides stops it, and I would not want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them to. What changed is how many of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pathways are live at once. Not one agent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holding every combination, which nobody can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check. Many small ones you can afford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Pick one integration that already costs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team mornings. Give it a conjured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with a bounded way to investigate,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test it did not write, and a place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record what happened. Or start with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reporting agent: keep its execution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observations, make it check them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returning work, and measure whether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mistake comes back. That is enough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Saltzer and Schroeder (1975),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Protection of Information in Computer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https://doi.org/10.1109/PROC.1975.9939),</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Proceedings of the IEEE 63(9), 1278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1308. Least privilege is their principle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10</Slides>
  <Notes>10</Notes>
</Properties>
</file>

<file path=docProps/core.xml><?xml version="1.0" encoding="utf-8"?>
<cp:coreProperties xmlns:cp="http://schemas.openxmlformats.org/package/2006/metadata/core-properties" xmlns:dc="http://purl.org/dc/elements/1.1/" xmlns:dcterms="http://purl.org/dc/terms/" xmlns:xsi="http://www.w3.org/2001/XMLSchema-instance">
  <dc:title>Adaptive, agentic apps</dc:title>
  <dc:creator>Dan Levy</dc:creator>
  <dc:description>handout edition generated from current reviewed talk materials</dc:description>
  <dcterms:created xsi:type="dcterms:W3CDTF">2026-09-07T02:31:12Z</dcterms:created>
</cp:coreProperties>
</file>