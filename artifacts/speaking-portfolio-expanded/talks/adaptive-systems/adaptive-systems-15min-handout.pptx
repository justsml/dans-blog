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scripts](script-40min.md) · [Contracts](contracts.md) · [Memory pattern and prompt](memory-pattern.md) · [Walkthrough](demo.md) · [Evidence](evidence-bank.md)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05:15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this is least privilege, written down by Saltzer and Schroeder in 1975; a per-job agent is the first design where complying is easier than not.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Boolean status becoming an enum is the hard case — pending does not become true because both are truthy. A repair ships as a versioned artifact with a rollback, and it has to pass fixtures it did not write.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09:45 to 12:45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12:45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them to. What changed is how many of its pathways are live at once. Not one agent holding every combination, which nobody can check.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hazard, and it applies to the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systems too. Risk does not grow with the number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It grows with the pathways between them,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integration multiplies those. Ten tools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forty-five pairs before you count chains. Plug in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SaaS with a dozen endpoints and you did not add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twelve capabilities; you added hundreds of routes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something the agent can read to something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Nobody reviews those combinations. Not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security team, not the model, not you at three in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morning. The dangerous pairing is never 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roadmap. It gets discovered.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the question is not whether to grant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It is how many pathways are live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once. The big assistant still exists;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 never has all of its hands full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time, because it conjures a small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watch the boundary between systems. An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can read customer data and an agent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post to a vendor are two agents, with a filter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them. That is where data leaks: not through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model being evil, but through a tool result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flowing into the next tool call.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Not one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holding every combination, which nobody can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 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2026-09-08T03:01:16Z</dcterms:created>
</cp:coreProperties>
</file>