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scripts](script-40min.md) · [Contracts](contracts.md) · [Memory pattern and prompt](memory-pattern.md) · [Walkthrough](demo.md) · [Evidence](evidence-bank.md)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hazard, and it applies to the small systems too. Risk does not grow with the number of tools. It grows with the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grant access. It is how many pathways are live at once. The big assistant still exists; it just never has all of its hands full at the same time, because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 a confident mapping, a helpful cleanup, a tool called with the wrong ID — and a renamed field is untrusted input read by something that can act.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hazard, and it applies to the small systems too. Risk does not grow with the number of tools. It grows with the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grant access. It is how many pathways are live at once. The big assistant still exists; it just never has all of its hands full at the same time, because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 a confident mapping, a helpful cleanup, a tool called with the wrong ID — and a renamed field is untrusted input read by something that can act.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07:15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loops on the result: done, needs another specialist, or must stop. A diff agent hands to a fixture-writer hands to a reviewer, each with its own blast radius, each disposable when finished. Nobody rents a committee every time a CSV arrives —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prototype on my own integrations. I am not giving you a success rate today because I do not have one I trust.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07:15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loops on the result: done, needs another specialist, or must stop. A diff agent hands to a fixture-writer hands to a reviewer, each with its own blast radius, each disposable when finished. Nobody rents a committee every time a CSV arrives —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prototype on my own integrations. I am not giving you a success rate today because I do not have one I trust.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10:45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written down by Saltzer and Schroeder in 1975. We have been nodding at it for fifty years while shipping service accounts that can do anything. A per-job agent is the first thing I have built where complying is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signed download URL is a bearer credential; handing it to a model while asking the model not to use it is hope, not isolation.</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15:00 to 16:15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16:15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17:30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Scaling is still an infra decision made once for everyone —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charged to this job rather than a shared cluster. That is a new product surface: a customer buys a faster turnaround, and finance caps one workflow instead of an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compute guard is the tool guard — an approved catalog, enforced leases, and no unapproved region no matter how good the latency looks. Whatever the app changed today, an engineer sees it in one report, and authority widens only from measured outcomes on the same recorded incidents: recoveries, but also false repairs, dropped records, cost and human corrections.</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23:15 to 25:15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and widen authority per class from evidence about that class. Same discipline for tools and for compute. It is also the loop that tunes its own fan-out: acceptance up and false repairs flat, that job class gets more parallel attempts and a bigger budget; false repairs up, both come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25:15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or runs shell commands. Give it working memory for this job — goal, constraints, draft, unresolved checks — and observational memory across jobs: what it generated, what actually ran, what failed. Then make it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and reports the wrong population. A preflight check the agent did not write rejects it before dispatch. Record the draft, the failed check, the correction. Next time, retrieve that pattern while the agent is still drafting, fix the omission before returning the SQL, and run the check again. That is adaptive behavior built from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remembered output is untrusted data and grants no new permissions; the copyable prompt and record format are in the handout.</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them to. What changed is how many of its pathways are live at once. Not one agent holding every combination, which nobody can check.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a Pager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hazard, and it applies to the small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systems too. Risk does not grow with the number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It grows with the pathways between them,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integration multiplies those. Ten tools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forty-five pairs before you count chains. Plug in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SaaS with a dozen endpoints and you did not add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twelve capabilities; you added hundreds of routes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something the agent can read to something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Nobody reviews those combinations. Not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security team, not the model, not you at three in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morning. The dangerous pairing is never 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roadmap. It gets discovered.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the question is not whether to grant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It is how many pathways are live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once. The big assistant still exists;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 never has all of its hands full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time, because it conjures a small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loops on the result: done,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another specialist, or must stop.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 agent hands to a fixture-writer hands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 reviewer, each with its own blast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radius, each disposable when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rents a committee every time a CSV</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arrives — the known mapping runs as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only the unfamiliar case conjures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prototype on my own integrations.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am not giving you a success rate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I do not have one I trust. I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the log of denied tool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taught me more about my own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written down by Saltzer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Schroeder in 1975. We have been nodding at it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fifty years while shipping service accounts that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anything. A per-job agent is the first thing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built where complying is easier than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watch the boundary between systems. An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can read customer data and an agent that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post to a vendor are two agents, with a filter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between them. That is where data leaks: not through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model being evil, but through a tool result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flowing into the next tool call.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Compute Is a Tool Too</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Scaling is still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 replica counts, instance classes, an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charged to this job rather than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shared cluster. That is a new product surface: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customer buys a faster turnaround, and finance caps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workflow instead of an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Per Class, Never Per Streak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 authority per class from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that class. Same discipline for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for compute. It is also the loop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tunes its own fan-out: acceptance up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false repairs flat, that job class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parallel attempts and a bigger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up, both come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shell commands. Give it working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job — goal, constraints,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unresolved checks — and observational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memory across jobs: what it generated,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ran, what failed. Then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that history before it hands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reports the wrong population.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preflight check the agent did not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it before dispatch.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failed check, the correction.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time, retrieve that pattern while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is still drafting, fix the omission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returning the SQL, and run the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 That is adaptive behavior built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and a 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Not one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holding every combination, which nobody can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 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2026-09-08T03:01:16Z</dcterms:created>
</cp:coreProperties>
</file>