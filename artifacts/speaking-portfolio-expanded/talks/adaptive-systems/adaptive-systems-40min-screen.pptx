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vendor renamed a field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![HTTP success does not establish that the payload still matches your contract.](../../../../public/talks/assets/adaptive-systems/01-a-successful-response-can-break-ingest.svg)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Bar Is a Pager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combinations.](../../../../public/talks/assets/adaptive-systems/03-the-assistant-with-everything.svg)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ship a chat that drives the page. WebMCP lets an agent act on any site that opts in, and that list only grows. Soon your CLI takes English by default and you pass `--no-agent` to get the old behavior back. I know who to blame: the kids. Actually, the kids hate AI. It will be their kids who demand a safety blanket on everything, and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 people who mean it. That renamed field can carry a sentence aimed at the model, because a vendor payload is untrusted input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08:30 to 12:00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stop.](../../../../public/talks/assets/adaptive-systems/04-conjure-the-agent-the-job-needs.svg)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planner.](../../../../public/talks/assets/adaptive-systems/13-keep-access-capabilities-out-of-the-planner.svg)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written down by Saltzer and Schroeder in 1975. We have been nodding at it for fifty years while shipping service accounts that can do anything. A per-job agent is the first thing I have built where complying is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and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Repair syntax; prove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documented rename can preserve meaning; an undefined business state needs an owner.](../../../../public/talks/assets/adaptive-systems/04-a-rename-is-not-a-new-meaning.svg)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repair is a versioned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18:30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![Promote a tested mapping within its allowed scope; reconcile writes if you roll back.](../../../../public/talks/assets/adaptive-systems/05-a-repair-has-a-version-and-a-scope.svg)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agent does not write its own exam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Held-out fixtures under separate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Conflicting old and new fields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Watch the denominator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where we try to embarrass the repair before a customer does. The agent that proposed the mapping does not author the only tests that judge it. Regression fixtures and held-out cases live under separate control, and a generated fixture-writer agent adds to them without seeing the proposal.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Schema validation says the output has the right shape. It cannot say an address is deliverable. So release to a narrow slice, compare accepted against quarantined, and watch downstream invariants. A high success count is worthless if the denominator quietly shrank.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Keep the fixtures hidden. They are revealed in the walkthrough.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lost response leaves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21:30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![Reconcile the operation identity before another submission; retain unresolved reservations.](../../../../public/talks/assets/adaptive-systems/09-a-lost-response-leaves-an-unknown-outcome.svg)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one ingest, three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26:00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![Recovery, quarantine and reconciliation are all legitimate outcomes of the same ingest job.](../../../../public/talks/assets/adaptive-systems/10-three-events-require-three-decisions.svg)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lease.](../../../../public/talks/assets/adaptive-systems/11-scale-becomes-a-capability.svg)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Scaling is still an infra decision made once for everyone —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charged to this job rather than a shared cluster. That is a new product surface: a customer buys a faster turnaround, and finance caps one workflow instead of an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tool guard. The agent chooses from a catalog of approved instance classes, the scheduler enforces leases and teardown, and an unapproved faster region is not a candidate no matter how good the latency looks. The mechanics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Ironies of Automation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28:30 to 31:30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policy inputs, validator result, executed action. That is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Lisanne Bainbridge, 1983, Ironies of Automation: automating the routine cases does not remove the human, it promotes them to monitoring a system that is almost always right, and people are measurably bad at that job. Skitka and colleagues put numbers on it in 1999 — on the events the aid got wrong, people with a highly but imperfectly reliable aid did worse than people with no aid at all. So keep the report short, ranked, and usually almost empty. A digest nobody finishes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Per Class, Never Per Streak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31:30 to 34:00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and widen authority per class from evidence about that class. Same discipline for tools and for compute. It is also the loop that tunes its own fan-out: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34:00 to 37:30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or runs shell commands. Give it working memory for this job — goal, constraints, draft, unresolved checks — and observational memory across jobs: what it generated, what actually ran, what failed. Then make it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and reports the wrong population. A preflight check the agent did not write rejects it before dispatch. Record the draft, the failed check, the correction. Next time, retrieve that pattern while the agent is still drafting, fix the omission before returning the SQL, and run the check again. That is adaptive behavior built from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attempts as well as successes, and the schema version with them, because a command that worked on yesterday's schema is a clue and not a warranty. A clean exit is execution evidence; a plausible report still needs a correctness check. Remembered output is untrusted data and grants no new permissions. The copyable prompt and the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next surprise should cost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Bar Is a Pager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Baseline: alert, wait for a person, replay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Agent: investigate, propose, prove, continue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Win condition: faster recovery, zero new false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repairs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Sorry, You're Building It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repair is a versioned artifact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agent does not write its own exam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Held-out fixtures under separate control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Conflicting old and new fields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Watch the denominator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lost response leaves a question</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Compute Is a Tool Too</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Ironies of Automation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Promoted changes and scope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Quarantined records and reasons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Outstanding jobs, reserved spend, denied tool</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requests</a:t>
            </a:r>
            <a:endParaRPr lang="en-US" sz="3150"/>
          </a:p>
        </p:txBody>
      </p:sp>
      <p:sp>
        <p:nvSpPr>
          <p:cNvPr id="10" name="Text 10"/>
          <p:cNvSpPr txBox="1"/>
          <p:nvPr/>
        </p:nvSpPr>
        <p:spPr>
          <a:xfrm>
            <a:off x="685800" y="56521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56521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Owner, evidence, next action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Per Class, Never Per Streak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Shadow: propose, apply nothing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Canary: one reversible change class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Expand: from correct recoveries, false repairs,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cost, interventions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smaller: remember what happened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returning: check relevant memory and correct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known mistakes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execution: record checks, outcome, correction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frequency</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executed and verified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states</a:t>
            </a:r>
            <a:endParaRPr lang="en-US" sz="3150"/>
          </a:p>
        </p:txBody>
      </p:sp>
      <p:sp>
        <p:nvSpPr>
          <p:cNvPr id="10" name="Text 10"/>
          <p:cNvSpPr txBox="1"/>
          <p:nvPr/>
        </p:nvSpPr>
        <p:spPr>
          <a:xfrm>
            <a:off x="685800" y="669226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669226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Memory is evidence, never permission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2026-09-08T03:01:16Z</dcterms:created>
</cp:coreProperties>
</file>