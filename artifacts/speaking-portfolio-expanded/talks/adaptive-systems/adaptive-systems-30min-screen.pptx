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03:30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most of the damage will be accidents — a confident mapping, a helpful cleanup, a tool called with the wrong ID — and a renamed field is untrusted input read by something that can act.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07:15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loops on the result: done, needs another specialist, or must stop. A diff agent hands to a fixture-writer hands to a reviewer, each with its own blast radius, each disposable when finished. Nobody rents a committee every time a CSV arrives —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prototype on my own integrations. I am not giving you a success rate today because I do not have one I trust.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10:45 to 13:15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written down by Saltzer and Schroeder in 1975. We have been nodding at it for fifty years while shipping service accounts that can do anything. A per-job agent is the first thing I have built where complying is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signed download URL is a bearer credential; handing it to a model while asking the model not to use it is hope, not isolation.</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13:15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15:00 to 16:15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repair also has to survive an exam it did not write; the walkthrough shows those fixtures.</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16:15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17:30 to 21:30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21:30 to 23:15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Scaling is still an infra decision made once for everyone —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charged to this job rather than a shared cluster. That is a new product surface: a customer buys a faster turnaround, and finance caps one workflow instead of an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compute guard is the tool guard — an approved catalog, enforced leases, and no unapproved region no matter how good the latency looks. Whatever the app changed today, an engineer sees it in one report, and authority widens only from measured outcomes on the same recorded incidents: recoveries, but also false repairs, dropped records, cost and human corrections.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23:15 to 25:15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and widen authority per class from evidence about that class. Same discipline for tools and for compute. It is also the loop that tunes its own fan-out: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25:15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or runs shell commands. Give it working memory for this job — goal, constraints, draft, unresolved checks — and observational memory across jobs: what it generated, what actually ran, what failed. Then make it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and reports the wrong population. A preflight check the agent did not write rejects it before dispatch. Record the draft, the failed check, the correction. Next time, retrieve that pattern while the agent is still drafting, fix the omission before returning the SQL, and run the check again. That is adaptive behavior built from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remembered output is untrusted data and grants no new permissions; the copyable prompt and record format are in the handout.</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them to. What changed is how many of its pathways are live at once. Not one agent holding every combination, which nobody can check.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Adaptive, agentic apps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vendor renamed a field</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02 / 13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Bar Is a Pager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Baseline: alert, wait for a person, replay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Agent: investigate, propose, prove, continue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Win condition: faster recovery, zero new false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repairs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03 / 13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Sorry, You're Building It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04 / 13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Conjure the agent the job needs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05 / 13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Guard the tools that can hurt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06 / 13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Repair syntax; prove meaning</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07 / 13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repair is a versioned artifact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08 / 13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lost response leaves a question</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09 / 13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one ingest, three decisions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10 / 13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Compute Is a Tool Too</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11 / 13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Widen Per Class, Never Per Streak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Shadow: propose, apply nothing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Canary: one reversible change class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Expand: from correct recoveries, false repairs,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cost, interventions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12 / 13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smaller: remember what happened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returning: check relevant memory and correct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known mistakes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execution: record checks, outcome, correction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frequency</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Generated, executed and verified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states</a:t>
            </a:r>
            <a:endParaRPr lang="en-US" sz="3150"/>
          </a:p>
        </p:txBody>
      </p:sp>
      <p:sp>
        <p:nvSpPr>
          <p:cNvPr id="10" name="Text 10"/>
          <p:cNvSpPr txBox="1"/>
          <p:nvPr/>
        </p:nvSpPr>
        <p:spPr>
          <a:xfrm>
            <a:off x="685800" y="669226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669226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Memory is evidence, never permission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13 / 13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next surprise should cost less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Conjure exactly enough</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Prove the repair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Remember the known case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A4D2C4"/>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screen edition generated from current reviewed talk materials</dc:description>
  <dcterms:created xsi:type="dcterms:W3CDTF">2026-09-08T03:01:16Z</dcterms:created>
</cp:coreProperties>
</file>