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name the owner who updates the corpus and invalidates stale knowledge; the R1 maintenance comparison is in the long route.</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1972: rare words matter more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 term specificity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1972 → 2026 = 54 years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Karen Spärck Jones published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in 1972.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word that appears in almost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tells you less about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you want than a rare term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 of an error code in a support query.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words "application error" occur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everywhere. The exact identifier narrows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search. That is a concrete reason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lexical evidence in a retrieval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also understands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Fifty-four years. We have had time to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 name on the slide. The point is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corpus frequency supplies evidence,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has a history and assumptions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inspect.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Vector Database, 1975</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Wong, Yang · vector space model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 latent 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 ·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described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in 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become weighted representations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support comparisons. In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described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 analysis using a low-rank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representation of term-document structure.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Modern neural embeddings differ in how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 and what they represent. The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continuity is representing text numerically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related material can be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despite imperfect word matching.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vector store gives you a place to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representations. It does not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relevance definition.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that a highly similar 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governs this customer. That work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vocabulary problem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customer says “stop billing”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 says “terminate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people can refer to the same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using different words. Furnas, Landauer,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Gomez, and Dumais studied that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human-system communication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customer says stop billing.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says terminate renewal. Exact matching has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problem. A semantic representation is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So are aliases, expansion,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indexing. An embedding is a method,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reason the problem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reverse it. Two documents both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 but one cancels a meeting and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cancels a subscription. Shared words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establish shared intent. Evaluation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cases for both vocabulary mismatch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misleading overlap.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Chunking is passage retrieval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Allan, Buckley ·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passage may cross your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retrieval was being studied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chunk-size arguments acquired a token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Salton, Allan, and Buckley compared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in 1993. Chunk size was an open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question in 1993 and a forum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thread in 2024. One of those had a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policy paragraph that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is allowed, followed by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for annual contracts. Split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between those paragraphs and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becomes a very persuasive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Make the chunk enormous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competes with a page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irrelevant material.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papers do not contain the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size for your current generator.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you experimental questions. What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we retrieving? What counts as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Are we measuring the passage,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or the answer produced from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one and the score may mean something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BM25 is still standing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BEIR, 2021: a robust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lexical, dense, and hybrid on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BEIR's 2021 experiments found BM25 a robust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baseline across heterogeneous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tasks. Reranking and late-interaction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 performed best on average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at higher computational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dated experimental result,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 that BM25 wins in 2026. It is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reason to include a cheap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measuring a new retriever. Exact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identifiers and unfamiliar domain language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places where a semantic-looking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disappoint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Those are the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search methods in the trenchcoat,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pitch usually names one of them. Run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on the same corpus, queries,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Otherwise you have compared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demonstrations and called the difference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improvement.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Fool's Golden Dataset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 added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to TREC-8 and compared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ranked before and after.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barely moved. Deep, diverse pools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Reader Stopped Being a Person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Retrieved text now sits beside instructions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gives evidence, not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document cannot grant a tool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a sentence in the retrieved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note telling the assistant to ignore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issue a credit. It may be relevant 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support corpus. It is still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ranking score answers how well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content matches a retrieval objective.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not authorize an action. Keep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and policy checks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document's control.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exception can supply facts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decision; it cannot change which account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tool is permitted to modify.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this boundary in the end-to-end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Retrieval success,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correctness, and action authorization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results. A useful citation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a document into a supervisor.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One instrument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 That is a fair joke about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retriever, and the coat is not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we inherited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What we left behind was the sixty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of checking whether the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was telling the truth. Go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documents your eval set never 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(1972),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in retrieval, Journal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28(1), 11–21. Author’s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publication archive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https://www.cl.cam.ac.uk/archive/ksj21/ksjdigipapers/ksjbib3.html.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(1975),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https://doi.org/10.1145/361219.361220),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Communications of the ACM 18(11), 613–620.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Dumais, Furnas, Landauer,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Harshman (1990), [Indexing by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Analysis](https://www.cs.csustan.edu/~mmartin/LDS/Deerwester-et-al.pdf),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JASIS 41(6, 391–407.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Furnas, Landauer, Gomez, and Dumais (1987),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vocabulary problem in human-system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https://doi.org/10.1145/32206.32212),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Communications of the ACM 30(11, 964–971.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Allan, and Buckley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to passage retrieval in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text information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https://doi.org/10.1145/160688.160693,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49–58.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Thakur et al. (2021), BEIR: A Heterogeneous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 for Zero-shot Evaluation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Models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https://openreview.net/pdf?id=wCu6T5xFjeJ,</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NeurIPS Datasets and Benchmarks. This slide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reports the 2021 experiment.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2026-09-07T02:31:11Z</dcterms:created>
</cp:coreProperties>
</file>