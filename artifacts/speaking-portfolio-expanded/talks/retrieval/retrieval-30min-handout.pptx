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08:30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17:00 to 21:00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artifacts/speaking-portfolio-expanded/talks/retrieval/pooling.ts`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name the owner who updates the corpus and invalidates stale knowledge; the R1 maintenance comparison is in the long route.</a:t>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Three Search Methods in a Fundable</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Trenchcoat</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sentence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RAG · embeddings · memory · MCP · judges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reading list under that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agent uses RAG over an embedding store,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adds memories to context, calls MCP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emits structured outputs, gets evaluated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LLM judge, and traces the whole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our agent observability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sentence used to be the talk.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Translate the nouns and everybody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behind. But knowing what the nouns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 does not tell us whether the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The useful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studied it already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spent years calling it search. Then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 vector database and raised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round. The product category changed.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of deciding whether the returned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material is useful did not wait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funding announcement.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bet, and the eight words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are joining an old field late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engineer's reading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with synthetic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exercises and sources attached.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we skipped useful evaluation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that IR researchers solved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RAG.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 words will do the work: term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vector space model,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passage retrieval,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 the Cranfield paradigm, pooling,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end we will use them to find a 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golden dataset. The hole will make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retriever look worse. Then we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whether that happens in a collection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built by people who knew to look for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1972: rare words matter more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 term specificity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1972 → 2026 = 54 years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Karen Spärck Jones published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in 1972.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word that appears in almost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tells you less about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you want than a rare term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 of an error code in a support query.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words "application error" occur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everywhere. The exact identifier narrows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search. That is a concrete reason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lexical evidence in a retrieval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also understands paraphrases.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Fifty-four years. We have had time to 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 name on the slide. The point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corpus frequency supplies evidence,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has a history and assumptions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inspect.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Vector Database, 1975</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Wong, Yang · vector space model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 latent 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 ·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described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in 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become weighted representations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support comparisons. In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described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 analysis using a low-rank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representation of term-document structure.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Modern neural embeddings differ in how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 and what they represent. The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continuity is representing text numerically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related material can be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despite imperfect word matching.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vector store gives you a place to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representations. It does not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relevance definition.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that a highly similar 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governs this customer. That work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vocabulary problem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customer says “stop billing”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 says “terminate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people can refer to the same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using different words. Furnas, Landauer,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Gomez, and Dumais studied that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human-system communication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customer says stop billing. The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says terminate renewal. Exact matching has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problem. A semantic representation is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So are aliases, expansion,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indexing. An embedding is a method,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the reason the problem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reverse it. Two documents both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 but one cancels a meeting and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cancels a subscription. Shared words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establish shared intent. Evaluation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cases for both vocabulary mismatch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misleading overlap.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Chunking is passage retrieval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Allan, Buckley ·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passage may cross your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retrieval was being studied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chunk-size arguments acquired a token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Salton, Allan, and Buckley compared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in 1993. Chunk size was an open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question in 1993 and a forum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thread in 2024. One of those had a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policy paragraph that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is allowed, followed by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for annual contracts. Split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between those paragraphs and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becomes a very persuasive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Make the chunk enormous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competes with a page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irrelevant material.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papers do not contain the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size for your current generator.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you experimental questions. What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we retrieving? What counts as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Are we measuring the passage,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or the answer produced from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one and the score may mean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BM25 is still standing there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BEIR, 2021: a robust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lexical, dense, and hybrid on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BEIR's 2021 experiments found BM25 a robust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baseline across heterogeneous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tasks. Reranking and late-interaction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 performed best on average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study, at higher computational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dated experimental result,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 that BM25 wins in 2026. It is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reason to include a cheap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measuring a new retriever. Exact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identifiers and unfamiliar domain language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places where a semantic-looking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disappoint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Those are the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methods in the trenchcoat,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pitch usually names one of them. Run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on the same corpus, queries,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Otherwise you have compared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demonstrations and called the difference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improvement.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Judge these five documents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current generic policy; 30-day notice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signed Acme addendum; “see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expired Acme terms;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 · current terms for another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 · support note; “probably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Acme asks whether it can cancel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fee. Which documents belong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supplied to answer 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for sixty seconds.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is current but generic. B is signed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but refers to a schedule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supplied. C has the answer we might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and is expired. D is about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E is an employee's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compare answers. You just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Relevant to the topic,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applicable to this customer, authoritative,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sufficient to answer are different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criteria. If the room agrees 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the question from "useful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"enough to authorize cancellation"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 Do not manufacture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for the punchline.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Bedfordshire, 1966</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Cleverdon, Mills, and Keen's Cranfield report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dated 1966. Fix a document collection, define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questions, judge relevance, and compare systems under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conditions. Sixty years later,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recognizable shape for an eval harness.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name is the Cranfield paradigm. It gives you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controlled comparison. It also forces choices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who writes the questions, who judges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what the collection represents.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golden dataset is a test collection with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flattering filename. Write down its collection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protocol. If it consists of whatever your first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retriever happened to find, the next slide is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Fool's Golden Dataset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 pool: A, B, C, D,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result: F · signed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Unjudged is not a relevance judgment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retrievers contributed A through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judgment pool. Our new retriever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F: the signed Schedule R referenced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B. It waives Acme's cancellation fee.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judged it because nobody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naive scorer treats unjudged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nonrelevant. Old top two, B and A: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 relevant, precision at two equals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New top two, B and F: only B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precision at two equals point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 F under the same rubric and the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run returns to one. We changed no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We fixed the instrument.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used pooling because judging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for every query was impractical.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Zobel investigated reliability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incomplete judgments. The risk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universal failure is not. In a 2022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recheck, Voorhees, Soboroff, and Lin added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to TREC-8 and compared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ranked before and after.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barely moved. Deep, diverse pools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had held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lesson we missed. They 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shortcut damaged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We called our first 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golden.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Assessors disagree. Rankings can survive.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Voorhees, 2000: changed judgments,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your comparison under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varied relevance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examined the resulting system rankings.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comparative results stayed stable despite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substantial judgment differences in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absolute score and an A-versus-B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make different demands 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labels. That does not mean a model judge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because it ranks two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means we have a specific test to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relabel a sample independently, then see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conclusions survive.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disagreement as data. Was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Did the rubric ask two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once? Did one assessor have the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and another not? A consensus label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that explanation can conceal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distinction the next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Reader Stopped Being a Person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Useful to inspect ≠ sufficient to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retrieval and the resulting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person inspecting a ranked list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that the signed addendum refers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schedule and go looking.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generator may instead turn the generic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thirty-day policy into a fluent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Acme.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can build abstention and verification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into that system. We cannot infer that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use them from a good retrieval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retrieved material must be applicable,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sufficiently complete, and represented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qualifiers the answer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the handoff. Did retrieval find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 Did context assembly keep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Did the answer cite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 exception? If the answer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checks locate the failure instead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blaming the nearest model.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Retrieved text now sits beside instructions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Relevance gives evidence, not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document cannot grant a tool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a sentence in the retrieved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note telling the assistant to ignore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issue a credit. It may be relevant 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support corpus. It is still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ranking score answers how well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content matches a retrieval objective.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not authorize an action. Keep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and policy checks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retrieved document's control.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exception can supply facts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decision; it cannot change which account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tool is permitted to modify.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this boundary in the end-to-end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Retrieval success,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correctness, and action authorization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results. A useful citation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turn a document into a supervisor.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Eight words. Sixty years. One instruction.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search methods. One instrument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never judged.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Vector space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Vocabulary problem. Passage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 The Cranfield paradigm.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Pooling.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words tell us why rare identifiers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why synonyms are hard,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needs its exception, and why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score depends on who judged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They are tools for investigating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failure, not a history quiz.</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search methods in a fundable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trenchcoat. That is a fair joke about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retriever, and the coat is not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we inherited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What we left behind was the sixty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of checking whether the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was telling the truth. Go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documents your eval set never judged.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(1972),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in retrieval, Journal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28(1), 11–21. Author’s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publication archive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https://www.cl.cam.ac.uk/archive/ksj21/ksjdigipapers/ksjbib3.html.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(1975),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https://doi.org/10.1145/361219.361220),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Communications of the ACM 18(11), 613–620.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Dumais, Furnas, Landauer,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Harshman (1990), [Indexing by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Analysis](https://www.cs.csustan.edu/~mmartin/LDS/Deerwester-et-al.pdf),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JASIS 41(6, 391–407.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Furnas, Landauer, Gomez, and Dumais (1987),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vocabulary problem in human-system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https://doi.org/10.1145/32206.32212),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Communications of the ACM 30(11, 964–971.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Allan, and Buckley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to passage retrieval in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text information 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https://doi.org/10.1145/160688.160693,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49–58.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Thakur et al. (2021), BEIR: A Heterogeneous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 for Zero-shot Evaluation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Models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https://openreview.net/pdf?id=wCu6T5xFjeJ,</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NeurIPS Datasets and Benchmarks. This slide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reports the 2021 experiment.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(1966), Factors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Determining the Performance of Indexing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Volume I, Design, Part 2,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Justin Zobel (1998), How reliable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 of large-scale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experiments?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https://doi.org/10.1145/290941.291014),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307–314.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(2022), [Can Old TREC Collections Reliably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Modern Neural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Models?](https://arxiv.org/abs/2201.11086).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1992.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Ellen M. Voorhees (2000), Variations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and the Measurement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Effectiveness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Processing &amp; Management 36(5,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697–716.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handout edition generated from current reviewed talk materials</dc:description>
  <dcterms:created xsi:type="dcterms:W3CDTF">2026-09-08T03:01:16Z</dcterms:created>
</cp:coreProperties>
</file>