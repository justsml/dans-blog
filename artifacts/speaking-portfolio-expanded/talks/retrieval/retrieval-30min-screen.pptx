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artifacts/speaking-portfolio-expanded/talks/retrieval/pooling.ts`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name the owner who updates the corpus and invalidates stale knowledge; the R1 maintenance comparison is in the long route.</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1972: rare words matter more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Karen Spärck Jones · term specificity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1972 → 2026 = 54 years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Vector Database, 1975</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Wong, Yang · vector space model · 1975</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Deerwester and colleagues · latent semantic analysis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1990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vocabulary problem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customer says “stop billing”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document says “terminate renewal”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Chunking is passage retrieval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Allan, Buckley · 1993</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passage may cross your boundary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BM25 is still standing there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BEIR, 2021: a robust lexical baseline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lexical, dense, and hybrid on your task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Retrieved text now sits beside instructions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Relevance gives evidence, not authority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document cannot grant a tool permission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2026-09-08T03:01:16Z</dcterms:created>
</cp:coreProperties>
</file>