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RAG · embeddings · memory · MCP · judges · traces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reading list under that pitch.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agent uses RAG over an embedding store, adds memories to context, calls MCP tools, emits structured outputs, gets evaluated by an LLM judge, and traces the whole thing through our agent observability platform.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sentence used to be the talk. Translate the nouns and everybody feels less behind. But knowing what the nouns mean does not tell us whether the retrieval works. The useful question is what the people who studied it already found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spent years calling it search. Then we called it a vector database and raised a round. The product category changed. The problem of deciding whether the returned material is useful did not wait for the funding announcement.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opening sentence quickly and straight-faced. Pause after it. Keep this hook in every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03:15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are joining an old field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an engineer's reading of information retrieval, with synthetic exercises and sources attached. The claim is that we skipped useful evaluation work, not that IR researchers solved every problem in RAG.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Eight words will do the work: term specificity, vector space model, vocabulary problem, passage retrieval, relevance judgment, the Cranfield paradigm, pooling, and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By the end we will use them to find a hole in a golden dataset. The hole will make a better retriever look worse. Then we will ask whether that happens in a collection built by people who knew to look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retrieval improvement your eval rejected because it found evidence outside the original expected set. Bring the query, old labels, new document, and rejudgment.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term specificity, vectors, vocabulary mismatch, and passage retrieval explain how we obtain candidates. Now judge the evidence they returned.</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03:15 to 05:15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current generic policy; 30-day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signed Acme addendum; “see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expired Acme terms; immediate cancellation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 · current terms for another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 · support note; “probably immediate”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Acme asks whether it can cancel today without a fee. Which documents belong in the evidence supplied to answer it? Work in pairs for sixty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is current but generic. B is signed and specific, but refers to a schedule we have not supplied. C has the answer we might like and is expired. D is about somebody else. E is an employee's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compare answers. You just made relevance judgments. Relevant to the topic, applicable to this customer, authoritative, and sufficient to answer are different criteria. If the room agrees perfectly, change the question from "useful evidence" to "enough to authorize cancellation" and compare again. Do not manufacture disagreement for the punchline.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60 seconds in pairs and collect two judgments with reasons. Do not reveal the missing schedule until slide 10. Use contracts.md for the full synthetic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05:15 to 06:45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Keen's Cranfield report is dated 1966. Fix a document collection, define questions, judge relevance, and compare systems under the same conditions. Sixty years later, that is a recognizable shape for an eval harness.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name is the Cranfield paradigm. It gives you a controlled comparison. It also forces choices about who writes the questions, who judges the evidence, and what the collection represents.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golden dataset is a test collection with a flattering filename. Write down its collection protocol. If it consists of whatever your first retriever happened to find, the next slide is about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06:45 to 09:45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Old pool: A, B, C, D, 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New result: F · signed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Unjudged is not a relevance 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retrievers contributed A through E to the judgment pool. Our new retriever finds F: the signed Schedule R referenced by B. It waives Acme's cancellation fee. Nobody judged it because nobody retrieved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naive scorer treats unjudged as nonrelevant. Old top two, B and A: two judged relevant, precision at two equals one. New top two, B and F: only B gets credit, precision at two equals point five. Judge F under the same rubric and the new run returns to one. We changed no retrieval output. We fixed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TREC used pooling because judging every document for every query was impractical. Zobel investigated reliability with incomplete judgments. The risk is real; universal failure is not. In a 2022 recheck, Voorhees, Soboroff, and Lin added judgments to TREC-8 and compared how the systems ranked before and after. The ordering barely moved. Deep, diverse pools had held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lesson we missed. They tested whether the shortcut damaged the comparison. We called our first results golden.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`bun artifacts/speaking-portfolio-expanded/talks/retrieval/pooling.ts` after revealing F. Walk through 2/2, 1/2, then 2/2. Explain that the metric measures topical relevance, not sufficiency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09:45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2000: changed judgments, stable comparisons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your comparison under more than one assessor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varied relevance judgments and examined the resulting system rankings. The comparative results stayed stable despite substantial judgment differences in those experiments.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absolute score and an A-versus-B ordering make different demands on the labels. That does not mean a model judge is trustworthy because it ranks two answers. It means we have a specific test to run: relabel a sample independently, then see which conclusions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disagreement as data. Was the case ambiguous? Did the rubric ask two questions at once? Did one assessor have the signed schedule and another not? A consensus label without that explanation can conceal exactly the distinction the next system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11:30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Useful to inspect ≠ sufficient to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retrieval and the resulting answer separately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person inspecting a ranked list can notice that the signed addendum refers to a missing schedule and go looking. Our generator may instead turn the generic thirty-day policy into a fluent answer about Acme.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can build abstention and verification into that system. We cannot infer that it will use them from a good retrieval score. The retrieved material must be applicable, sufficiently complete, and represented with the qualifiers the answer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Evaluate the handoff. Did retrieval find B and F? Did context assembly keep their relationship? Did the answer cite the actual exception? If the answer is wrong, those checks locate the failure instead of blaming the nearest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retrieved text supplies evidence, never tool authority. Name a corpus owner and an update path.</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One instrument nobody checked.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Find the documents your eval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Vector space model. Vocabulary problem. Passage retrieval. Relevance judgment. The Cranfield paradigm. Pooling.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words tell us why rare identifiers matter, why synonyms are hard, why a passage needs its exception, and why the score depends on who judged which documents. They are tools for investigating a failure, not a history quiz.</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 That is a fair joke about the retriever, and the coat is not the problem. Lexical, dense, hybrid: we inherited all three. What we left behind was the sixty years of checking whether the score underneath was telling the truth. Go find the documents your eval set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title line once, flat, then drop to the instruction. Leave the B/F example up during questions. Keep all eight terms in the notes; the screen closes on the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Three Search Methods in a Fundable Trenchcoat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sentence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RAG · embeddings · memory · MCP · judges · traces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There is a reading list under that pitch.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08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bet, and the eight words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 are joining an old field late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Term specificity → assessor disagreement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08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Judge these five documents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current generic policy; 30-day notice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signed Acme addendum; “see Schedule 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expired Acme terms; immediate cancellation</a:t>
            </a:r>
            <a:endParaRPr lang="en-US" sz="3150"/>
          </a:p>
        </p:txBody>
      </p:sp>
      <p:sp>
        <p:nvSpPr>
          <p:cNvPr id="10" name="Text 10"/>
          <p:cNvSpPr txBox="1"/>
          <p:nvPr/>
        </p:nvSpPr>
        <p:spPr>
          <a:xfrm>
            <a:off x="685800" y="51320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04</a:t>
            </a:r>
            <a:endParaRPr lang="en-US" sz="1875"/>
          </a:p>
        </p:txBody>
      </p:sp>
      <p:sp>
        <p:nvSpPr>
          <p:cNvPr id="11" name="Text 11"/>
          <p:cNvSpPr txBox="1"/>
          <p:nvPr/>
        </p:nvSpPr>
        <p:spPr>
          <a:xfrm>
            <a:off x="2000250" y="51320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 · current terms for another customer</a:t>
            </a:r>
            <a:endParaRPr lang="en-US" sz="3150"/>
          </a:p>
        </p:txBody>
      </p:sp>
      <p:sp>
        <p:nvSpPr>
          <p:cNvPr id="12" name="Text 12"/>
          <p:cNvSpPr txBox="1"/>
          <p:nvPr/>
        </p:nvSpPr>
        <p:spPr>
          <a:xfrm>
            <a:off x="685800" y="59188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05</a:t>
            </a:r>
            <a:endParaRPr lang="en-US" sz="1875"/>
          </a:p>
        </p:txBody>
      </p:sp>
      <p:sp>
        <p:nvSpPr>
          <p:cNvPr id="13" name="Text 13"/>
          <p:cNvSpPr txBox="1"/>
          <p:nvPr/>
        </p:nvSpPr>
        <p:spPr>
          <a:xfrm>
            <a:off x="2000250" y="59188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 · support note; “probably immediate”</a:t>
            </a:r>
            <a:endParaRPr lang="en-US" sz="3150"/>
          </a:p>
        </p:txBody>
      </p:sp>
      <p:sp>
        <p:nvSpPr>
          <p:cNvPr id="14" name="Text 14"/>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15" name="Text 15"/>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08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Cranfield, Bedfordshire, 1966</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a6b4d212c36d475ddccc3e605d3fe5942640332d496970d4988bbc2917bbc042" descr="Cranfield, Bedfordshire, 1966"/>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08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Fool's Golden Dataset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Old pool: A, B, C, D, 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New result: F · signed Schedule 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Unjudged is not a relevance judgment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08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Assessors disagree. Rankings can survive.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Voorhees, 2000: changed judgments, stable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comparisons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Test your comparison under more than one assessor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08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Reader Stopped Being a Person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Useful to inspect ≠ sufficient to answer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Score retrieval and the resulting answer separately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08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Eight words. Sixty years. One instruction.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Three search methods. One instrument nobody checked.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Find the documents your eval never judged.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8</Slides>
  <Notes>8</Notes>
</Properties>
</file>

<file path=docProps/core.xml><?xml version="1.0" encoding="utf-8"?>
<cp:coreProperties xmlns:cp="http://schemas.openxmlformats.org/package/2006/metadata/core-properties" xmlns:dc="http://purl.org/dc/elements/1.1/" xmlns:dcterms="http://purl.org/dc/terms/" xmlns:xsi="http://www.w3.org/2001/XMLSchema-instance">
  <dc:title>Three Search Methods in a Fundable Trenchcoat</dc:title>
  <dc:creator>Dan Levy</dc:creator>
  <dc:description>screen edition generated from current reviewed talk materials</dc:description>
  <dcterms:created xsi:type="dcterms:W3CDTF">2026-09-08T03:01:16Z</dcterms:created>
</cp:coreProperties>
</file>