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sentence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bet, and the eight words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1972: rare words matter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Karen Spärck Jones · term specificity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1972 → 2026 = 54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published a statistical interpretation of term specificity in 1972. A word that appears in almost every document tells you less about which document you want than a rare term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Think of an error code in a support query. The words "application error" occur everywhere. The exact identifier narrows the search. That is a concrete reason to keep lexical evidence in a retrieval system that also understands paraphrases.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Fifty-four years. We have had time to put her name on the slide. The point is that corpus frequency supplies evidence, and the evidence has a history and assumptions you can inspect.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Compare a generic support phrase with an exact error identifier. Ask the room which term it would retain in a hybrid query.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Vector Database,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Salton, Wong, Yang · vector space model ·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Deerwester and colleagues · latent semantic analysis · 1990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described a vector space model for automatic indexing in 1975. Documents become weighted representations that support comparisons. In 1990, Deerwester and colleagues described latent semantic analysis using a low-rank representation of term-document structure.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Modern neural embeddings differ in how they learn and what they represent. The useful continuity is representing text numerically so related material can be retrieved despite imperfect word matching.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vector store gives you a place to search those representations. It does not choose the right relevance definition. It does not tell you that a highly similar contract governs this customer. That work is still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vocabulary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customer says “stop billing”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document says “terminate renewal”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people can refer to the same thing using different words. Furnas, Landauer, Gomez, and Dumais studied that vocabulary problem in human-system communication in 1987.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customer says stop billing. The policy says terminate renewal. Exact matching has a problem. A semantic representation is one answer. So are aliases, expansion, and better indexing. An embedding is a method, not the reason the problem exists.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reverse it. Two documents both say cancel, but one cancels a meeting and one cancels a subscription. Shared words do not establish shared intent. Evaluation needs cases for both vocabulary mismatch and misleading overlap.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two phrases a customer uses that never appear in the internal docs.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Chunking is passage retrieval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12:30 to 14:30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Salton, Allan, Buckley · 1993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useful passage may cross your boundary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Passage retrieval was being studied before our chunk-size arguments acquired a token budget. Salton, Allan, and Buckley compared approaches in 1993. Chunk size was an open research question in 1993 and a forum thread in 2024. One of those had a control group.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policy paragraph that says cancellation is allowed, followed by an exception for annual contracts. Split between those paragraphs and the first chunk becomes a very persuasive wrong answer. Make the chunk enormous and the exception competes with a page of irrelevant material.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papers do not contain the perfect chunk size for your current generator. They give you experimental questions. What unit are we retrieving? What counts as enough evidence? Are we measuring the passage, the document, or the answer produced from it? Change one and the score may mean something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BM25 is still standing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14:30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BEIR, 2021: a robust lexical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lexical, dense, and hybrid on your task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BEIR's 2021 experiments found BM25 a robust baseline across heterogeneous retrieval tasks. Reranking and late-interaction models performed best on average in that study, at higher computational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a dated experimental result, not a claim that BM25 wins in 2026. It is a reason to include a cheap lexical baseline when measuring a new retriever. Exact identifiers and unfamiliar domain language are places where a semantic-looking system can disappoint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Lexical, dense, hybrid. Those are the three search methods in the trenchcoat, and the pitch usually names one of them. Run the comparison on the same corpus, queries, and judgments. Otherwise you have compared two demonstrations and called the difference a model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Judge these five documents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20:00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Cranfield, Bedfordshire, 1966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![Cranfield, Bedfordshire, 1966](../../../../public/talks/assets/retrieval/history.svg)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Fool's Golden Dataset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 to 27:00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 `bun artifacts/speaking-portfolio-expanded/talks/retrieval/pooling.ts`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Assessors disagree. Rankings can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27:00 to 30:00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Reader Stopped Being a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Retrieved text now sits beside instructions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Relevance gives evidence, not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document cannot grant a tool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Put a sentence in the retrieved support note telling the assistant to ignore policy and issue a credit. It may be relevant text in a support corpus. It is still untrusted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ranking score answers how well the content matches a retrieval objective. It does not authorize an action. Keep tool permissions and policy checks outside the retrieved document's control. A signed cancellation exception can supply facts for a decision; it cannot change which account the tool is permitted to modify.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this boundary in the end-to-end evaluation. Retrieval success, answer correctness, and action authorization are separate results. A useful citation does not turn a document into a supervisor.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a harmless printed instruction in the synthetic support note. Do not connect the exercise to live tools.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old cost of keeping knowledge current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35:30 to 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McDermott’s R1: a real configuration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updates the knowledge when the product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McDermott's R1 configured computer systems at DEC. The journal paper is from 1982. This was working software.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question is who supplies and maintains the domain knowledge. Our retrieved policies and signed schedules have the same operational obligation: somebody must know when they change, what supersedes them, and which decisions depend on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model does not remove that obligation. It makes stale knowledge easier to turn into a confident sentence. Name the owner of the corpus and the invalidation path. We do not need a grand theory of why expert systems declined to ask who updates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John McDermott (1982), [R1: A rule-based configurer of computer systems](https://www.sciencedirect.com/science/article/abs/pii/0004370282900212), Artificial Intelligence 19(1), 39–88.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Eight words. Sixty years. One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Three Search Methods in a Fundable Trenchcoat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sentence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RAG · embeddings · memory · MCP · judges · traces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There is a reading list under that pitch.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bet, and the eight words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are joining an old field late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Term specificity → assessor disagreement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1972: rare words matter more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Karen Spärck Jones · term specificity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1972 → 2026 = 54 years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Vector Database, 1975</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Salton, Wong, Yang · vector space model · 1975</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Deerwester and colleagues · latent semantic analysis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 1990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vocabulary problem</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customer says “stop billing”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document says “terminate renewal”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Chunking is passage retrieval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Salton, Allan, Buckley · 1993</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passage may cross your boundary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BM25 is still standing there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BEIR, 2021: a robust lexical baseline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lexical, dense, and hybrid on your task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Judge these five documents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current generic policy; 30-day notice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signed Acme addendum; “see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expired Acme terms; immediate cancellation</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 · current terms for another customer</a:t>
            </a:r>
            <a:endParaRPr lang="en-US" sz="3150"/>
          </a:p>
        </p:txBody>
      </p:sp>
      <p:sp>
        <p:nvSpPr>
          <p:cNvPr id="12" name="Text 12"/>
          <p:cNvSpPr txBox="1"/>
          <p:nvPr/>
        </p:nvSpPr>
        <p:spPr>
          <a:xfrm>
            <a:off x="685800" y="59188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05</a:t>
            </a:r>
            <a:endParaRPr lang="en-US" sz="1875"/>
          </a:p>
        </p:txBody>
      </p:sp>
      <p:sp>
        <p:nvSpPr>
          <p:cNvPr id="13" name="Text 13"/>
          <p:cNvSpPr txBox="1"/>
          <p:nvPr/>
        </p:nvSpPr>
        <p:spPr>
          <a:xfrm>
            <a:off x="2000250" y="59188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 · support note; “probably immediate”</a:t>
            </a:r>
            <a:endParaRPr lang="en-US" sz="3150"/>
          </a:p>
        </p:txBody>
      </p:sp>
      <p:sp>
        <p:nvSpPr>
          <p:cNvPr id="14" name="Text 14"/>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5" name="Text 15"/>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Cranfield, Bedfordshire, 1966</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Fool's Golden Dataset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Old pool: A, B, C, D, 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New result: F · signed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Unjudged is not a relevance judgment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Assessors disagree. Rankings can survive.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Voorhees, 2000: changed judgments, stable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comparisons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your comparison under more than one assessor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Reader Stopped Being a Person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Useful to inspect ≠ sufficient to answer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Score retrieval and the resulting answer separately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Retrieved text now sits beside instructions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Relevance gives evidence, not authority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document cannot grant a tool permission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old cost of keeping knowledge current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McDermott’s R1: a real configuration system</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updates the knowledge when the product changes?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Eight words. Sixty years. One instruction.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Three search methods. One instrument nobody checked.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Find the documents your eval never judged.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screen edition generated from current reviewed talk materials</dc:description>
  <dcterms:created xsi:type="dcterms:W3CDTF">2026-09-08T03:01:16Z</dcterms:created>
</cp:coreProperties>
</file>