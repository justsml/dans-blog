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Nobody reads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Step one: hand an agent the logs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Enrichment earns the next step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![Enrichment earns the next step](../../../../public/talks/assets/failure-improvement/enrichment.svg)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assistant with access to everything is coming anyway, and I am not arguing against it. This loop is one job with a countable tool list. 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out-of-band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out-of-band check](../../../../public/talks/assets/failure-improvement/check.svg)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Distill, then classify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10:30 to 13:00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retry that hid the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13:00 to 16:00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16:00 to 18:30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nothing leaves without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24:00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 reviews the robot's PRs?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24:00 to 27:00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Compile what repeats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where Adaptive, agentic apps hands work back. A runtime agent earns its own authority there; the compiled procedure it keeps reusing gets evaluated here, offline, like any other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repeated agent task you turned into a script. Bring the file and a case where it needed invalidating.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Feedback is the same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Correlate, escalate, and the money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32:30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metrics that will lie to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37:00 to 38:30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 to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Automating Improvement From Failure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Nobody reads the scroll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pager trained you to ignore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improvement is already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logs are still arriving. Stack 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retries, the same customer clicking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broken button. Somewhere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 is work we will eventually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urgent. Usually after somebody sends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angry email.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talk owns the offline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including the people reviewing its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output. The examples are teaching fixtures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I attach a production record. Runtime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and how much authority a running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earns for itself, belongs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agentic apps.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name for training people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ignore the channel that is supposed to warn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Alert fatigue. Cvach measured it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hospital monitors. Your pager is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If our new agent creates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 for every log line,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the thing that made the logs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unreadable.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Step one: hand an agent the logs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Already better than the nobody who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access. One question. One saved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a coding agent a sanitized export.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broke since yesterday.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version. A file and a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may group unrelated failures together.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may miss the one line you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answer against the input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wire it to anything. But for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was reading, we finally have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reader. Already better than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who was 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answer with the input window.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Tomorrow, you want to know whether it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new or just described yesterday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confidently.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Enrichment earns the next step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stack trace tells you where an exception surfaced.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code tells you which branch produced it.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trace shows what happened before it. A reproduction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tells you whether your explanation survives a second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Add the integration that answers the next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 access to code does not require write access to</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production. Looking at queue depth does not require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permission to resize the cluster. Access is a set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individual grants, not a graduation ceremony.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assistant with access to everything is coming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anyway, and I am not arguing against it. This loop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job with a countable tool list. An agent reading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writes you a summary of the noise. Pick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If the class turns out to contain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different mechanisms, split it. That discovery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useful work.</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out-of-band check</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outside the request path. A scheduled job reads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last completed bookmark, fetches a bounded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strips secrets, and produces an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family gets a count, first seen, last seen,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links to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Only advance the bookmark after the artifact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saved. If ticket creation fails, retry from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artifact using a stable incident key. Otherwise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gets its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and we are all going home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the collection window and the classifier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beside the result. Late-arriving logs need an overlap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and deduplication. A cron expression does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solve delivery semantics.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Distill, then classify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 occurrences before guessing causes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Severity · evidence · owner · unknown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Distillation removes repetition.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Classification decides where the remaining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goes. Keep those outputs separate so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 can inspect a group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accepting its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matching strings are a family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candidate. They are not a root cause.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trace IDs and the counterexample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not fit. A low-severity label needs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because a wrong low can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stranded without anyone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classifier an unknown result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that receives it. If every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be one of the happy categories,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prompt has already decided what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allowed to notice.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retry that hid the auth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retry hides an auth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sleep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 repaired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request fails. The agent retries.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Score the loop on eventual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lesson is obvious: retry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make the failure an authorization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A second credential works, but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request was forbidden for a reason.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green result hid the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 A sleep that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the same lesson more slowly.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called the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normalization of deviance. 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Challenger analysis shows how repeated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of anomalies made them ordinary.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loop needs evidence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is gone. Successful workarounds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very persuasive evidence of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Tickets are cheap. Review is not.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Tickets are cheap. Review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proposed diagnosis travels with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useful ticket says what happened,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often, who was affected, and what remains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unexplained. It links the evidence.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announce a root cause just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found a similar issue from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a PR spends somebody else's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attention. Require a reproduction,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bounded change, and a named reviewer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adds to that queue. Deduplicate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incident key. Cap new proposals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When the queue is full, hold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and report the backlog.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Match ceremony to consequence.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correction and a payment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do not get the same permissions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they happen to arrive through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agent.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nothing leaves without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Regression · holdout · scope · human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result is permission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candidate removes the visible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beginning of the demo,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regression. Now run the held-out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case. It fails. The proposed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used authority that belonged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else. The gate holds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asking the agent whether it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finished.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calls stopping at an abnormality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That is the useful part to borrow.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defect and stop producing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andon summons help; it is not a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one cord stopping an entire 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give the classifier the case it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Unknown is an output. It lands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with the evidence intact.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 promotion, no invented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similarity establish cause? We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watched it fail that test.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 reviews the robot's PRs?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easy cases disappear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reviewer keeps the exceptions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robot opens good PRs for a month.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person reviewing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Bainbridge's Ironies of Automation asks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remains for the human after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takes the routine work.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difficult interventions remain, while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to practise shrink.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paper is from 1983. The problem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wait for a chat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design response is to rotate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duty, reserve time for it, and practise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on known failures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production. Sample accepted work for missed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defects. Keep evaluation cases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the repair agent's tuning loop.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sampling policy is for the audit;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wave through a payment or a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queue is too big to inspect, reduce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enters it. Giving one engineer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green suggestions is not giving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 hundred reasons to trust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Compile what repeats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Nondeterminism finds the path. Determinism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script, its tests,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invalidation rule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Let the agent explore a changed flow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browser. Once it finds the login path, save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path as a script. Stop buying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discovery on every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scheduled check is the same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and search over prior work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identify repetition. A skill describes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turn a repeated task into a file.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gets reviewed, tested, versioned,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scheduled. When the page or the log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schema changes, invalidate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where Adaptive, agentic apps hands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back. A runtime agent earns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there; the compiled procedure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reusing gets evaluated here, offline,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any other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Selecting tests from a diff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it against the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on retained changes before trusting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selection. Count missed regressions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well as runtime. Keep the full suite 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Cheap selection that skips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test has excellent unit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up to the incident.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Feedback is the same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Thumbs down + a sentence of rage = a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 evidence → candidate → opt-in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thumbs-down tells you where to look.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after it tells you why.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customer's wording and the session link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you ask the agent to summarize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pipeline now proposes a change instead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of a failure diagnosis. Put it behind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 for the consenting user, check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solves their problem, then decide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a wider cohort belongs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 Similar usage is a hypothesis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who benefits, not permission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enroll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feature requests and incident fixes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visibly distinct in the queue. They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machinery. They do not share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Correlate, escalate, and the money gate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Session ID → linked trace → incident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Recommend. Draft. A person presses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reports lost data. Their session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links to an error. Escalate with the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attached. Do not wait for the model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 full causal story before a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investigates.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address complaints and a shipping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suggest a shared incident.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time window, and operation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merging the tickets. A matching word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matching outage.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the notice before the fourth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A person approves the recipients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message. The same rule covers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data deletion. Detect, recommend,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A person presses the button.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metrics that will lie to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tickets. 90 wrong. Ten worth reading.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recurrence and wrong tickets,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the agent files a hundred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reviewer closes ninety as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Time-to-ticket looks terrific. Ten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worth reading. That is our arithmetic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 and it is the number I want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throughput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is the warning here: once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we change the 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producing it. Faster tickets are very easy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manufacture. Faster learning is harder.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recurring failures after a fix,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counts. Track wrong tickets among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reviewed tickets, and audit the cases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ignored. A low false-positive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bought by filing nothing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beautiful dashboard. Record backlog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Otherwise the reviewer silently pays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metric win.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Monday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failure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integration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place the loop must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one failure class you could hand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this loop on Monday. Name the input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who would inspect its first output.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name the one integration it needs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 the rest blank. Last, write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 under which it must stop and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enough for a first version.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 to win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Alert fatigue · normalization of deviance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 automation irony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scroll is still arriving. Now the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a smaller pile of inspectable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it knows where to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Alert fatigue explains the unread channel.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Normalization of deviance explains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Jidoka gives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job. Automation irony asks what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to the reviewer. Goodhart asks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dashboard rewarded the wrong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did not get smarter.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around it got a job.</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Maria Cvach (2012), Monitor alarm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https://pubmed.ncbi.nlm.nih.gov/22839984/),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Biomedical Instrumentation &amp; Technology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46(4, 268–277.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https://press.uchicago.edu/ucp/books/book/chicago/C/bo22781921.html,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University of Chicago Press, original 1996;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linked enlarged edition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Toyota Production 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https://global.toyota/en/company/vision-and-philosophy/production-system/,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jidoka and the andon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 audit in the British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The familiar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target-and-measure wording is Strathern’s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formulation of Goodhart’s law.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handout edition generated from current reviewed talk materials</dc:description>
  <dcterms:created xsi:type="dcterms:W3CDTF">2026-09-08T03:01:16Z</dcterms:created>
</cp:coreProperties>
</file>