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and how much authority a running agent earns for itself,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measured it on hospital monitors. Your pager is the same instrument.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01:45 to 03:15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add only the integration needed for one failure class; the check preserves counts and evidence.</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03:15 to 04:45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distill before classifying, and give unexplained cases an unknown result.</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04:45 to 06:15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A repair loop needs evidence that the defect is gone.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tickets and PRs carry evidence into a bounded review queue.</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06:15 to 09:45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09:45 to 12:00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compile repeated paths into tested scripts; feedback uses the same queue, and people approve money, messages, and deletion.</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12:00 to 13:45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choose one failure class and one integration on Monday.</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13:45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Replay the opening scroll beside the distilled artifact. End there.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Automating Improvement From Failure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Nobody reads the scroll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pager trained you to ignore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next improvement is already in the scroll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08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Step one: hand an agent the logs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Already better than the nobody who was doing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before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Read access. One question. One saved answer.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08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out-of-band check</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08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retry that hid the auth failure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retry hides an auth failure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sleep hides a race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Successful workaround ≠ repaired system</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08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nothing leaves without evidence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Regression · holdout · scope · human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useful result is permission denied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08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Who reviews the robot's PRs?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easy cases disappear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reviewer keeps the exceptions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08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metrics that will lie to you</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tickets. 90 wrong. Ten worth reading.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Measure recurrence and wrong tickets, with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denominators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08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 to win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Alert fatigue · normalization of deviance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Jidoka · automation irony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8</Slides>
  <Notes>8</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screen edition generated from current reviewed talk materials</dc:description>
  <dcterms:created xsi:type="dcterms:W3CDTF">2026-09-08T03:01:16Z</dcterms:created>
</cp:coreProperties>
</file>