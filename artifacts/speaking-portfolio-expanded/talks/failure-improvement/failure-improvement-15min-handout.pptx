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pager trained you to ignore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next improvement is already in the scroll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logs are still arriving. Stack traces, retries, the same customer clicking the same broken button. Somewhere in that scroll is work we will eventually call urgent. Usually after somebody sends an angry email.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talk owns the offline improvement loop, including the people reviewing its output. The examples are teaching fixtures until I attach a production record. Runtime recovery, and how much authority a running agent earns for itself, belongs to 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name for training people to ignore the channel that is supposed to warn them. Alert fatigue. Cvach measured it on hospital monitors. Your pager is the same instrument. If our new agent creates a ticket for every log line, we have automated the thing that made the logs unreadable.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failure that sat in your logs until a customer reported it. Bring the first log timestamp, the report, and what you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Scroll a sanitized export. Take a show of hands: who learned about a logged failure from a customer?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01:45 to 03:15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access. One question. One saved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a coding agent a sanitized export. Ask what broke since yesterday. That is the first version. A file and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may group unrelated failures together. It may miss the one line you care about. Inspect the answer against the input before you wire it to anything. But for the queue nobody was reading, we finally have a candidate reader.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answer with the input window. Tomorrow, you want to know whether it found something new or just described yesterday more confidently.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add only the integration needed for one failure class; the check preserves counts and evidence.</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03:15 to 04:45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Schedule → bookmark → distill →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Advance the bookmark after durable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outside the request path. A scheduled job reads the last completed bookmark, fetches a bounded window, strips secrets, and produces an artifact. Each family gets a count, first seen, last seen, and links to the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Only advance the bookmark after the artifact is saved. If ticket creation fails, retry from that artifact using a stable incident key. Otherwise the failure-improvement system gets its own failure-improvement system, and we are all going home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collection window and the classifier version beside the result. Late-arriving logs need an overlap window and deduplication. A cron expression does not solve delivery semantics.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 contracts.md and trace one interrupted run. Show which artifact survives and why repeating it does not open another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distill before classifying, and give unexplained cases an unknown result.</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04:45 to 06:15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retry hides an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sleep hides a race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Successful workaround ≠ repaired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request fails. The agent retries. It works. Score the loop on eventual success and the lesson is obvious: retry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 failure an authorization error. A second credential works, but the first request was forbidden for a reason. The green result hid the boundary violation. A sleep that hides a race teaches the same lesson more slowly.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called the organizational pattern normalization of deviance. Her Challenger analysis shows how repeated acceptance of anomalies made them ordinary. A repair loop needs evidence that the defect is gone. Successful workarounds are very persuasive evidence of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workaround you left running after it stopped the symptom. Name the underlying defect and the test that eventually exposed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two short answers about fixes that hid a problem. Budget 45 seconds; do not invite incident-length stories.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tickets and PRs carry evidence into a bounded review queue.</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06:15 to 09:45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Regression · holdout · scope · human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result is permission denied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candidate removes the visible failure. That is the beginning of the demo, not the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regression. Now run the held-out authorization case. It fails. The proposed retry used authority that belonged to somebody else. The gate holds the change without asking the agent whether it feels finished.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calls stopping at an abnormality jidoka. That is the useful part to borrow. Detect the defect and stop producing it. The andon summons help; it is not a story about one cord stopping an entire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give the classifier the case it cannot explain. Unknown is an output. It lands in review with the evidence intact. No automatic promotion, no invented diagnosis. Does similarity establish cause? We just watched it fail that test.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the live sequence in engineering/failure-improvement/demo.md. Full slot 5:30. Run real tests; never substitute the checkbox kit for execution. Recording remains blocked until a sanitized production export, working tracker integration, and captured gate run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09:45 to 12:00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easy cases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reviewer keeps the exceptions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robot opens good PRs for a month. What happens to the person reviewing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Bainbridge's Ironies of Automation asks what remains for the human after automation takes the routine work. Monitoring and difficult interventions remain, while opportunities to practise shrink. That paper is from 1983. The problem did not wait for a chat interface.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design response is to rotate review duty, reserve time for it, and practise recovery on known failures outside production. Sample accepted work for missed defects. Keep evaluation cases separate from the repair agent's tuning loop. A sampling policy is for the audit; it does not wave through a payment or a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queue is too big to inspect, reduce what enters it. Giving one engineer a hundred green suggestions is not giving them a hundred reasons to trust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compile repeated paths into tested scripts; feedback uses the same queue, and people approve money, messages, and deletion.</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12:00 to 13:45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tickets. 90 wrong. Ten worth reading.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recurrence and wrong tickets, with denominators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the agent files a hundred tickets and a reviewer closes ninety as wrong. Time-to-ticket looks terrific. Ten percent were worth reading. That is our arithmetic fixture, and it is the number I want next to the throughput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is the warning here: once we reward a proxy, we change the behavior producing it. Faster tickets are very easy to manufacture. Faster learning is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recurring failures after a fix, with exposure counts. Track wrong tickets among reviewed tickets, and audit the cases the agent ignored. A low false-positive rate bought by filing nothing is another beautiful dashboard. Record backlog age too. Otherwise the reviewer silently pays for the metric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Marilyn Strathern (1997), [Improving ratings: audit in the British University system](https://gwern.net/doc/statistics/decision/1997-strathern.pdf), European Review 5(3), 305–321. The familiar target-and-measure wording is Strathern’s formulation of Goodhart’s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choose one failure class and one integration on Monday.</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13:45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Jidoka · automation irony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scroll is still arriving. Now the loop leaves a smaller pile of inspectable work, and it knows where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explains the unread channel. Normalization of deviance explains the successful workaround. Jidoka gives the stop a job. Automation irony asks what we did to the reviewer. Goodhart asks whether the dashboard rewarded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did not get smarter. The system around it got a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Replay the opening scroll beside the distilled artifact. End there.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Marilyn Strathern (1997), [Improving ratings: audit in the British University system](https://gwern.net/doc/statistics/decision/1997-strathern.pdf), European Review 5(3), 305–321. The familiar target-and-measure wording is Strathern’s formulation of Goodhart’s law.</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Automating Improvement From Failure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8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08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Nobody reads the scroll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pager trained you to ignore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improvement is already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scroll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logs are still arriving. Stack traces,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retries, the same customer clicking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broken button. Somewhere in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scroll is work we will eventually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urgent. Usually after somebody sends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angry email.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talk owns the offline improvement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loop, including the people reviewing its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output. The examples are teaching fixtures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until I attach a production record. Runtime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and how much authority a running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earns for itself, belongs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Adaptive, agentic apps.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a name for training people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ignore the channel that is supposed to warn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Alert fatigue. Cvach measured it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hospital monitors. Your pager is the same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 If our new agent creates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ticket for every log line, we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automated the thing that made the logs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unreadable.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08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Step one: hand an agent the logs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Already better than the nobody who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doing it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 access. One question. One saved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a coding agent a sanitized export. 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broke since yesterday.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version. A file and a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may group unrelated failures together.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may miss the one line you care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the answer against the input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wire it to anything. But for the queue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was reading, we finally have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reader. Already better than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who was doing it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 the answer with the input window.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Tomorrow, you want to know whether it found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new or just described yesterday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confidently.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08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out-of-band check</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547ce6dcc16ea548ed8da7d58462e9e17c8b32ebe42eee869374aeebae779869" descr="The out-of-band che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Schedule → bookmark → distill → artifact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Advance the bookmark after durable output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Run outside the request path. A scheduled job reads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last completed bookmark, fetches a bounded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window, strips secrets, and produces an artifact.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Each family gets a count, first seen, last seen,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links to the evidence.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Only advance the bookmark after the artifact is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saved. If ticket creation fails, retry from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artifact using a stable incident key. Otherwise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failure-improvement system gets its 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failure-improvement system, and we are all going home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Keep the collection window and the classifier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beside the result. Late-arriving logs need an overlap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window and deduplication. A cron expression does 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solve delivery semantics.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08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retry that hid the auth failure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retry hides an auth failure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sleep hides a 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Successful workaround ≠ repaired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request fails. The agent retries.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Score the loop on eventual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lesson is obvious: retry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make the failure an authorization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error. A second credential works, but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request was forbidden for a reason.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green result hid the boundary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violation. A sleep that hides a 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teaches the same lesson more slowly.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Diane Vaughan called the organizational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 normalization of deviance. 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Challenger analysis shows how repeated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of anomalies made them ordinary.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repair loop needs evidence that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defect is gone. Successful workarounds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very persuasive evidence of the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08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nothing leaves without evidence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Regression · holdout · scope · human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useful result is permission denied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candidate removes the visible failure.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beginning of the demo,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the regression. Now run the held-out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authorization case. It fails. The proposed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retry used authority that belonged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somebody else. The gate holds the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asking the agent whether it feels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finished.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Toyota calls stopping at an abnormality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jidoka. That is the useful part to borrow.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the defect and stop producing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andon summons help; it is not a story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one cord stopping an entire company.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give the classifier the case it cannot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 Unknown is an output. It lands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with the evidence intact.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automatic promotion, no invented diagnosis.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similarity establish cause? We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watched it fail that test.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08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Who reviews the robot's PRs?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easy cases disappear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reviewer keeps the exceptions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robot opens good PRs for a month.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to the person reviewing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Bainbridge's Ironies of Automation asks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remains for the human after automation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takes the routine work. Monitoring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difficult interventions remain, while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opportunities to practise shrink.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paper is from 1983. The problem did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wait for a chat interface.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My design response is to rotate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duty, reserve time for it, and practise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on known failures outside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production. Sample accepted work for missed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defects. Keep evaluation cases separate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the repair agent's tuning loop.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sampling policy is for the audit; it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wave through a payment or a data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the queue is too big to inspect, reduce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enters it. Giving one engineer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green suggestions is not giving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a hundred reasons to trust the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08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metrics that will lie to you</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100 tickets. 90 wrong. Ten worth reading.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recurrence and wrong tickets,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 the agent files a hundred tickets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 reviewer closes ninety as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Time-to-ticket looks terrific. Ten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were worth reading. That is our arithmetic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fixture, and it is the number I want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throughput chart.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Goodhart is the warning here: once we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reward a proxy, we change the behavior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producing it. Faster tickets are very easy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manufacture. Faster learning is harder.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Track recurring failures after a fix,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counts. Track wrong tickets among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reviewed tickets, and audit the cases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ignored. A low false-positive 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bought by filing nothing is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beautiful dashboard. Record backlog 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 Otherwise the reviewer silently pays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the metric win.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08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 to win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Alert fatigue · normalization of deviance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Jidoka · automation irony ·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scroll is still arriving. Now the loop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leaves a smaller pile of inspectable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it knows where to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Alert fatigue explains the unread channel.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Normalization of deviance explains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successful workaround. Jidoka gives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a job. Automation irony asks what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did to the reviewer. Goodhart asks whether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dashboard rewarded the wrong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model did not get smarter.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around it got a job.</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Maria Cvach (2012), Monitor alarm fatigue: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integrative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https://pubmed.ncbi.nlm.nih.gov/22839984/),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Biomedical Instrumentation &amp; Technology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46(4, 268–277.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Diane Vaughan, The Challenger Launch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https://press.uchicago.edu/ucp/books/book/chicago/C/bo22781921.html,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University of Chicago Press, original 1996;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linked enlarged edition 2016.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Toyota, Toyota Production System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https://global.toyota/en/company/vision-and-philosophy/production-system/,</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jidoka and the andon response.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Lisanne Bainbridge (1983), Ironies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https://www.sciencedirect.com/science/article/pii/0005109883900468),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Automatica 19(6, 775–779.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Marilyn Strathern (1997), Improving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ratings: audit in the British University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https://gwern.net/doc/statistics/decision/1997-strathern.pdf),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European Review 5(3, 305–321. The familiar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target-and-measure wording is Strathern’s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formulation of Goodhart’s law.</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10</Slides>
  <Notes>10</Notes>
</Properties>
</file>

<file path=docProps/core.xml><?xml version="1.0" encoding="utf-8"?>
<cp:coreProperties xmlns:cp="http://schemas.openxmlformats.org/package/2006/metadata/core-properties" xmlns:dc="http://purl.org/dc/elements/1.1/" xmlns:dcterms="http://purl.org/dc/terms/" xmlns:xsi="http://www.w3.org/2001/XMLSchema-instance">
  <dc:title>Automating Improvement From Failure</dc:title>
  <dc:creator>Dan Levy</dc:creator>
  <dc:description>handout edition generated from current reviewed talk materials</dc:description>
  <dcterms:created xsi:type="dcterms:W3CDTF">2026-09-08T03:01:16Z</dcterms:created>
</cp:coreProperties>
</file>