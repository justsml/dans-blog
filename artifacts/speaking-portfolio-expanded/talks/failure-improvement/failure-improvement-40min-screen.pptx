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Nobody reads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step](../../../../public/talks/assets/failure-improvement/enrichment.svg)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check](../../../../public/talks/assets/failure-improvement/check.svg)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Tickets are cheap. Review is not.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2026-09-08T03:01:16Z</dcterms:created>
</cp:coreProperties>
</file>