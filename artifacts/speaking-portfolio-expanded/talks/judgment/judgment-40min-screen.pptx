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Point at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stage you didn't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His forecast expired in 1996. The distinction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Point at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Not where it takes skill. Where it sits untouched.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stage you didn't speed up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Fixed-work example: review is 30% of service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Infinite generation speed → 1 / 0.30 = 3.33×</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resourceTenant)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user.roles.includes("admin")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Essence and accident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Generating a branch is cheap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Choosing the permission boundary is still work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2026-09-07T02:31:12Z</dcterms:created>
</cp:coreProperties>
</file>