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morning four good implementations arrive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Point at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 where it takes skill. Where it sits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 queue wait vs reviewer utilization, variability factor one](../../reveal-talks/assets/judgment/queue.svg)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stage you didn't speed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08:00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Fixed-work example: review is 30% of service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Infinite generation speed → 1 / 0.30 = 3.33×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fixed job. Seventy percent of its service time is producing the implementation, thirty percent is review. Make generation instantaneous. Thirty percent remains. One divided by point three is three and a third. That is the ceiling for this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Amdahl's argument applied to a sequence of work. Put your own fraction in. Do not put queueing delay into the unchanged fraction and then pretend that delay stays fixed while arrivals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 want more than that ceiling, change the remaining work. Specify the request better. Eliminate an unnecessary change. Reduce what a reviewer must reconstruct. Another speedup in generation does not remove the untouched 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cannot inspect quality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"Add enterprise permissions"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spec reduces variance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review actually catches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rubber stamp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26:00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 not appoint a crumple zone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26:00 to 29:00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 We did not remove the bottleneck. We moved it onto one person and gave them a keyboard shortcut for approving things.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Essence and accident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Generating a branch is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Choosing the permission boundary is still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Brooks distinguished the essential conceptual work of software from the accidental difficulty of expressing it in a machine. His forecast expired in 1996. The distinction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syntax of the role check is the easy part. Deciding what a tenant boundary means is the product and security decision. Faster code generation gives us more ways to express a decision we still have to make.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invest the saved time in the model of the problem. Who is the actor? Which state is authoritative? What happens after revocation? Those questions reduce the space of plausible wrong implementations before they reach the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Frederick P. Brooks Jr., [No Silver Bullet: Essence and Accidents of Software Engineering](https://www.cs.unc.edu/techreports/86-020.pdf), UNC technical report, 1986; published in Computer 20(4), 1987, 10–19.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levers on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wait, not the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Knowing when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 queue wait vs reviewer utilization, variability factor one](../../reveal-talks/assets/judgment/queue.svg)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Frederick P. Brooks Jr., [No Silver Bullet: Essence and Accidents of Software Engineering](https://www.cs.unc.edu/techreports/86-020.pdf), UNC technical report, 1986; published in Computer 20(4), 1987, 10–19.</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Frederick P. Brooks Jr., [No Silver Bullet: Essence and Accidents of Software Engineering](https://www.cs.unc.edu/techreports/86-020.pdf), UNC technical report, 1986; published in Computer 20(4), 1987, 10–19.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Point at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Idea → specification → code →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where it takes skill. Where it sits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does your work wait? Not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take skill. Where does it sit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team can have an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Monday and a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Friday. Faster generation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changes the arrival rate at the next stage.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that stage was already close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capacity, the wait grows even when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takes exactly as long as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Draw a boundary around the review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a change when it is ready for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stop the clock when it leaves.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service time from waiting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to start. Otherwise we will call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three-day wait a three-day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optimize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stage you didn't speed up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Fixed-work example: review is 30%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generation speed → 1 / 0.30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3.33×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fixed job. Seventy percent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 time is producing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thirty percent is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generation instantaneous. Thirty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remains. One divided by point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three and a third. That is the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Amdahl's argument applied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sequence of work. Put your own fraction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put queueing delay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unchanged fraction and then pretend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delay stays fixed while arrivals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 want more than that ceiling,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remaining work. Specify the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Eliminate an unnecessary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what a reviewer must reconstruct.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speedup in generation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untouched stage.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cannot inspect quality 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Fewer arrivals. Smaller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process producing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Deming's third point says to stop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inspection to achieve quality and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into the process. That is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objection to the default plan for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produce more, then ask somebody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catch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review. Change what it receives.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unasked-for abstraction, an unexplained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change, and a speculative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feature all consume the same person's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 Rejecting them before generation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cheaper than having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reverse-engineer why they exist.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can increase capacity. It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fixing arrivals first. Otherwise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reviewer inherits the same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and missing context,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longer onboarding document.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sixty seconds with the person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Write the questions you need answered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implementing it. You do not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page of requirements;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term. On purpose.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review actually catches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Understanding is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finding · knowledge transfer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Bacchelli and Bird studied modern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at Microsoft. Finding defects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main motivation, but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benefits included more knowledge transfer,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awareness, and alternative solutions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motivation suggests. Understanding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was central.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gives the review queue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job. A check that proves a local invariant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teach another engineer how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subsystem behaves. An agent summary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guarantee that anyone could repair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junior engineers in the reasoning. 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write the acceptance case, explain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rejection, and follow a change through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If all the practice becomes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watching green checks, we are removing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that builds the next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resourceTenant)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resource tenant is right there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signature. Nothing reads it.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heard the cross-tenant case, 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spec slide. Watch the vote anyway.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Skitka and colleagues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in a flight simulator with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monitoring aid and counted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where the aid was wrong. On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people missed events the aid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and acted on prompts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 contradicted. That is the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finding, and it is about the trials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aid was wrong. This fixture is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concern shows up in our queue: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green signal gets attention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 not appoint a crumple zone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Responsibility must come with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recovers, and maintains?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Elish calls the human who absorbs blame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enough control a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 Put an engineer at the end of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pipeline, give them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approve a diff, and announce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 stayed human. The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looks excellent. We did not remove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We moved it onto one person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gave them a keyboard shortcut for approving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 that person stop arrivals? Can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demand another test? Can they reject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without missing a throughput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they own the rollback and have time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 it? Those are controls.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in the approval log is a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permissions change, name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accepts the behavior, who receives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 and who maintains the policy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 Give each the context and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job requires. Accountability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controls is just a convenient place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send the postmortem.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Essence and accident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Generating a branch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Choosing the permission boundary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Brooks distinguished the essential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conceptual work of software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accidental difficulty of expressing it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His forecast expired in 1996.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distinction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syntax of the role check is the easy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part. Deciding what a tenant boundary means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product and security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code generation gives us more ways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express a decision we still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invest the saved time in the model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problem. Who is the actor? Which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authoritative? What happens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Those questions reduce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of plausible wrong implementations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they reach the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including declining a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after the first already met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need. That is a rule about review 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about generation: generate ten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if you like, as long as a gate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collapses them to one candidate before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human reads any of them. Judging the ten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Dynamic Scaling's talk, and its Council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Guards eats nine. This one protects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who accepts the one that got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wait, not the output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Ready → first review → accepted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 available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age and escaped defects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timestamps. When was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ready, when did somebody first inspect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when was it accepted? Then sample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separately. You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the queue and the service time to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a delay.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Estimate review utilization against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available for review,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meetings and incident duty. Do not infer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how many green squares somebody has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GitHub. Keep the estimate beside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 rework, and escaped defects.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forty-five seconds. Estimate yours,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the missing measurement.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field is a better next action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dashboard of generated lines.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utilization is not efficiency.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is a nineteen-times wait with good posture. Argue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model by measuring arrivals, service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variability. You cannot argue the queue away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pointing at how quickly the 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 M. Amdahl (1967), Validity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single processor approach to achieving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large scale computing capabilities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https://doi.org/10.1145/1465482.1465560,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AFIPS Spring Joint Computer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483–485.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 Edwards Deming (1986), Out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Crisis, MIT Center for Advanced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Point 3 of the Fourteen Points.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Applied to review by the Deming Institute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https://deming.org/software-code-reviews-from-a-deming-perspective/.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Alberto Bacchelli and Christian Bird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(2013), Expectations, Outcomes,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Challenges of Modern Code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https://www.cabird.com/pubs/bacchelli2013eoc.pdf,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ICSE 2013.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 Linda J.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Kathleen L. Mosier and Mark Burdick (1999),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automation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991–1006. A flight-simulation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with a monitoring aid,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code-review trial.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Madeleine Clare Elish (2019),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Zones: Cautionary Tales in Human-Robot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Interaction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https://estsjournal.org/index.php/ests/article/download/260/177/,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Engaging Science, Technology, and Society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 40–60.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Frederick P. Brooks Jr., No Silver Bullet: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Essence and Accidents of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https://www.cs.unc.edu/techreports/86-020.pdf),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 technical report, 1986; published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Computer 20(4, 1987, 10–19.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2026-09-07T02:31:12Z</dcterms:created>
</cp:coreProperties>
</file>