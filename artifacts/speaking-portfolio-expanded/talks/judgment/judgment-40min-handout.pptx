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 id="274" r:id="rIdSlide19"/>
    <p:sldId id="275" r:id="rIdSlide20"/>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 Id="rIdSlide19" Type="http://schemas.openxmlformats.org/officeDocument/2006/relationships/slide" Target="slides/slide19.xml"/><Relationship Id="rIdSlide20" Type="http://schemas.openxmlformats.org/officeDocument/2006/relationships/slide" Target="slides/slide20.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_rels/notesSlide19.xml.rels><?xml version="1.0" encoding="UTF-8" standalone="yes"?><Relationships xmlns="http://schemas.openxmlformats.org/package/2006/relationships"><Relationship Id="rIdSlide" Type="http://schemas.openxmlformats.org/officeDocument/2006/relationships/slide" Target="../slides/slide19.xml"/><Relationship Id="rIdMaster" Type="http://schemas.openxmlformats.org/officeDocument/2006/relationships/notesMaster" Target="../notesMasters/notesMaster1.xml"/></Relationships>
</file>

<file path=ppt/notesSlides/_rels/notesSlide20.xml.rels><?xml version="1.0" encoding="UTF-8" standalone="yes"?><Relationships xmlns="http://schemas.openxmlformats.org/package/2006/relationships"><Relationship Id="rIdSlide" Type="http://schemas.openxmlformats.org/officeDocument/2006/relationships/slide" Target="../slides/slide20.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40 minutes. Timings include the exercise, the arithmetic and delivery pauses, without Q&amp;A. Sources checked 7 September 2026. Story prompts belong in speaker notes and require Dan's own records before delivery.</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These go to eleven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Code is free. Features are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Attention is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features shipped before lunch. All four work. All four have tests. Your best customer opens the app for the first time in six weeks and cannot find the button she used every Friday. Nobody filed a bug.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line this talk has to earn. Don't count what the feature cost you to build, 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title is a Spinal Tap joke and it is load-bearing. Turn the reasoning budget up to eleven. More tokens buy more consideration of situations the model has already seen. They do not buy taste, and they do not tell you which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Scope, once. The arithmetic later is counting, not a measurement of your team, and the two futures at the end are labeled predictions I have not measured.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feature you were proudest of that a long-absent customer experienced as a broken workflow. Bring the ticket, the gap between their sessions, and what they actually said.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got cheap, and what didn't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Someone has to want it · build it · learn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We only automated the middle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things used to gate a feature. Someone had to want it, someone had to build it, and someone had to learn it. We spent a decade attacking the middle one and this year we finished the job. The other two did not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Build cost is now close enough to zero that it stops being the selection mechanism, and that is the part nobody plans for. Scarcity was doing your prioritization for free. When the constraint dies, the decision it was quietly making lands on your desk, unlabeled.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interesting question stopped being what can we build. It is which of these should exist, who should see it, and when. Those are three separate decisions and most roadmaps answer only the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Nobody lives in your app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 days of releases against one user's four sessions](../../../../public/talks/assets/judgment/absorption.svg)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90 days · 46 releases · 4 sessions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Between visits two and three: 21 changes, at once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ninety days. The top track is your deploys: forty-six of them, roughly every other day, which any DORA-literate team would call healthy. The bottom track is one customer's sessions: four. Day three, day nineteen, day sixty-one, day eighty-eight.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Between her second visit and her third you shipped twenty-one changes. She does not receive twenty-one changes. She receives one change, all at once, and it is enormous. Your release cadence and her absorption rate are different meters, and only one of them is on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DORA's four keys measure delivery capability: deployment frequency, lead time, change failure rate, time to restore. They are good measures of your pipeline. None of them describes what a returning user walks into. That measurement does not exist at most companies, and it is the one this talk is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a show of hands on median return interval before revealing the bottom track. Most rooms have never measured it; say so and move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Nicole Forsgren, Jez Humble and Gene Kim (2018), [Accelerate: The Science of Lean Software and DevOps](https://itrevolution.com/product/accelerate/), IT Revolution. The four key metrics describe delivery performance, not user absorption; the tracks in this diagram are an illustration, not measured telemetry.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Feature fatigue is a measured effect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08:00 to 11:00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Before use: capability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After use: usability wins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Delighters decay into expectations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Thompson, Hamilton and Rust ran this in 2005 and named it feature fatigue. Before purchase, people prefer the product with more capabilities. After using it, satisfaction tracks usability instead. The same person picks the loaded one and then resents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not a quirk, it is a structural problem. Your acquisition signal and your retention signal point in opposite directions, and the feature list is exactly where they diverge. Adding capability makes the sale and costs the renewal. Both effects are real and they arrive at different times, which is why no single dashboard shows you the trade.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Kano's model from 1984 splits attributes into must-be, one-dimensional and attractive. The attractive ones are the delighters, and Kano's own point is that they do not stay attractive. Today's delight is next year's baseline expectation, and the year after that its absence is a defect.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change is a loss before it is a gain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11:00 to 13:30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Status quo bias · endowment effect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Recognition, not recall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gain is yours. The loss is theirs,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Samuelson and Zeckhauser named status quo bias in 1988: across lab and field decisions, people over-select the option they already hold. Kahneman, Knetsch and Thaler measured the endowment effect the same way — you want more for the mug once it is yours. Your user owns a workflow, and you are proposing to take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Nielsen's heuristic says recognition rather than recall. A returning user recognizes; she does not recall. Move the button and you have converted a recognition task into a recall task, against a memory that has been decaying since her last visit.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gain from a redesign is real, and it arrives later, spread thin. The loss is small, specific and arrives on first login. Individually every change was an improvement. In aggregate, at your cadence, it reads as instability.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"Ship it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13:30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"Ship it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That is the whole request.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Ship it Tuesday. That is the entire request, somebody senior said it, and everyone in the room nodded.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Sixty seconds with the person next to you. Write down what else has to be true for Tuesday to be the right answer. You do not get a second page of context; that is the point.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customers get it Tuesday? Do they get it with the other three things in the branch, or on its own? Who is on support Tuesday afternoon? Has anyone told the people who write the docs, the people who trained the account team, or the customer whose renewal is Thursday? Is Tuesday reversible?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those are engineering questions and all of them are release questions. We made building free and left the sequencing expensive.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Read the request once, exactly as written. Give pairs sixty seconds here, thirty in the 15-minute cut. Collect two answers, then add the renewal date and the support roster yourself.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Five axes, one of them a 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19:30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 who · when · shape · reversibility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Every axis commits somebody who is not in this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Axis | Question | Commits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What | Should it exist at all? | Docs, support surface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Who | Everyone, or a cohort? | Sales, contracts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When | Tuesday, or next quarter? | Marketing, renewals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Shape | One batch or rolling? | Rollback, triage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Reversible | Flag, migration, one-way? | On-call, data model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axes, not one. Most roadmap tools model exactly one of them, the date, which is why the date is the only one that ever gets argued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right-hand column. Every one of these commits a person who is not in this room: support staffing, a documentation rewrite, an account executive who already promised it, a renewal conversation on Thursday. Marketing wants a date it can build a campaign against, and a campaign is a promise you cannot flag off.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also have to keep all of it flexible, because a competitor ships something on a Wednesday and now you want to pull a feature forward. Pulling it forward is not free. It costs you the sequence, and the sequence was the part you had actually reasoned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release you pulled forward to answer a competitor. Bring what slipped, what support absorbed, and whether it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Five axes, one of them a 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19:30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 who · when · shape · reversibility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Every axis commits somebody who is not in this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Axis | Question | Commits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What | Should it exist at all? | Docs, support surface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Who | Everyone, or a cohort? | Sales, contracts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When | Tuesday, or next quarter? | Marketing, renewals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Shape | One batch or rolling? | Rollback, triage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Reversible | Flag, migration, one-way? | On-call, data model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Five axes, not one. Most roadmap tools model exactly one of them, the date, which is why the date is the only one that ever gets argued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right-hand column. Every one of these commits a person who is not in this room: support staffing, a documentation rewrite, an account executive who already promised it, a renewal conversation on Thursday. Marketing wants a date it can build a campaign against, and a campaign is a promise you cannot flag off.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also have to keep all of it flexible, because a competitor ships something on a Wednesday and now you want to pull a feature forward. Pulling it forward is not free. It costs you the sequence, and the sequence was the part you had actually reasoned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release you pulled forward to answer a competitor. Bring what slipped, what support absorbed, and whether it worked.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the tokens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19:30 to 23:30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6 features · 3 cohorts → 524,880 plans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12,000 weekly actives · 4 weeks → 16 arms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32,805 plans per arm of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features. Order them: seven hundred and twenty sequences. Assign each to one of three cohorts: three to the sixth, seven hundred and twenty-nine. Multiply. Five hundred and twenty-four thousand, eight hundred and eighty distinct plans, and that is before batching and before dates.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evidence you can buy. Twelve thousand weekly actives, a four-week window, forty-eight thousand exposures. At an eight percent baseline, detecting a two-point lift needs roughly three thousand per arm, so sixteen arms. Divide: thirty-two thousand, eight hundred and five plans for every arm of evidence you can afford. Benchmarks owns the power arithmetic; here I only need the 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turn the thinkin' tokens up. Chollet's 2019 definition treats intelligence as skill acquisition over novel tasks, and a system that has already seen the situation is not demonstrating that. Your product's next six months is a task nobody has seen, including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paper about exactly this: the Apple group's Illusion of Thinking, 2025, reporting that reasoning models collapse past a complexity threshold and spend fewer tokens as problems get harder. There is also a published rebuttal arguing the collapse was token limits and one unsolvable puzzle. I am citing the exchange, not a verdict.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claim is weaker and safer. The model has not met your users. More tokens do not fix that, and neither does more of you, because your judgment is biased too. The difference is that you can write your prediction down before the release and check it afterward.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 `bun artifacts/speaking-portfolio-expanded/talks/judgment/demo.ts` for the plan count, then add `--evidence` for the arm count. Do the final division on the board rather than reading it. Say once that the numbers are six features and three cohorts, not their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the tokens 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19:30 to 23:30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6 features · 3 cohorts → 524,880 plans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12,000 weekly actives · 4 weeks → 16 arms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32,805 plans per arm of evidence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features. Order them: seven hundred and twenty sequences. Assign each to one of three cohorts: three to the sixth, seven hundred and twenty-nine. Multiply. Five hundred and twenty-four thousand, eight hundred and eighty distinct plans, and that is before batching and before dates.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evidence you can buy. Twelve thousand weekly actives, a four-week window, forty-eight thousand exposures. At an eight percent baseline, detecting a two-point lift needs roughly three thousand per arm, so sixteen arms. Divide: thirty-two thousand, eight hundred and five plans for every arm of evidence you can afford. Benchmarks owns the power arithmetic; here I only need the count.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turn the thinkin' tokens up. Chollet's 2019 definition treats intelligence as skill acquisition over novel tasks, and a system that has already seen the situation is not demonstrating that. Your product's next six months is a task nobody has seen, including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paper about exactly this: the Apple group's Illusion of Thinking, 2025, reporting that reasoning models collapse past a complexity threshold and spend fewer tokens as problems get harder. There is also a published rebuttal arguing the collapse was token limits and one unsolvable puzzle. I am citing the exchange, not a verdict.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My claim is weaker and safer. The model has not met your users. More tokens do not fix that, and neither does more of you, because your judgment is biased too. The difference is that you can write your prediction down before the release and check it afterward.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 `bun artifacts/speaking-portfolio-expanded/talks/judgment/demo.ts` for the plan count, then add `--evidence` for the arm count. Do the final division on the board rather than reading it. Say once that the numbers are six features and three cohorts, not their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the machine is actually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23:30 to 26:00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Cluster 4,000 support threads → yes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Choose the order → no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It proposes. You sequence.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not an anti-AI slide, and the useful list is long. Cluster four thousand support threads by complaint. Find the twelve accounts whose usage pattern matches the cohort you are about to change. Draft the rollout plan, the docs diff and the support macro at once.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Better, have it hunt the conflict you would have missed. Your release week is the week two of your three support engineers are at a conference. The workflow you are about to move belongs to your top three renewals this quarter. That is a search problem, and search is what it is good 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it cannot do is care which one your users will love, because it has never met them and because the answer does not exist yet. It proposes. You sequence. Then you own the sequence.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Prediction: the version picker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settings panel where version sits beside theme and language](../../../../public/talks/assets/judgment/version-picker.svg)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Theme · Language ·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"You're on 4.2. It's 43 days old. Update, or turn on auto-update."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First prediction, labeled once as a prediction. Version becomes a first-class user-facing control, sitting in settings beside theme and language, because those two are already there for exactly this reason. They are preferences about how the software meets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returning user lands on the version she left. The banner reads: you are on 4.2, it is forty-three days old, here is what changed, update now or turn on auto-update. Change stops being something that happened to her while she was away and becomes something she asks for. That is the whole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web spent twenty years removing this control and calling it a feature. Everyone runs current, nobody sits on an old build, support reasons about one thing. That was the right trade when shipping was expensive and rare. Ask whether it is still the right trade at forty-six deploys a quarter.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picker also makes the cost visible to you. If a meaningful share of your users pin, you have measured the thing nobody measures. Their pin rate is your change-fatigue meter and it does not require a survey.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Prediction: the version picker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26:00 to 29:30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settings panel where version sits beside theme and language](../../../../public/talks/assets/judgment/version-picker.svg)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Theme · Language · Version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"You're on 4.2. It's 43 days old. Update, or turn on auto-update."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First prediction, labeled once as a prediction. Version becomes a first-class user-facing control, sitting in settings beside theme and language, because those two are already there for exactly this reason. They are preferences about how the software meets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returning user lands on the version she left. The banner reads: you are on 4.2, it is forty-three days old, here is what changed, update now or turn on auto-update. Change stops being something that happened to her while she was away and becomes something she asks for. That is the whole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web spent twenty years removing this control and calling it a feature. Everyone runs current, nobody sits on an old build, support reasons about one thing. That was the right trade when shipping was expensive and rare. Ask whether it is still the right trade at forty-six deploys a quarter.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picker also makes the cost visible to you. If a meaningful share of your users pin, you have measured the thing nobody measures. Their pin rate is your change-fatigue meter and it does not require a survey.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What that costs to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29:30 to 32:00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Versioned runtime + a sandbox per user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Privacy: better. Patching: worse.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Every live version is a live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engineering bill, because the prediction is easy and the architecture is not. Serving many live versions means a versioned runtime against a shared data model, or a data model versioned per user: a semi-persistent sandbox holding their build and their state, resumed on arrival and suspended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buys something real on privacy. Data that never leaves a user's sandbox is data you cannot leak in bulk, and a breach costs you one tenant instead of one table. You are trading a class of problem you understand for one you do not: an unpatchable fleet you cannot force forward.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live version is also a live contract. Hyrum's law: with enough users, every observable behavior of your system gets depended on, including the ones you consider bugs. Choose how many versions you support on purpose, and give the number an expiry 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Hyrum Wright, [Hyrum's Law](https://www.hyrumslaw.com/). Stated as an observation about interface consumers, not a measured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Prediction: the app your neighbor configured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"Turn on what people like me have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Shareable configuration profiles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Developers have done this for thirty years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Feature flags stop being your deployment tool and become the user's preference surface. Not a wall of switches: a profile. Turn on what people who use this the way I do have turned on. Follow this person's setup. Adopt my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not new, it is unevenly distributed. Dotfiles. VS Code extension packs. Home Assistant blueprints. Excel templates. Figma community files. Mod lists. Developers have been shipping configuration to each other as a social object for thirty years and we never offered it to anybody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Von Hippel's lead-user work found users at the leading edge of a market inventing what the rest will want, and his toolkit work in 2002 is about shipping them the means to do it. Rogers gives you the shape of who adopts first. A shared profile is a toolkit and a diffusion channel in the same object.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Everyone runs a different app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Support: "which app do you have?"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Screenshots · A/B baselines · accessibility defaults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Same as it ever was: defaults still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opens with a new first question: which app do you have. Your documentation screenshots are wrong for most readers. Your A/B test has no common baseline, because the control group configured itself. Accessibility defaults are the ones people turn off first and need most.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user can also configure themselves into a corner and never meet the thing that would have helped. Call it a filter bubble for functionality rather than opinion.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Choice overload is the obvious objection and I will raise it myself: Iyengar and Lepper's jam study, 2000. A 2010 meta-analysis across fifty published experiments put the mean effect near zero. So I cite it and set it aside. The risk is not too many switches.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is that nobody is curating them. Somebody owns the default profile, somebody decides which shared setups get promoted, and somebody decides what a new user gets before they have a neighbor. Distribution still concentrates. Defaults still win.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Sheena S. Iyengar and Mark R. Lepper (2000), [When Choice is Demotivating](https://doi.org/10.1037/0022-3514.79.6.995), Journal of Personality and Social Psychology 79(6), 995–1006. Benjamin Scheibehenne, Rainer Greifeneder and Peter M. Todd (2010), [Can There Ever Be Too Many Options?](https://doi.org/10.1086/651235), Journal of Consumer Research 37(3), 409–425. Cited to set aside.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Knowing what not to ship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38:00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Don't count what it cost you to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Count what it costs them to relearn.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two tracks. Forty-six releases, four sessions. You did not get slower and she did not get dumber. You filled the space between her visits with work she has to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Turn the reasoning up as far as it goes. It will hand you a better-argued plan for a market it has never seen. The part it cannot do is the part you were hired for: knowing which of these your people will love, and knowing when they can stand to receive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Sometimes the right release is a smaller one. Sometimes it is the same app they left.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Step back to slide 3 for the two tracks, then return here. 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Nicole Forsgren, Jez Humble and Gene Kim (2018), [Accelerate: The Science of Lean Software and DevOps](https://itrevolution.com/product/accelerate/), IT Revolution. The four key metrics describe delivery performance, not user absorption; the tracks in this diagram are an illustration, not measured telemetry.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Hyrum Wright, [Hyrum's Law](https://www.hyrumslaw.com/). Stated as an observation about interface consumers, not a measured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Sheena S. Iyengar and Mark R. Lepper (2000), [When Choice is Demotivating](https://doi.org/10.1037/0022-3514.79.6.995), Journal of Personality and Social Psychology 79(6), 995–1006. Benjamin Scheibehenne, Rainer Greifeneder and Peter M. Todd (2010), [Can There Ever Be Too Many Options?](https://doi.org/10.1086/651235), Journal of Consumer Research 37(3), 409–425. Cited to set aside.</a:t>
            </a:r>
            <a:endParaRPr lang="en-US"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Nicole Forsgren, Jez Humble and Gene Kim (2018), [Accelerate: The Science of Lean Software and DevOps](https://itrevolution.com/product/accelerate/), IT Revolution. The four key metrics describe delivery performance, not user absorption; the tracks in this diagram are an illustration, not measured telemetry.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Debora Viana Thompson, Rebecca W. Hamilton and Roland T. Rust (2005), [Feature Fatigue: When Product Capabilities Become Too Much of a Good Thing](https://doi.org/10.1509/jmkr.2005.42.4.431), Journal of Marketing Research 42(4), 431–442. Noriaki Kano, Nobuhiko Seraku, Fumio Takahashi and Shinichi Tsuji (1984), Attractive Quality and Must-Be Quality, Journal of the Japanese Society for Quality Control 14(2), 39–48.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William Samuelson and Richard Zeckhauser (1988), [Status Quo Bias in Decision Making](https://doi.org/10.1007/BF00055564), Journal of Risk and Uncertainty 1(1), 7–59. Daniel Kahneman, Jack L. Knetsch and Richard H. Thaler (1990), [Experimental Tests of the Endowment Effect and the Coase Theorem](https://doi.org/10.1086/261737), Journal of Political Economy 98(6), 1325–1348. Jakob Nielsen (1994), [Ten Usability Heuristics for User Interface Design](https://www.nngroup.com/articles/ten-usability-heuristics/).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François Chollet (2019), [On the Measure of Intelligence](https://arxiv.org/abs/1911.01547), arXiv:1911.01547. Parshin Shojaee and colleagues (2025), [The Illusion of Thinking](https://machinelearning.apple.com/research/illusion-of-thinking), Apple Machine Learning Research; and the rebuttal, [The Illusion of the Illusion of Thinking](https://arxiv.org/abs/2506.09250), arXiv:2506.09250. Present as a contested exchange, not a settled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Hyrum Wright, [Hyrum's Law](https://www.hyrumslaw.com/). Stated as an observation about interface consumers, not a measured result.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Eric von Hippel (1986), [Lead Users: A Source of Novel Product Concepts](https://doi.org/10.1287/mnsc.32.7.791), Management Science 32(7), 791–805. Eric von Hippel and Ralph Katz (2002), [Shifting Innovation to Users via Toolkits](https://doi.org/10.1287/mnsc.48.7.821.2817), Management Science 48(7), 821–833. Everett M. Rogers (2003), Diffusion of Innovations, 5th edition, Free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Sheena S. Iyengar and Mark R. Lepper (2000), [When Choice is Demotivating](https://doi.org/10.1037/0022-3514.79.6.995), Journal of Personality and Social Psychology 79(6), 995–1006. Benjamin Scheibehenne, Rainer Greifeneder and Peter M. Todd (2010), [Can There Ever Be Too Many Options?](https://doi.org/10.1086/651235), Journal of Consumer Research 37(3), 409–425. Cited to set aside.</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Turn Your Thinkin' Tokens Up to 11</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40-minute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14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14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These go to eleven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Code is free. Features are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Attention is the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features shipped before lunch.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work. All four have tests. Your best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customer opens the app for the first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 six weeks and cannot find the button she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used every Friday. Nobody filed a bug.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Here is the line this talk has to earn.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Don't count what the feature cost you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count what it costs them to relearn.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title is a Spinal Tap joke and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load-bearing. Turn the reasoning budget up</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eleven. More tokens buy more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consideration of situations the model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seen. They do not buy taste,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do not tell you which Tuesday.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Scope, once. The arithmetic later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counting, not a measurement of your team,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the two futures at the end are labeled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predictions I have not measured.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14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got cheap, and what didn't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Someone has to want it · build it · learn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 only automated the middle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things used to gate a feature.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Someone had to want it, someone had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it, and someone had to learn it. We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spent a decade attacking the middle one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year we finished the job. The other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did not move.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cost is now close enough to zero that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it stops being the selection mechanism,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part nobody plans for. Scarcity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doing your prioritization for free.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constraint dies, the decision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quietly making lands on your desk,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unlabeled.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the interesting question stopped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can we build. It is which of these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should exist, who should see it, and when.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Those are three separate decisions and 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roadmaps answer only the first.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14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Nobody lives in your app</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d8660a79939e120d919024243ba3cb1a23c85540bbaeb59d48641edc0ea48389" descr="Ninety days of releases against one user's four session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90 days · 46 releases · 4 sessions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Between visits two and three: 21 changes, at once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ninety days. The top track is your deploys: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forty-six of them, roughly every other day, which any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DORA-literate team would call healthy. The bottom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track is one customer's sessions: four. Day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day nineteen, day sixty-one, day eighty-eight.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Between her second visit and her third you shipped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twenty-one changes. She does not receive twenty-one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changes. She receives one change, all at once, and 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is enormous. Your release cadence and her absorption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rate are different meters, and only one of them is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dashboard.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DORA's four keys measure delivery capability: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deployment frequency, lead time, change failure rate,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time to restore. They are good measures of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pipeline. None of them describes what a returning</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user walks into. That measurement does not exist 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most companies, and it is the one this talk is about.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14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Feature fatigue is a measured effect</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Before use: capability wins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After use: usability wins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Delighters decay into expectations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Thompson, Hamilton and Rust ran this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2005 and named it feature fatigue. Before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purchase, people prefer the product with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more capabilities. After using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satisfaction tracks usability instead.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person picks the loaded one and then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resents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not a quirk, it is a structural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problem. Your acquisition signal and your</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retention signal point in opposite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directions, and the feature list is exactly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they diverge. Adding capability makes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sale and costs the renewal. Both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effects are real and they arrive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times, which is why no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dashboard shows you the trade.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Kano's model from 1984 splits attributes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into must-be, one-dimensional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attractive. The attractive ones are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delighters, and Kano's own point is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do not stay attractive. Today's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delight is next year's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expectation, and the year after that its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absence is a defect.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14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change is a loss before it is a gain</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Status quo bias · endowment effect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Recognition, not recall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gain is yours. The loss is theirs,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Samuelson and Zeckhauser named status quo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bias in 1988: across lab and field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decisions, people over-select the option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they already hold. Kahneman, Knetsch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Thaler measured the endowment effect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way — you want more for the mug once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yours. Your user owns a workflow,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are proposing to take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Nielsen's heuristic says recognition rather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than recall. A returning user recognizes;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 does not recall. Move the button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have converted a recognition task into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recall task, against a memory that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been decaying since her last visit.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gain from a redesign is real,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arrives later, spread thin. The loss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small, specific and arrives on first login.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Individually every change was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improvement. In aggregate, at your cadence,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reads as instability.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14    SOURCE SLIDE 6</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"Ship it Tuesday"</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"Ship it Tuesday."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is the whole request.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Ship it Tuesday. That is the entire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request, somebody senior said it,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everyone in the room nodded.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Sixty seconds with the person next to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Write down what else has to be true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Tuesday to be the right answer. You do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 a second page of context; that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point.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Which customers get it Tuesday? Do they 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with the other three things in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branch, or on its own? Who is on support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Tuesday afternoon? Has anyone told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who write the docs, the people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trained the account team, or the customer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whose renewal is Thursday? Is Tuesday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reversible?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None of those are engineering questions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of them are release questions. We made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building free and left the sequencing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expensive.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14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Five axes, one of them a date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 who · when · shape · reversibility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axis commits somebody who is not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room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Five axes, not one. Most roadmap tools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exactly one of them, the date, which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why the date is the only one that 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gets argued about.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Read the right-hand column. Every one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these commits a person who is not in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room: support staffing, a documentation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rewrite, an account executive who already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promised it, a renewal conversation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Thursday. Marketing wants a date it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 campaign against, and a campaign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promise you cannot flag off.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also have to keep all of it flexible,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a competitor ships something on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Wednesday and now you want to pull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feature forward. Pulling it forward is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free. It costs you the sequence,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sequence was the part you had actually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reasoned about.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TABLE</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Five axes, one of them a date</a:t>
            </a:r>
            <a:endParaRPr lang="en-US" sz="2550"/>
          </a:p>
        </p:txBody>
      </p:sp>
      <p:graphicFrame>
        <p:nvGraphicFramePr>
          <p:cNvPr id="4" name="Editable table"/>
          <p:cNvGraphicFramePr/>
          <p:nvPr/>
        </p:nvGraphicFramePr>
        <p:xfrm>
          <a:off x="457200" y="1905000"/>
          <a:ext cx="9144000" cy="2763202"/>
        </p:xfrm>
        <a:graphic>
          <a:graphicData uri="http://schemas.openxmlformats.org/drawingml/2006/main/table">
            <a:tbl>
              <a:tblPr firstRow="1" bandRow="0"/>
              <a:tblGrid>
                <a:gridCol w="3048000"/>
                <a:gridCol w="3048000"/>
                <a:gridCol w="3048000"/>
              </a:tblGrid>
              <a:tr h="460534">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Axis</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Question</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1">
                          <a:solidFill>
                            <a:srgbClr val="246957"/>
                          </a:solidFill>
                          <a:latin typeface="Arial"/>
                          <a:ea typeface="Arial"/>
                          <a:cs typeface="Arial"/>
                        </a:rPr>
                        <a:t xml:space="preserve">Commits</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What</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Should it exist at all?</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Docs, support surface</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Who</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Everyone, or a cohort?</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Sales, contracts</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When</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Tuesday, or next quarter?</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Marketing, renewals</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Shape</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One batch or rolling?</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Rollback, triage</a:t>
                      </a:r>
                      <a:endParaRPr lang="en-US" sz="1575"/>
                    </a:p>
                  </a:txBody>
                  <a:tcPr marL="95250" marR="95250" marT="95250" marB="95250">
                    <a:lnB w="6350">
                      <a:solidFill>
                        <a:srgbClr val="CBD2CF"/>
                      </a:solidFill>
                    </a:lnB>
                    <a:noFill/>
                  </a:tcPr>
                </a:tc>
              </a:tr>
              <a:tr h="460534">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Reversible</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Flag, migration, one-way?</a:t>
                      </a:r>
                      <a:endParaRPr lang="en-US" sz="1575"/>
                    </a:p>
                  </a:txBody>
                  <a:tcPr marL="95250" marR="95250" marT="95250" marB="95250">
                    <a:lnB w="6350">
                      <a:solidFill>
                        <a:srgbClr val="CBD2CF"/>
                      </a:solidFill>
                    </a:lnB>
                    <a:noFill/>
                  </a:tcPr>
                </a:tc>
                <a:tc>
                  <a:txBody>
                    <a:bodyPr wrap="none" lIns="0" tIns="0" rIns="0" bIns="0"/>
                    <a:lstStyle/>
                    <a:p>
                      <a:pPr marL="0" indent="0">
                        <a:lnSpc>
                          <a:spcPts val="2126"/>
                        </a:lnSpc>
                        <a:spcAft>
                          <a:spcPts val="0"/>
                        </a:spcAft>
                        <a:buNone/>
                      </a:pPr>
                      <a:r>
                        <a:rPr lang="en-US" sz="1575" b="0">
                          <a:solidFill>
                            <a:srgbClr val="202B33"/>
                          </a:solidFill>
                          <a:latin typeface="Arial"/>
                          <a:ea typeface="Arial"/>
                          <a:cs typeface="Arial"/>
                        </a:rPr>
                        <a:t xml:space="preserve">On-call, data model</a:t>
                      </a:r>
                      <a:endParaRPr lang="en-US" sz="1575"/>
                    </a:p>
                  </a:txBody>
                  <a:tcPr marL="95250" marR="95250" marT="95250" marB="95250">
                    <a:lnB w="6350">
                      <a:solidFill>
                        <a:srgbClr val="CBD2CF"/>
                      </a:solidFill>
                    </a:lnB>
                    <a:noFill/>
                  </a:tcPr>
                </a:tc>
              </a:tr>
            </a:tbl>
          </a:graphicData>
        </a:graphic>
      </p:graphicFrame>
      <p:sp>
        <p:nvSpPr>
          <p:cNvPr id="5" name="Text 5"/>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6" name="Text 6"/>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tokens up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6 features · 3 cohorts → 524,880 plans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12,000 weekly actives · 4 weeks → 16 arms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32,805 plans per arm of evidence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Six features. Order them: seven hundred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twenty sequences. Assign each to one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three cohorts: three to the sixth, seven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twenty-nine. Multiply. Five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twenty-four thousand, eight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 and eighty distinct plans, and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before batching and before dates.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evidence you can buy. Twelve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weekly actives, a four-week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window, forty-eight thousand exposures.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eight percent baseline, detecting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two-point lift needs roughly three thousand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arm, so sixteen arms. Divide: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thirty-two thousand, eight hundred and five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plans for every arm of evidence you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afford. Benchmarks owns the power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arithmetic; here I only need the count.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turn the thinkin' tokens up. Chollet's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2019 definition treats intelligence 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skill acquisition over novel tasks, and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system that has already seen the situation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not demonstrating that. Your product's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next six months is a task nobody has seen,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including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There is a paper about exactly this: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Apple group's Illusion of Thinking, 2025,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reporting that reasoning models collapse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past a complexity threshold and spend fewer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tokens as problems get harder. There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also a published rebuttal arguing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collapse was token limits and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unsolvable puzzle. I am citing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exchange, not a verdict.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14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Turn the tokens up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My claim is weaker and safer. The model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met your users. More tokens do not fix</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and neither does more of you, because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your judgment is biased too. The difference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that you can write your prediction down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 release and check it afterward.</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14    SOURCE SLIDE 9</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the machine is actually for</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Cluster 4,000 support threads → yes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Choose the order →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proposes. You sequence.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not an anti-AI slide,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useful list is long. Cluster four thousand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threads by complaint. Find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twelve accounts whose usage pattern matches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cohort you are about to change. Draft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rollout plan, the docs diff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macro at once.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Better, have it hunt the conflict you would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have missed. Your release week is the week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of your three support engineers are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conference. The workflow you are about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move belongs to your top three renewals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quarter. That is a search problem,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search is what it is good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What it cannot do is care which one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users will love, because it has never met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them and because the answer does not exist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yet. It proposes. You sequence. Then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own the sequence.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Prediction: the version picker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237341e722f69667f7c423de1199c47784318efda85e9448d97e24c6015db4c6" descr="A settings panel where version sits beside theme and languag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Theme · Language · Version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"You're on 4.2. It's 43 days old. Update, or turn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auto-update."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First prediction, labeled once as a prediction.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Version becomes a first-class user-facing control,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sitting in settings beside theme and language,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because those two are already there for exactly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reason. They are preferences about how the software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meets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returning user lands on the version she left. The</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banner reads: you are on 4.2, it is forty-three days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old, here is what changed, update now or turn 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auto-update. Change stops being something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happened to her while she was away and becomes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something she asks for. That is the whole move.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web spent twenty years removing this control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calling it a feature. Everyone runs current, nobody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sits on an old build, support reasons about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thing. That was the right trade when shipping was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expensive and rare. Ask whether it is still the right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trade at forty-six deploys a quarter.</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14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Prediction: the version picker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picker also makes the cost visible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If a meaningful share of your users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pin, you have measured the thing nobody</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measures. Their pin rate is your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change-fatigue meter and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require a survey.</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14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What that costs to build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Versioned runtime + a sandbox per user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Privacy: better. Patching: worse.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live version is a live 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Now the engineering bill, because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prediction is easy and the architecture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Serving many live versions means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versioned runtime against a shared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or a data model versioned per user: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semi-persistent sandbox holding their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build and their state, resumed on arrival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suspended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That buys something real on privacy.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that never leaves a user's sandbox is data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cannot leak in bulk, and a breach costs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 one tenant instead of one table.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are trading a class of problem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understand for one you do not: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unpatchable fleet you cannot force forward.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 live version is also a live contract.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Hyrum's law: with enough users,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observable behavior of your system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depended on, including the ones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consider bugs. Choose how many versions you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on purpose, and give the number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expiry date.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14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Prediction: the app your neighbor configured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"Turn on what people like me have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Shareable configuration profiles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Developers have done this for thirty years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 prediction. Feature flags stop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deployment tool and become the user's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preference surface. Not a wall of switches: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profile. Turn on what people who use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way I do have turned on. Follow this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person's setup. Adopt my team's.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This is not new, it is unevenly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distributed. Dotfiles. VS Code extension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packs. Home Assistant blueprints. Excel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templates. Figma community files. Mod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lists. Developers have been shipping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configuration to each other as a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object for thirty years and we never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offered it to anybody else.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Von Hippel's lead-user work found users 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leading edge of a market inventing what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rest will want, and his toolkit work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2002 is about shipping them the means to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Rogers gives you the shape of who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adopts first. A shared profile is a toolkit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a diffusion channel in the same object.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13 / 14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Everyone runs a different app now</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Support: "which app do you have?"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Screenshots · A/B baselines · accessibility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defaults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Same as it ever was: defaults still win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Support opens with a new first question: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which app do you have. Your documentation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screenshots are wrong for most readers.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Your A/B test has no common baseline,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because the control group configured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Accessibility defaults are the ones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people turn off first and need most.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user can also configure themselves into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corner and never meet the thing that would</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have helped. Call it a filter bubble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functionality rather than opinion.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Choice overload is the obvious objection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I will raise it myself: Iyengar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Lepper's jam study, 2000. A 2010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meta-analysis across fifty published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experiments put the mean effect near zero.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 I cite it and set it aside. The risk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too many switches.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is that nobody is curating them.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Somebody owns the default profile, somebody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decides which shared setups get promoted,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somebody decides what a new user gets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before they have a neighbor. Distribution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concentrates. Defaults still win.</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14 / 14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Knowing what not to ship</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Don't count what it cost you to build.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what it costs them to relearn.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two tracks. Forty-six releases,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four sessions. You did not get slower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 did not get dumber. You filled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space between her visits with work she has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do.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Turn the reasoning up as far as it goes. It</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will hand you a better-argued plan for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market it has never seen. The part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cannot do is the part you were hired for: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knowing which of these your people will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love, and knowing when they can stand to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receive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Sometimes the right release is a smaller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Sometimes it is the same app they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left.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Nicole Forsgren, Jez Humble and Gene Kim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(2018), Accelerate: The Science of Lean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Software and DevOps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https://itrevolution.com/product/accelerate/,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 Revolution. The four key metrics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describe delivery performance, not user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absorption; the tracks in this diagram are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 illustration, not measured telemetry.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Debora Viana Thompson, Rebecca W. Hamilton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Roland T. Rust (2005), Feature Fatigue: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Product Capabilities Become Too Much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a Good Thing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https://doi.org/10.1509/jmkr.2005.42.4.431),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Marketing Research 42(4),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431–442. Noriaki Kano, Nobuhiko Seraku,</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Fumio Takahashi and Shinichi Tsuji (1984),</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Attractive Quality and Must-Be Quality,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the Japanese Society for Quality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Control 14(2, 39–48.</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William Samuelson and Richard Zeckhauser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(1988), Status Quo Bias in Decision Making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https://doi.org/10.1007/BF00055564),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Risk and Uncertainty 1(1), 7–59.</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Daniel Kahneman, Jack L. Knetsch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Richard H. Thaler (1990), [Experimental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Tests of the Endowment Effect and the Coase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Theorem](https://doi.org/10.1086/261737),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Political Economy 98(6),</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1325–1348. Jakob Nielsen (1994),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Usability Heuristics for User Interface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Design](https://www.nngroup.com/articles/ten-usability-heuristics/.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19</a:t>
            </a:r>
            <a:endParaRPr lang="en-US" sz="975"/>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François Chollet (2019), On the Measure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Intelligence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https://arxiv.org/abs/1911.01547),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arXiv:1911.01547. Parshin Shojaee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colleagues (2025), [The Illusion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Thinking](https://machinelearning.apple.com/research/illusion-of-thinking),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Apple Machine Learning Research; and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rebuttal, [The Illusion of the Illusion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Thinking](https://arxiv.org/abs/2506.09250,</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arXiv:2506.09250. Present as a contested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exchange, not a settled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Hyrum Wright, Hyrum's Law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https://www.hyrumslaw.com/. Stated as 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observation about interface consumers,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measured result.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Eric von Hippel (1986), Lead Users: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Source of Novel Product Concepts —</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https://doi.org/10.1287/mnsc.32.7.791),</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Science 32(7), 791–805. Eric von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Hippel and Ralph Katz (2002), [Shifting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Innovation to Users via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Toolkits](https://doi.org/10.1287/mnsc.48.7.821.2817),</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Management Science 48(7), 821–833. Everett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 Rogers (2003, Diffusion of Innovations,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5th edition, Free Press.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Sheena S. Iyengar and Mark R. Lepper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(2000), When Choice is Demotivating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https://doi.org/10.1037/0022-3514.79.6.995),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Personality and Social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Psychology 79(6), 995–1006. Benjamin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Scheibehenne, Rainer Greifeneder and Peter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 Todd (2010), [Can There Ever Be Too Many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Options?](https://doi.org/10.1086/651235),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Journal of Consumer Research 37(3, 409–425.</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Cited to set aside.</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Turn Your Thinkin' Tokens Up to 11</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20</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20</Slides>
  <Notes>20</Notes>
</Properties>
</file>

<file path=docProps/core.xml><?xml version="1.0" encoding="utf-8"?>
<cp:coreProperties xmlns:cp="http://schemas.openxmlformats.org/package/2006/metadata/core-properties" xmlns:dc="http://purl.org/dc/elements/1.1/" xmlns:dcterms="http://purl.org/dc/terms/" xmlns:xsi="http://www.w3.org/2001/XMLSchema-instance">
  <dc:title>Turn Your Thinkin' Tokens Up to 11</dc:title>
  <dc:creator>Dan Levy</dc:creator>
  <dc:description>handout edition generated from current reviewed talk materials</dc:description>
  <dcterms:created xsi:type="dcterms:W3CDTF">2026-09-08T03:01:16Z</dcterms:created>
</cp:coreProperties>
</file>