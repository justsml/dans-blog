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95% utilized → 19× waiting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plausible implementations. One reviewer.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good implementations arrive before lunch. The reviewer is still on yesterday's change. Generation got cheaper. Delivery acquired a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your organization uses AI to build an infinite feature machine, you have tragically missed the potential of the magic AI genie. We can spend the gain on fewer defects and smaller changes. We do not have to spend it all on more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scope once: the queue and permission examples are teaching models, not measurements of your team. The nineteen-times wait assumes one server and a variability factor of one. We will do the arithmetic. The argument is that protecting review capacity belongs upstream, where we decide what enters the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change that waited longer for review than it took to write. Bring arrival, first-review, and acceptance timestamps.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distinguish hands-on review from waiting to start it.</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01:30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Wq ≈ ((ca² + cs²) / 2) × ρ / (1 − ρ) × 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 = 1: 80% → 4×; 90% → 9×; 95% → 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Kingman's single-server approximation separates three things: variability, utilization, and mean service time. Call the variability term V. Set V to one for this curve. At eighty percent utilization, point eight divided by point two is four. At ninety-five, point nine five divided by point zero five is nineteen.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Fifteen percentage points of utilization bought nearly five times the wait. That is the price of the last bit of headroom. The multiplier is waiting time divided by hands-on review time. It does not include the review itself.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Little's law gives a separate accounting identity for a stable system: average work in progress equals throughput times average time in the system. They tell us what to measure before claiming the reviewer just needs to try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 F. C. Kingman (1961), [The single server queue in heavy traffic](https://www.cambridge.org/core/journals/mathematical-proceedings-of-the-cambridge-philosophical-society/article/abs/single-server-queue-in-heavy-traffic/81C55BC00A68FE6D5385638AA0B0AF37), 57(4), 902–904. John D. C. Little (1961), [A Proof for the Queuing Formula: L = λW](https://pubsonline.informs.org/doi/abs/10.1287/opre.9.3.383), Operations Research 9(3), 383–387.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Trace the curve and do both divisions. Ask what happens if variability doubles; show that it multiplies the wait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improve the process producing the queue. Start with the request before the code exists. Thirty seconds in pairs: what does the ticket leave unanswered?</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04:00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can do what, in which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happens when access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must never happen?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enterprise permissions. That is the entire request.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can grant a role? Does it apply to one tenant or every tenant? What happens to an existing session after revocation? What does the audit record need to show? There are several plausible implementations, and most disagree about behavior the ticket never specified.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made code cheap and left the question expensive. Writing down the answer is part of implementation. It just happens before the diff.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request once. Give pairs sixty seconds here, thirty in the 15-minute cut. Collect two answers, then introduce the tenant and revocation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05:30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Actor + tenant + action + resource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Revocation changes the next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Denied actions leave state unchanged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this example, an administrator can grant a role only inside the tenant they administer. A revoked role cannot authorize the next operation. A denied change leaves protected state untouched and records the failed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statements produce cases. An admin in tenant A requests a change in A: allow. The same admin requests a change in B: deny. Revoke the role, repeat the A request: deny. Check the resulting state, not just the status message.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Tie this back to the curve. Clear boundaries reduce the number of interpretations arriving at review. Bounded diffs reduce the amount of code a reviewer has to reconstruct at once. That is the variance term.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three cases beside the request. Keep the cross-tenant case visible in the handout, not beside the later demo’s initial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review also teaches the system; a green test cannot replace understanding.</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07:00 to 10:30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canEdit(user, resourceTenant) = user.roles.includes("admin")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Test: admin user → allowed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implementation. Here is its test. The user has the admin role. The function allows the edit. The test passes.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resource tenant is right there in the signature. Nothing reads it. And you already heard the cross-tenant case, back on the spec slide. Watch the vote anyway.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Would you approve it? Now run the case where that administrator belongs to tenant A and the resource belongs to tenant B. The test was accurate about the behavior it checked. The behavior was incomplete in exactly the same way as the implementation.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wrote the test that agrees with the bug. Both of them are very confident.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 asks what automation leaves the operator doing. Skitka and colleagues put people in a flight simulator with an automated monitoring aid and counted the trials where the aid was wrong. On those trials people missed events the aid did not flag, and acted on prompts the other instruments contradicted. That is the whole finding, and it is about the trials where the aid was wrong. This fixture is how the same concern shows up in our queue: the green signal gets attention that the missing case did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 Linda J. Skitka, Kathleen L. Mosier and Mark Burdick (1999), [Does automation bias decision-making?](https://doi.org/10.1006/ijhc.1999.0252), International Journal of Human-Computer Studies 51(5), 991–1006. A flight-simulation task with a monitoring aid, not a code-review trial.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 contracts.md only after the vote. Run `bun artifacts/speaking-portfolio-expanded/packets/judgment/demo.ts` for PASS, then add `--holdout` for the actual failing assertion. Do not assume the room approves; if someone catches it, ask which evidence caught their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give the reviewer authority to stop work, enough context, and time to recover it.</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10:30 to 13:00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Arrivals: decline work before generating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Variance: bounded diffs and explicit behavior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Utilization: reserve actual review capacity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Fewer arrivals means deciding which changes should exist, including declining a second implementation after the first already met the need. That is a rule about review load, not about generation: generate ten parallel attempts if you like, as long as a gate collapses them to one candidate before a human reads any of them. Judging the ten is Dynamic Scaling's talk, and its Council of Guards eats nine. This one protects the person who accepts the one that got through.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Smaller variance means reducing surprises at review. Keep one purpose per diff, include the behavioral cases, and separate mechanical changes from policy changes. Small in line count is useful only when it is also small in meaning.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Protect slack by reserving review time and limiting work in progress. If the reviewer is on call, their calendar is not eight hours of service capacity. Measure interruptions before declaring them underutilized. Pilot these changes on one recurring workflow and keep the baseline.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13:00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should exist? Does it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Is it worth maintaining?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curve. The reviewer did not get slower. We filled the space that let them absorb uneven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Ninety-five percent utilization is not efficiency. It is a nineteen-times wait with good posture. Argue with the model by measuring arrivals, service time, and variability. You cannot argue the queue away by pointing at how quickly the code appeared.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Sometimes the right result is a smaller change. Sometimes it is no change. Cheap code makes both decisions more valuable.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Leave the utilization curve up for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Code Is Cheap. Judgment Is Expensive.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morning four good implementations arrive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95% utilized → 19× waiting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Four plausible implementations. One reviewer.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07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queue does not care how you feel about it</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8de9aa7b0e58010a491d155d2a0aaafbe5d48c9d4da5759fad5af686b3fce993" descr="Kingman: queue wait vs reviewer utilization, variability factor on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07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"Add enterprise permissions"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Who can do what, in which tenant?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happens when access changes?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must never happen?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07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spec reduces variance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Actor + tenant + action + resource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Revocation changes the next decision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Denied actions leave state unchanged</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07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the rubber stamp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canEdit(user, resourceTenant)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user.roles.includes("admin")</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Test: admin user → allowed</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PASS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07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Three levers on the queue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Arrivals: decline work before generating it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Variance: bounded diffs and explicit behavior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Utilization: reserve actual review capacity</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07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Knowing when to stop</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8de9aa7b0e58010a491d155d2a0aaafbe5d48c9d4da5759fad5af686b3fce993" descr="Kingman: queue wait vs reviewer utilization, variability factor on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7</Slides>
  <Notes>7</Notes>
</Properties>
</file>

<file path=docProps/core.xml><?xml version="1.0" encoding="utf-8"?>
<cp:coreProperties xmlns:cp="http://schemas.openxmlformats.org/package/2006/metadata/core-properties" xmlns:dc="http://purl.org/dc/elements/1.1/" xmlns:dcterms="http://purl.org/dc/terms/" xmlns:xsi="http://www.w3.org/2001/XMLSchema-instance">
  <dc:title>Code Is Cheap. Judgment Is Expensive.</dc:title>
  <dc:creator>Dan Levy</dc:creator>
  <dc:description>screen edition generated from current reviewed talk materials</dc:description>
  <dcterms:created xsi:type="dcterms:W3CDTF">2026-09-07T02:31:11Z</dcterms:created>
</cp:coreProperties>
</file>