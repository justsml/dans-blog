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distinguish hands-on review from waiting to start it.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improve the process producing the queue. Start with the request before the code exists. Thirty seconds in pairs: what does the ticket leave unanswered?</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review also teaches the system; a green test cannot replace understanding.</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give the reviewer authority to stop work, enough context, and time to recover it.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term. On purpose.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resourceTenant)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resource tenant is right there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signature. Nothing reads it.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heard the cross-tenant case, 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spec slide. Watch the vote anyway.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Skitka and colleagues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in a flight simulator with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monitoring aid and counted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where the aid was wrong. On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people missed events the aid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and acted on prompts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 contradicted. That is the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it is about the trials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aid was wrong. This fixture is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concern shows up in our queue: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green signal gets attention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including declining a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after the first already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need. That is a rule about review 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about generation: generate ten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if you like, as long as a gate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collapses them to one candidate before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human reads any of them. Judging the ten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Dynamic Scaling's talk, and its Council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Guards eats nine. This one protects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who accepts the one that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utilization is not efficiency.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is a nineteen-times wait with good posture. Argue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model by measuring arrivals, service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variability. You cannot argue the queue away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pointing at how quickly the 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 Linda J.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Kathleen L. Mosier and Mark Burdick (1999),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automation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991–1006. A flight-simulation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with a monitoring aid,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code-review trial.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2026-09-07T02:31:11Z</dcterms:created>
</cp:coreProperties>
</file>