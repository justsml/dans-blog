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71% pass · $0.34/run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82% pass · $0.28/run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90% pass · $0.20/run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same models attempt our cancellation workflow. C has the best pass rate in this fixture. The winner changed because the question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need to know what pass meant. Did the system cancel the right account, or did it write a reassuring answer? Did it perform an authorized action, or did it merely mention policy? If the scorer only reads the chat, a polite failure can beat a terse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Prices can help choose among acceptable systems. They cannot tell us which systems are acceptable. The cost-per-success arithmetic belongs to Buy Me a Free Tier. Today the question is whether this score means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03:30 to 06:00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06:00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11:00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13:00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19:30 to 23:00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keep release evidence separate from development; repeated tuning spends a holdout. The IR history is in the companion talk.</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Slice by failure mechanism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counts, variation, and critical violations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overall pass rate weights whatever mix you put in the file. Add easy cases and it rises. Nothing about the hard cases had to improve.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Report cancellation by account type, authorization state, language, and tool outcome. Start with slices that correspond to plausible failure mechanisms. Show the count in each slice and repeat-run variation. A two-case slice should look like two cases, not a confident percentage.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critical violations separately. Nine friendly answers do not compensate for deleting the wrong account. Keep the denominator visible when the corpus changes so a new score does not quietly answer a new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use code for state and schema checks, calibrated graders for language judgments, and people for disputed policy.</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Version cases, scorer, rubric, and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rejection rule before the flattering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release comparison needs the system version, prompt, tool configuration, corpus revision, scorer revision, and baseline. Otherwise the difference between two scores may be a difference between two instruments.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Set the rejection rule before viewing the candidate. Compare by slice. Keep critical violations visible and inspect uncertainty before celebrating a small gain. Each distinct production failure should leave a regression case with an acceptance criterion, while fresh sampling checks what the incident archive misses.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block your next rollout? Write one answer that the current suite could actually detect. If nothing would, you have a report, not a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45 seconds to write. Take one rule and ask which observable state would trigger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Stop Looking at My Benchmarks… Get</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Your Own!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Tuxedo of Benchmarks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89.7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84.3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new model arrives wearing a tuxedo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benchmarks. Here are three scores. Pick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you would try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scope statement: the model names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workload numbers in this fixture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invented. The arithmetic and cited research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checkable. We are choosing a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not measuring general intelligence.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won the displayed competition.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buying the result, ask what competition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Which tasks, whose answers,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scorer, and how much uncertainty?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decimal point has done a lot of persuasion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answering any of those questions.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Same three models, your work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71% pass · $0.34/run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82% pass · $0.28/run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90% pass · $0.20/run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same models attempt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workflow. C has the best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rate in this fixture. The winner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question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still need to know what pass meant.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system cancel the right account, or did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write a reassuring answer? Did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 an authorized action, or did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merely mention policy? If the scorer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reads the chat, a polite failure can beat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terse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can help choose among acceptable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They cannot tell us which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acceptable. The cost-per-success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belongs to Buy Me a Free Tier.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 the question is whether this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means anything.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Goodhart, Campbell, and the target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and behavior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Strathern for the familiar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described statistical regularities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breaking under pressure from their use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control. Campbell described the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social decision-making puts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processes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The familiar sentence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becoming a target comes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practical question is the same.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improves the number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improving the thing we care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assistant can shorten handling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closing the conversation before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solves the problem. A judge can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prose while the backend state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that loophole down before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a case that exploits it. If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evaluator applauds the exploit, you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worth doing.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Eval Suite Needs Therapy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suite needs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green run is an inference, not a warranty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eval suite is a psychometric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somebody checked into Git.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produces scores from tasks and judgments,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we use those scores to make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is its validation?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Try a response that sounds excellent but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leaves the account active. Try a correct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with awkward wording. Try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cancellation with a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 instrument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those for the reasons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needs another dashboard to discover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the grader rewards tone. We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counterexample and the nerve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it ruins the chart.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One number is a comforting fiction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score a score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Construct validity: evidence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gave us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What property does this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that interpretation? Messick puts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 use at the center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validation. A score used to shortlist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the same score used to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refunds are different 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Raji and colleagues make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explicit for broad AI benchmarks.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collection of tasks does not automatically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justify a claim about everything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cancellation, separate constraints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preferences. The correct account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state change are constraints.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Tone is a preference after those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Averaging them together lets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action buy its way out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nice paragraph.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"Cancel my account."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account. Applicable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Verify state. Include the refusal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asks to cancel. Identify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 through an authenticated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Resolve the applicable policy.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Execute the allowed operation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read the resulting state. The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match 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vary one thing at a time. Wrong tenant.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Expired session. Cancellation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completed. A tool times out after accepting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request. An account type that requires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approval. Each case names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expected state and what the assistant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tell the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trace becomes a test when it answers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question. A transcript without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criterion is only a souvenir.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enough context to reproduce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and strip the customer's secrets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enters the corpus.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Run the Judges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94, 82, 91, 97, 89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78, 79, 81, 82, 80 · pass at ≥ 80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Majority disagreement: 2 / 5 = 40%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judge scores ninety-four,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eighty-two, then ninety-one,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ninety-seven, then eighty-nine. Same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answers. Noise wearing a lab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narrower spread can still change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Use seventy-eight, seventy-nine,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eighty-one, eighty-two, eighty. Pass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 or above. That gives fail, fail,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 pass, pass. Two of five verdicts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 with the majority. Forty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one change between adjacent runs;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confuse that with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Auto-Tune Your LLM Judge I call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the decision flip rate.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definition beside the result.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has zero flips. A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liar is still a liar, so check correctness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independent labels too.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for twenty feels finished. Here is what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buys under independent, identically distributed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sampling from the population you care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no failures, the chance of that observation 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 probability p is one minus p, raised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Set it to five percent. Solve for 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one-sided ninety-five-percent upper bound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about thirteen point nine percent. Hanley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Lippman-Hand's rule of three gives the quick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approximation: three divided by twenty, fifteen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percent. About one in seven is the scale we still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not excluded.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Now the uncomfortable part. Twenty cases hand-picked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from your favorite incidents are not a random sample.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confidence statement does not transfer to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set. They can catch known mechanisms. They cannot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certify the population failure rate.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Card and colleagues examined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in NLP comparisons. Small tests also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miss real differences. More decimal places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create more observations.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Agreeable to a Fault (κ = 0)</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90 expert passes. Ten expert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90% agreement, κ = 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hundred cases. Experts pass ninety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fail ten. Our judge passes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Ninety-percent agreement. Congratulations,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have calibrated a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Cohen's kappa compares observed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agreement expected from the marginal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label rates. Here both are point nine,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 is zero. But kappa also changes with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prevalence. Do not replace blind faith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raw agreement with blind faith in a kappa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threshold. Keep the confusion matrix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disagreements.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Blind model identity. Swap A/B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 Position bias and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published evidence behind them. Repeat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checks on the judge you actually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experts disagree, inspect the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case before blaming the model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to find a truth you never agreed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Stop averaging away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Slice by failure mechanism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Show counts, variation, and critical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overall pass rate weights whatever mix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put in the file. Add easy cases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rises. Nothing about the hard cases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cancellation by account type,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state, language, and tool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outcome. Start with slices that correspond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plausible failure mechanisms. Show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in each slice and repeat-run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variation. A two-case slice should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two cases, not a confident percentage.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critical violations separately. Nine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friendly answers do not compensate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 wrong account.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visible when the corpus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a new score does not quietly answer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question.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Write the Rejection Rule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Version cases, scorer, rubric,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rejection rule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flattering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release comparison needs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version, prompt, tool configuration, corpus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revision, scorer revision, and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the difference between two scores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may be a difference between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Set the rejection rule before viewing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Compare by slice. Keep critical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violations visible and inspect uncertainty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celebrating a small gain.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distinct production failure should leave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regression case with an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criterion, while fresh sampling checks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incident archive misses.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would block your next rollout? Write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answer that the current suite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detect. If nothing would,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report, not a gate.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does good mean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Validity · reliability ·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 contamination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twenty cases tomorrow.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criterion, the source,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reason each case belongs. Then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honest limitation: twenty green cases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establish broad reliability.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asks what inference the score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supports. Reliability asks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measurement is repeatable enough for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Agreement asks where graders differ.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asks whether the experiment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difference we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asks what the system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seen. Goodhart asks what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score will break.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suite is an instrument. Test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Goodhart (1975), Problems of Monetary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The U.K. Experience, 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Bank of Australia conference paper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(reprinted 1981). Campbell (1979),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Assessing the impact of planned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Formulations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are attributed paraphrases,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 that every optimized benchmark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stopped measuring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(1955),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in psychological tests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https://psychclassics.yorku.ca/Cronbach/construct.htm).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Messick (1990), [Validity of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Use](https://www.ets.org/research/policy_research_reports/publications/report/1990/ihmy.html).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Raji et al. (2021), [AI and the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Whole Wide World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Benchmark](https://datasets-benchmarks-proceedings.neurips.cc/paper/2021/hash/084b6fbb10729ed4da8c3d3f5a3ae7c9-Abstract-round2.html.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 Levy, Auto-Tune Your LLM Judge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https://danlevy.net/auto-tune-your-llm-judge/,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danlevy.net, 11 August 2026. The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reused as a teaching fixture,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measurement.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James A. Hanley and Abby Lippman-Hand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(1983), If Nothing Goes Wrong,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All Right? Interpreting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Numerators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https://www.medicine.mcgill.ca/epidemiology/hanley/c607/ch08/zero_numerator.pdf),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JAMA 249(13), 1743–1745. Card et 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(2020), [With Little Power Comes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Responsibility](https://aclanthology.org/2020.emnlp-main.745/.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Cohen (1960), A Coefficient of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Nominal Scales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https://journals.sagepub.com/doi/abs/10.1177/001316446002000104).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Feinstein and Cicchetti (1990), [High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agreement but 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kappa](https://pubmed.ncbi.nlm.nih.gov/2348207/).</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Shi et al. (2024), [Judging the Judges: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position bias in pairwise LLM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comparisons](https://arxiv.org/abs/2406.07791).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Wataoka et al. (2024),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LLM-as-a-Judge](https://arxiv.org/abs/2410.21819.</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16</Slides>
  <Notes>16</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handout edition generated from current reviewed talk materials</dc:description>
  <dcterms:created xsi:type="dcterms:W3CDTF">2026-09-08T03:01:16Z</dcterms:created>
</cp:coreProperties>
</file>