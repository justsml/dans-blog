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Tuxedo of Benchmarks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Same three models, your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71% pass · $0.34/run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82% pass · $0.28/run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90% pass · $0.20/run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same models attempt our cancellation workflow. C has the best pass rate in this fixture. The winner changed because the question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need to know what pass meant. Did the system cancel the right account, or did it write a reassuring answer? Did it perform an authorized action, or did it merely mention policy? If the scorer only reads the chat, a polite failure can beat a terse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Prices can help choose among acceptable systems. They cannot tell us which systems are acceptable. The cost-per-success arithmetic belongs to Buy Me a Free Tier. Today the question is whether this score means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Campbell, and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Your Eval Suite Needs Therapy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09:30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One number is a comforting fiction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09:30 to 12:00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"Cancel my account."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Run the Judges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Twenty for Twenty, One in Seven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18:00 to 21:30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One in Seven](../../../../public/talks/assets/benchmarks/bound.svg)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Twenty for Twenty, One in Seven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18:00 to 21:30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One in Seven](../../../../public/talks/assets/benchmarks/bound.svg)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Agreeable to a Fault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21:30 to 25:00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Cranfield had a test collection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27:30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Fixed corpus. Queries.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TREC started in 1992. It studied its own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documented the Cranfield test collections in 1966. Fix the documents, fix the questions, judge relevance, and compare systems. NIST started TREC in 1992 and built a shared evaluation program around this kind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discipline also investigated its weak points. Incomplete judgments and disagreement among assessors affect what a score means. Voorhees found comparative rankings remarkably stable under changed judgments in the experiments she studied. That is evidence about those comparisons, not permission to trust any automated grader.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talk follows that history and its pooling problem. The point here is shorter: instrument validation is part of building the benchmark. It is not the ceremony after the launch.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Cleverdon, Mills, and Keen (1966), [Cranfield report front matter](https://sigir.org/files/museum/Factors%20Determining%20the%20Performance%20of%20Indexing%20Systems%20Volume%20I.%20Design%20-%20Part%202.%20Appendices/pdfs/frontmatter.pdf). [NIST TREC overview](https://trec.nist.gov/overview.html). Voorhees (2000), [Variations in Relevance Judgments](https://www.nist.gov/publications/variations-relevance-judgments-and-measurement-retrieval-effectiveness).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holdout.json Is Not Held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27:30 to 30:30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Public tests may have entered training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Repeated tuning spends the holdout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different leaks. A public test may already be in the training data. Oren and colleagues show a way to detect contamination in black-box models under their method's assumptions. That does not make every public score meaningless. It makes provenance a question you must 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second leak is ours. We inspect the holdout, tune a prompt, inspect it again, and repeat until the result looks good. The holdout became development data one honest decision at a time. Dwork and colleagues formalized this adaptive-data-analysis problem and studied controlled reuse.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development cases separate from release evidence. Log every evaluation used to choose the candidate. Refresh with newly collected cases, retain regressions, and report which set served which purpose. Calling a file holdout.json does not make it held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Oren et al. (2024), [Proving Test Set Contamination in Black-Box Language Models](https://proceedings.iclr.cc/paper_files/paper/2024/hash/46e624c244cff669223d488defd4e835-Abstract-Conference.html). Dwork et al. (2015), [The reusable holdout](https://pubmed.ncbi.nlm.nih.gov/26250683/), Science 349(6248), 636–638.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averaging away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30:30 to 33:00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Slice by failure mechanism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Show counts, variation, and critical violations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overall pass rate weights whatever mix you put in the file. Add easy cases and it rises. Nothing about the hard cases had to improve.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Report cancellation by account type, authorization state, language, and tool outcome. Start with slices that correspond to plausible failure mechanisms. Show the count in each slice and repeat-run variation. A two-case slice should look like two cases, not a confident percentage.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critical violations separately. Nine friendly answers do not compensate for deleting the wrong account. Keep the denominator visible when the corpus changes so a new score does not quietly answer a new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Cheapest Honest No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State and schema belong in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Use judgment where the criterion requires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Check the account state with code. Check whether a required field exists with code. Do not ask a model whether a JSON parser would accept the payload.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a model grader where the criterion requires language judgment, and validate it against labeled cases. Use people for disputed policy, hard ambiguity, and consequential decisions that need their authority. Each layer should be capable of rejecting a plausible wrong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ladder is a division of questions. It is not a contest to see how many things we can put behind an LLM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Write the Rejection Rule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Version cases, scorer, rubric, and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Write the rejection rule before the flattering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release comparison needs the system version, prompt, tool configuration, corpus revision, scorer revision, and baseline. Otherwise the difference between two scores may be a difference between two instruments.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Set the rejection rule before viewing the candidate. Compare by slice. Keep critical violations visible and inspect uncertainty before celebrating a small gain. Each distinct production failure should leave a regression case with an acceptance criterion, while fresh sampling checks what the incident archive misses.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block your next rollout? Write one answer that the current suite could actually detect. If nothing would, you have a report, not a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45 seconds to write. Take one rule and ask which observable state would trigger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does good mean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[Cranfield report front matter](https://sigir.org/files/museum/Factors%20Determining%20the%20Performance%20of%20Indexing%20Systems%20Volume%20I.%20Design%20-%20Part%202.%20Appendices/pdfs/frontmatter.pdf). [NIST TREC overview](https://trec.nist.gov/overview.html). Voorhees (2000), [Variations in Relevance Judgments](https://www.nist.gov/publications/variations-relevance-judgments-and-measurement-retrieval-effectiveness).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Oren et al. (2024), [Proving Test Set Contamination in Black-Box Language Models](https://proceedings.iclr.cc/paper_files/paper/2024/hash/46e624c244cff669223d488defd4e835-Abstract-Conference.html). Dwork et al. (2015), [The reusable holdout](https://pubmed.ncbi.nlm.nih.gov/26250683/), Science 349(6248), 636–638.</a:t>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[Cranfield report front matter](https://sigir.org/files/museum/Factors%20Determining%20the%20Performance%20of%20Indexing%20Systems%20Volume%20I.%20Design%20-%20Part%202.%20Appendices/pdfs/frontmatter.pdf). [NIST TREC overview](https://trec.nist.gov/overview.html). Voorhees (2000), [Variations in Relevance Judgments](https://www.nist.gov/publications/variations-relevance-judgments-and-measurement-retrieval-effectiveness).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Oren et al. (2024), [Proving Test Set Contamination in Black-Box Language Models](https://proceedings.iclr.cc/paper_files/paper/2024/hash/46e624c244cff669223d488defd4e835-Abstract-Conference.html). Dwork et al. (2015), [The reusable holdout](https://pubmed.ncbi.nlm.nih.gov/26250683/), Science 349(6248), 636–638.</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Stop Looking at My Benchmarks… Get</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Your Own!</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Tuxedo of Benchmarks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89.7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88.9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84.3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new model arrives wearing a tuxedo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benchmarks. Here are three scores. Pick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you would try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scope statement: the model names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workload numbers in this fixture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invented. The arithmetic and cited research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checkable. We are choosing a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not measuring general intelligence.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won the displayed competition.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buying the result, ask what competition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Which tasks, whose answers,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scorer, and how much uncertainty?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decimal point has done a lot of persuasion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answering any of those questions.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Same three models, your work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71% pass · $0.34/run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82% pass · $0.28/run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90% pass · $0.20/run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same models attempt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workflow. C has the best 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rate in this fixture. The winner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 question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still need to know what pass meant.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system cancel the right account, or did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write a reassuring answer? Did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 an authorized action, or did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merely mention policy? If the scorer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reads the chat, a polite failure can beat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terse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Prices can help choose among acceptable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They cannot tell us which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acceptable. The cost-per-success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belongs to Buy Me a Free Tier.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 the question is whether this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means anything.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Goodhart, Campbell, and the target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and behavior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Strathern for the familiar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described statistical regularities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breaking under pressure from their use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control. Campbell described the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social decision-making puts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processes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The familiar sentence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becoming a target comes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practical question is the same.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 improves the number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improving the thing we care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assistant can shorten handling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closing the conversation before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solves the problem. A judge can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prose while the backend state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that loophole down before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a case that exploits it. If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evaluator applauds the exploit, you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worth doing.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Eval Suite Needs Therapy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suite needs an 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green run is an inference, not a warranty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eval suite is a psychometric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somebody checked into Git.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produces scores from tasks and judgments,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we use those scores to make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is its validation?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Try a response that sounds excellent but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leaves the account active. Try a correct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with awkward wording. Try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cancellation with a perfect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explanation. The instrument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those for the reasons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needs another dashboard to discover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the grader rewards tone. We need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counterexample and the nerve to keep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it ruins the chart.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One number is a comforting fiction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is the score a score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Construct validity: evidence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gave us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What property does this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measure, and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supports that interpretation? Messick puts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 use at the center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validation. A score used to shortlist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and the same score used to authorize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refunds are different 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Raji and colleagues make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explicit for broad AI benchmarks.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collection of tasks does not automatically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justify a claim about everything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cancellation, separate constraints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preferences. The correct account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state change are constraints.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Tone is a preference after those 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Averaging them together lets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action buy its way out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nice paragraph.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"Cancel my account."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Right account. Applicable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Verify state. Include the refusal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customer asks to cancel. Identify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 through an authenticated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Resolve the applicable policy.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Execute the allowed operation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read the resulting state. The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must match what happened.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vary one thing at a time. Wrong tenant.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Expired session. Cancellation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completed. A tool times out after accepting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request. An account type that requires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approval. Each case names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expected state and what the assistant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tell the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trace becomes a test when it answers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question. A transcript without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criterion is only a souvenir.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enough context to reproduce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and strip the customer's secrets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enters the corpus.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Run the Judges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94, 82, 91, 97, 89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78, 79, 81, 82, 80 · pass at ≥ 80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Majority disagreement: 2 / 5 = 40%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judge scores ninety-four,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eighty-two, then ninety-one,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ninety-seven, then eighty-nine. Same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answers. Noise wearing a lab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narrower spread can still change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Use seventy-eight, seventy-nine,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eighty-one, eighty-two, eighty. Pass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 or above. That gives fail, fail,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 pass, pass. Two of five verdicts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 with the majority. Forty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one change between adjacent runs;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confuse that with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Auto-Tune Your LLM Judge I call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the decision flip rate.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definition beside the result.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has zero flips. A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liar is still a liar, so check correctness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independent labels too.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for twenty feels finished. Here is what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buys under independent, identically distributed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sampling from the population you care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 no failures, the chance of that observation 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 probability p is one minus p, raised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Set it to five percent. Solve for 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one-sided ninety-five-percent upper bound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about thirteen point nine percent. Hanley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Lippman-Hand's rule of three gives the quick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approximation: three divided by twenty, fifteen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percent. About one in seven is the scale we still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not excluded.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Now the uncomfortable part. Twenty cases hand-picked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from your favorite incidents are not a random sample.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confidence statement does not transfer to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set. They can catch known mechanisms. They cannot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certify the population failure rate.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Card and colleagues examined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in NLP comparisons. Small tests also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miss real differences. More decimal places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create more observations.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Agreeable to a Fault (κ = 0)</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90 expert passes. Ten expert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90% agreement, κ = 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hundred cases. Experts pass ninety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fail ten. Our judge passes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Ninety-percent agreement. Congratulations,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have calibrated a button.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Cohen's kappa compares observed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agreement expected from the marginal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label rates. Here both are point nine,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 is zero. But kappa also changes with</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prevalence. Do not replace blind faith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raw agreement with blind faith in a kappa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threshold. Keep the confusion matrix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disagreements.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Blind model identity. Swap A/B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 Position bias and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published evidence behind them. Repeat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checks on the judge you actually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experts disagree, inspect the rubric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case before blaming the model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failing to find a truth you never agreed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Cranfield had a test collection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Fixed corpus. Queries. Relevance judgments.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TREC started in 1992. It studied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Cleverdon, Mills, and Keen documented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Cranfield test collections in 1966. Fix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fix the questions, judge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and compare systems. NIST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started TREC in 1992 and built a shared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program around this kind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discipline also investigated its weak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points. Incomplete judgments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among assessors affect what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means. Voorhees found comparative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rankings remarkably stable under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in the experiments she studied.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evidence about those comparisons,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permission to trust any automated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Retrieval talk follows that history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 pooling problem. The point here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shorter: instrument validation is part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building the benchmark. It is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ceremony after the launch.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holdout.json Is Not Held Out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Public tests may have entered training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Repeated tuning spends the holdout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different leaks. A public test may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be in the training data. Oren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colleagues show a way to detect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contamination in black-box models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their method's assumptions. That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make every public score meaningless.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makes provenance a question you must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second leak is ours. We inspect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holdout, tune a prompt, inspect it again,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repeat until the result looks good.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holdout became development data one honest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at a time. Dwork and colleagues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formalized this adaptive-data-analysis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and studied controlled reuse.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development cases separate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release evidence. Log every evaluation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choose the candidate. Refresh with newly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collected cases, retain regressions,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which set served which purpose.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Calling a file holdout.json does not make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held out.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Stop averaging away failure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Slice by failure mechanism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Show counts, variation, and critical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overall pass rate weights whatever mix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put in the file. Add easy cases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rises. Nothing about the hard cases had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cancellation by account type,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authorization state, language, and tool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outcome. Start with slices that correspond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plausible failure mechanisms. Show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in each slice and repeat-run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variation. A two-case slice should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two cases, not a confident percentage.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Track critical violations separately. Nine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friendly answers do not compensate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deleting the wrong account.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 visible when the corpus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a new score does not quietly answer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question.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Cheapest Honest No</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State and schema belong in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 judgment where the criterion requires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the account state with code.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a required field exists with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ask a model whether a JSON parser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accept the payload.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 a model grader where the criterion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requires language judgment, and validate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labeled cases. Use people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disputed policy, hard ambiguity,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consequential decisions that need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Each layer should be capable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rejecting a plausible wrong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ladder is a division of questions.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not a contest to see how many things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put behind an LLM call.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Write the Rejection Rule First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Version cases, scorer, rubric,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rejection rule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flattering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release comparison needs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version, prompt, tool configuration, corpus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revision, scorer revision, and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Otherwise the difference between two scores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may be a difference between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Set the rejection rule before viewing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Compare by slice. Keep critical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violations visible and inspect uncertainty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celebrating a small gain.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distinct production failure should leave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regression case with an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criterion, while fresh sampling checks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incident archive misses.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would block your next rollout? Write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answer that the current suite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detect. If nothing would, you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report, not a gate.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does good mean 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Validity · reliability ·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 contamination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twenty cases tomorrow.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criterion, the source,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reason each case belongs. Then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honest limitation: twenty green cases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establish broad reliability.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asks what inference the score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supports. Reliability asks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measurement is repeatable enough for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 Agreement asks where graders differ.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asks whether the experiment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difference we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Contamination asks what the system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seen. Goodhart asks what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score will break.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suite is an instrument. Test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Goodhart (1975), Problems of Monetary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Management: The U.K. Experience, 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Bank of Australia conference paper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(reprinted 1981). Campbell (1979),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Assessing the impact of planned social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Formulations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above are attributed paraphrases,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 that every optimized benchmark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stopped measuring 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(1955),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in psychological tests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https://psychclassics.yorku.ca/Cronbach/construct.htm).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Messick (1990), [Validity of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Use](https://www.ets.org/research/policy_research_reports/publications/report/1990/ihmy.html).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Raji et al. (2021), [AI and the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the Whole Wide World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Benchmark](https://datasets-benchmarks-proceedings.neurips.cc/paper/2021/hash/084b6fbb10729ed4da8c3d3f5a3ae7c9-Abstract-round2.html.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 Levy, Auto-Tune Your LLM Judge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https://danlevy.net/auto-tune-your-llm-judge/,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danlevy.net, 11 August 2026. The sequence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reused as a teaching fixture,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fresh measurement.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James A. Hanley and Abby Lippman-Hand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(1983), If Nothing Goes Wrong,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All Right? Interpreting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Numerators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https://www.medicine.mcgill.ca/epidemiology/hanley/c607/ch08/zero_numerator.pdf),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JAMA 249(13), 1743–1745. Card et 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(2020), [With Little Power Comes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Responsibility](https://aclanthology.org/2020.emnlp-main.745/.</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Cohen (1960), A Coefficient of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Nominal Scales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https://journals.sagepub.com/doi/abs/10.1177/001316446002000104).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Feinstein and Cicchetti (1990), [High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agreement but 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kappa](https://pubmed.ncbi.nlm.nih.gov/2348207/).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 et al. (2024), [Judging the Judges: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position bias in pairwise LLM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comparisons](https://arxiv.org/abs/2406.07791).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Wataoka et al. (2024),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LLM-as-a-Judge](https://arxiv.org/abs/2410.21819.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Cleverdon, Mills, and Keen (1966),</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Cranfield report front matter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https://sigir.org/files/museum/Factors%20Determining%20the%20Performance%20of%20Indexing%20Systems%20Volume%20I.%20Design%20-%20Part%202.%20Appendices/pdfs/frontmatter.pdf).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[NIST TREC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overview](https://trec.nist.gov/overview.html).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Voorhees (2000), [Variations in Relevance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Judgments](https://www.nist.gov/publications/variations-relevance-judgments-and-measurement-retrieval-effectiveness.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Oren et al. (2024), Proving Test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Contamination in Black-Box Language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https://proceedings.iclr.cc/paper_files/paper/2024/hash/46e624c244cff669223d488defd4e835-Abstract-Conference.html).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Dwork et al. (2015), [The reusable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holdout](https://pubmed.ncbi.nlm.nih.gov/26250683/),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Science 349(6248, 636–638.</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19</Slides>
  <Notes>19</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handout edition generated from current reviewed talk materials</dc:description>
  <dcterms:created xsi:type="dcterms:W3CDTF">2026-09-08T03:01:16Z</dcterms:created>
</cp:coreProperties>
</file>