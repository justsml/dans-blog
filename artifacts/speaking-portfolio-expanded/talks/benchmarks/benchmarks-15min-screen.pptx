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our cancellation workload reverses the fictional leaderboard. The scoring question changed.</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01:30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03:00 to 04:15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04:15 to 05:45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05:45 to 07:15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07:15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11:30 to 13:45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separate held-out evidence, report slices and counts, version the scorer, set the rejection rule before viewing the candidate, and use code for state and schema, graders for language, people for disputed policy.</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13:45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Stop Looking at My Benchmarks… Get Your Own!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Tuxedo of Benchmarks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89.7</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88.9</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84.3</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09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Goodhart, Campbell, and the target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Reward a proxy and behavior changes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Credit Strathern for the familiar Goodhart wording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09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Eval Suite Needs Therapy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suite needs an eval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green run is an inference, not a warranty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09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One number is a comforting fiction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is the score a score of?</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Construct validity: evidence for the interpretation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09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"Cancel my account."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Right account. Applicable policy. Authorized action.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Verify state. Include the refusal path.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09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Run the Judges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94, 82, 91, 97, 89</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78, 79, 81, 82, 80 · pass at ≥ 80</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Majority disagreement: 2 / 5 = 40%</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09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Twenty for Twenty, One in Seven</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d9d88671737e342604a8bb2f8a50f9753e84270f97998346745671bda4153b9" descr="Twenty for Twenty,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09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Agreeable to a Fault (κ = 0)</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90 expert passes. Ten expert failures.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Always-pass judge: 90% agreement, κ = 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09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does good mean 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Validity · reliability · agreement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Power · contamination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9</Slides>
  <Notes>9</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screen edition generated from current reviewed talk materials</dc:description>
  <dcterms:created xsi:type="dcterms:W3CDTF">2026-09-08T03:01:16Z</dcterms:created>
</cp:coreProperties>
</file>