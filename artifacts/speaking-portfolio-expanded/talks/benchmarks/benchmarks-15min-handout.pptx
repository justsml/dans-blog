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our cancellation workload reverses the fictional leaderboard. The scoring question changed.</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04:15 to 05:45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05:45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07:15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11:30 to 13:45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separate held-out evidence, report slices and counts, version the scorer, set the rejection rule before viewing the candidate, and use code for state and schema, graders for language, people for disputed policy.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Stop Looking at My Benchmarks… Get</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Your Own!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9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09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Tuxedo of Benchmarks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89.7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84.3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new model arrives wearing a tuxedo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benchmarks. Here are three scores. Pick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you would try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scope statement: the model names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workload numbers in this fixture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invented. The arithmetic and cited research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checkable. We are choosing a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not measuring general intelligence.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won the displayed competition.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buying the result, ask what competition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Which tasks, whose answers,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scorer, and how much uncertainty?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decimal point has done a lot of persuasion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answering any of those questions.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09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Goodhart, Campbell, and the target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and behavior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Strathern for the familiar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described statistical regularities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breaking under pressure from their use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Campbell described the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social decision-making puts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processes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The familiar sentence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becoming a target comes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practical question is the same.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improves the number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improving the thing we care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assistant can shorten handling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closing the conversation before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solves the problem. A judge can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prose while the backend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that loophole down before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a case that exploits it. If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evaluator applauds the exploit, you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worth doing.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09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Eval Suite Needs Therapy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suite needs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green run is an inference, not a warranty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eval suite is a psychometric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somebody checked into Git.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produces scores from tasks and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we use those scores to make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is its validation?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Try a response that sounds excellent but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leaves the account active. Try a correct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with awkward wording. Try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cancellation with a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 instrument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those for the reasons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needs another dashboard to discover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grader rewards tone. We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counterexample and the nerve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it ruins the chart.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09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One number is a comforting fiction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score a score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Construct validity: evidence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gave us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What property does this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that interpretation? Messick puts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 use at the center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validation. A score used to shortlist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the same score used to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refunds are different 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Raji and colleagues make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explicit for broad AI benchmarks.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collection of tasks does not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justify a claim about everything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cancellation, separate constraints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preferences. The correct account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state change are constraints.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Tone is a preference after those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Averaging them together lets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action buy its way out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nice paragraph.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09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"Cancel my account."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account. Applicable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Verify state. Include the refusal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asks to cancel. Identify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 through an authenticated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Resolve the applicable policy.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Execute the allowed operation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read the resulting state. The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match 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vary one thing at a time. Wrong tenant.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Expired session. Cancellation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completed. A tool times out after accepting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request. An account type that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approval. Each case names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expected state and what the assistant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tell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trace becomes a test when it answers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question. A transcript without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criterion is only a souvenir.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enough context to reproduce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and strip the customer's secrets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enters the corpus.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09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Run the Judges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94, 82, 91, 97, 89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78, 79, 81, 82, 80 · pass at ≥ 80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Majority disagreement: 2 / 5 = 40%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judge scores ninety-four,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eighty-two, then ninety-one,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ninety-seven, then eighty-nine. Same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answers. Noise wearing a lab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narrower spread can still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Use seventy-eight, seventy-nine,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eighty-one, eighty-two, eighty. Pass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 or above. That gives fail, fail,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 pass, pass. Two of five verdicts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 with the majority. Forty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one change between adjacent runs;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confuse that with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Auto-Tune Your LLM Judge I call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the decision flip rate.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definition beside the result.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has zero flips. A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liar is still a liar, so check correctness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independent labels too.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09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for twenty feels finished. Here is what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buys under independent, identically distributed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sampling from the population you care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no failures, the chance of that observation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 probability p is one minus p, raised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Set it to five percent. Solve for 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one-sided ninety-five-percent upper bound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about thirteen point nine percent. Hanley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Lippman-Hand's rule of three gives the quick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approximation: three divided by twenty, fifteen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percent. About one in seven is the scale we still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not excluded.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Now the uncomfortable part. Twenty cases hand-picked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your favorite incidents are not a random sample.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confidence statement does not transfer to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set. They can catch known mechanisms. They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certify the population failure rate.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09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Card and colleagues examined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in NLP comparisons. Small tests also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miss real differences. More decimal places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create more observations.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09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Agreeable to a Fault (κ = 0)</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90 expert passes. Ten expert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90% agreement, κ = 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hundred cases. Experts pass ninety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fail ten. Our judge passes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Ninety-percent agreement. Congratulations,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have calibrated a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Cohen's kappa compares observed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agreement expected from the marginal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label rates. Here both are point nine,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 is zero. But kappa also changes with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prevalence. Do not replace blind faith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raw agreement with blind faith in a kappa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threshold. Keep the confusion matrix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disagreements.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Blind model identity. Swap A/B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 Position bias and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published evidence behind them. Repeat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checks on the judge you actually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experts disagree, inspect the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case before blaming the model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to find a truth you never agreed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09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does good mean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Validity · reliability ·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 contamination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twenty cases tomorrow.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criterion, the source,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reason each case belongs. Then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honest limitation: twenty green cases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establish broad reliability.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asks what inference the score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supports. Reliability asks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 is repeatable enough for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Agreement asks where graders differ.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asks whether the experiment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difference we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asks what the system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Goodhart asks what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score will break.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suite is an instrument. Test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Goodhart (1975), Problems of Monetary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The U.K. Experience,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Bank of Australia conference 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1981). Campbell (1979),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Assessing the impact of planned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Formulations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are attributed paraphrases,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 that every optimized benchmark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stopped measuring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(1955),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in psychological tests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https://psychclassics.yorku.ca/Cronbach/construct.htm).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Messick (1990), [Validity of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Use](https://www.ets.org/research/policy_research_reports/publications/report/1990/ihmy.html).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Raji et al. (2021), [AI and the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Whole Wide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Benchmark](https://datasets-benchmarks-proceedings.neurips.cc/paper/2021/hash/084b6fbb10729ed4da8c3d3f5a3ae7c9-Abstract-round2.html.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 Levy, Auto-Tune Your LLM Judge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https://danlevy.net/auto-tune-your-llm-judge/,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danlevy.net, 11 August 2026. The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reused as a teaching fixture,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James A. Hanley and Abby Lippman-Hand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(1983), If Nothing Goes Wrong,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All Right? Interpreting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Numerators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https://www.medicine.mcgill.ca/epidemiology/hanley/c607/ch08/zero_numerator.pdf),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JAMA 249(13), 1743–1745. Card et 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(2020), [With Little Power Comes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Responsibility](https://aclanthology.org/2020.emnlp-main.745/.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Cohen (1960), A Coefficient of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Nominal Scales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https://journals.sagepub.com/doi/abs/10.1177/001316446002000104).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Feinstein and Cicchetti (1990), [High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agreement but 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kappa](https://pubmed.ncbi.nlm.nih.gov/2348207/).</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Shi et al. (2024), [Judging the Judges: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position bias in pairwise LLM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comparisons](https://arxiv.org/abs/2406.07791).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Wataoka et al. (2024),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LLM-as-a-Judge](https://arxiv.org/abs/2410.21819.</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13</Slides>
  <Notes>13</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handout edition generated from current reviewed talk materials</dc:description>
  <dcterms:created xsi:type="dcterms:W3CDTF">2026-09-08T03:01:16Z</dcterms:created>
</cp:coreProperties>
</file>