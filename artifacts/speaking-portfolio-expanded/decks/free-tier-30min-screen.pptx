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enormous compute commitments everyone quotes are credible commitments in Schelling's sense, moves in a war of attrition, not disclosures about cost.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has fallen off a cliff over the last few years, and your bill went up. Everyone in this room has had that conversation with a CFO and lost it. You are not being gouged and you did not do anything wrong. Spend is price times consumption, and consumption is jobs times calls per job times tokens per call. Cheapness moved every term on the right. Epoch's data through 2025 shows the price of a fixed capability falling fast and very unevenly by task, which is real and worth knowing,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and the lots stay built. Repealing a parking minimum does not remove asphalt, which is path dependence; measure yours by trying to remove one model call and counting the hours.</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14:30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for it, and give the money back to the neighborhood. Same here. The fix is not austerity and it is not a policy forbidding the model. It is putting the number in front of the person making the choice, at the moment they make it.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16:30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23:00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reversibility is a real option with a value and a premium, so price it against your exposure instead of arguing about it on vibes.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26:00 to 28:30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Buy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boxes, one invoice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Price paid · Resources consumed · Cost allocated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Value delivered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gap between the last two is why nobody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parking was never free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driver sees no meter, so demand looks infinite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cost moves into rents, prices, and land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one: externality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Whoever chooses is not whoever pays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five: moral hazard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architecture is chosen in a design review.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bill arrives 60 days later, somewhere else.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Shoup's fix was never a ban. It was a meter.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Doubling on a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dial</a:t>
            </a:r>
            <a:endParaRPr lang="en-US" sz="3900"/>
          </a:p>
        </p:txBody>
      </p:sp>
      <p:graphicFrame>
        <p:nvGraphicFramePr>
          <p:cNvPr id="4" name="Editable table"/>
          <p:cNvGraphicFramePr/>
          <p:nvPr/>
        </p:nvGraphicFramePr>
        <p:xfrm>
          <a:off x="685800" y="2752725"/>
          <a:ext cx="12344400" cy="2817019"/>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Inference price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Monthly cost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Cost / accepted outcome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$30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$0.040</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$0.067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$0.147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$0.280</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5769769"/>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Sensitivity, not prediction.</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Multiply by your volume before you feel anything about it.</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prices for the next design review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we pay today · What we pay without the offer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we can survive paying</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gross usage separately from credits</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an acceptance suite · Rehearse one replacement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Price the portability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screen edition generated from current reviewed talk materials</dc:description>
  <dcterms:created xsi:type="dcterms:W3CDTF">2026-09-07T01:36:06Z</dcterms:created>
</cp:coreProperties>
</file>