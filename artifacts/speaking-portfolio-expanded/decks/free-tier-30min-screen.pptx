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Cry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Price, cost, and value are three different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numbers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acceptance rate is a price multiplier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change one assumption, watch the unit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cost</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 Quality is held fixed, which is itself an assumption.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screen edition generated from current reviewed talk materials</dc:description>
  <dcterms:created xsi:type="dcterms:W3CDTF">2026-09-07T01:22:59Z</dcterms:created>
</cp:coreProperties>
</file>