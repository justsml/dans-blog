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 And if your assessment depends on knowing who typed a paragraph, the detector has become part of your curriculum.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Koedinger and Aleven called this the assistance dilemma in 2007 - too much help and they coast, too little and they flounder - and nobody has closed it.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15:00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Soderstrom and Bjork reviewed fifty years of evidence that performance during practice and learning that lasts come apart routinely; supported and unaided go in separate columns.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17:30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know what you are up against when you read a model's summary instead of the transcripts.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tool that lets a kid phone it in is the one that hands a sculptor the clay; that story is in the long version.</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13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13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Pencil first. Then the tool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Pencil, paper, whiteboard, peers: in the curriculum,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the reason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Then, same document: "and we are going to teach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tool"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13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13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13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Ration the help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price does the discount use?" Learner: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original $100."</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Clarify → conceptual hint → missing step → part of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 example → full explanation → fresh reconstruction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13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four minutes inside a five-minute slide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13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Write it down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13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13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three: read all 300 transcripts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Teacher talk · student talk · think time · AI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Guided by you, or alone with the model?</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me five students who took a path worth showing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room."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13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objective to the agent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"You're my tutor. Don't give me answers. I'm here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three classmates."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Photograph the whiteboard; the objective is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system prompt</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Push the practice run first. Then reward the kid who</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asks for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13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Redesign one checkpoint this week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Capability → task → the smudge → follow-up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permitted help → rubric</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Minutes to review a class 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Neighbor challenges one hidden assumption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13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2026-09-07T02:31:12Z</dcterms:created>
</cp:coreProperties>
</file>