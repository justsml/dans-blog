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18:00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20:30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22:30 to 24:30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24:30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down where the foundations happen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Ask for an attempt, then 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four-minute reconstruction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13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then write down what you</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saw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count AI time, then read</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2026-09-07T01:22:59Z</dcterms:created>
</cp:coreProperties>
</file>