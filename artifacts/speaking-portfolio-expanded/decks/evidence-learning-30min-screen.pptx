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calculator-clutching ancestors had to write a real trajectory into the curriculum. So do we. Everything today is authored fixtures, a rubric I'm proposing, and one exercise that shows evidence being collected. Here's the plan: what we stop doing, what we protect, what we teach, and three ways to actually outsmart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detector is the same trap in software. Liang and colleagues found the detectors they tested flagged non-native English writers at alarming rates. And even if a detector were perfect, it answers the wrong question. Who typed the sentence is not whether the kid can do the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Pencil, paper, whiteboard, peers: in the curriculum, with the reason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same document: "and we are going to teach you the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trajectory down. Where does handwriting live, and why: the spatial and motor work a pencil activates, the argument you have out loud with a peer, the cohort you find by talking through a problem. Build the environment where those foundations still happen with no model in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in the same document, tell students you're going to teach them the tool. On purpose. Independent competence and competent tool use both belong in a course. They need different evidence, and every checkpoint should say which one it's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tension is older than the panic and it has a name. Koedinger and Aleven called it the assistance dilemma in 2007: give too much help and the learner never has to generate anything, give too little and they stall out. Nobody has solved it. Say that out loud, because a vendor whose tutor has the help level exactly right is selling you a solved version of an open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Koedinger and Aleven (2007), [Exploring the Assistance Dilemma in Experiments with Cognitive Tutors](https://doi.org/10.1007/s10648-007-9049-0), Educational Psychology Review 19(3), 239 to 264. Cited on slide 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Privacy rides along for free. If you share Lake Tahoe, maybe not the photo of your grandparents' place on the water that any model can geolocate. Nobody is teaching students how these systems actually work. This assignment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09:30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price does the discount use?" Learner: "The original $100."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Clarify → conceptual hint → missing step → part of an example → full explanation → fresh reconstruction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scripted turns. The diagnostic question finds where the base got lost. The tutor neither praises the error nor dumps the solution. Attempt-first can't punish a kid who can't begin; clarifying a term or offering a parallel example may be the right first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ladder. Clarification: the second change acts on the new price. Conceptual hint: find the current base. Missing step: the intermediate $120. Partial example: multiply a different amount by 0.8. Full explanation, then a fresh reconstruction later. Write down which rung you gave, because supported and independent performance are different evidence. Never as a moral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11:00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two scripted learners from the runbook,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room is quiet, present the prepared learner response. Never pressure an individual into a public assessment.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for the scripted turns.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15:30 to 18:00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 Try the rubric on sample work before it touches a grade.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and colleagues found supported performance and later unaided performance can diverge, and the safeguards that matter come from teachers. So record the conditions, and include an independent check when independence is the objective. A mismatch needs a human to interpret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that finding is not news, which is the useful part. Soderstrom and Bjork reviewed fifty years of it in 2015: how well someone performs while being helped and how much they actually learned come apart routinely, and the conditions that flatter practice frequently damage retention. A tutor is a machine for removing difficulty. Some of that difficulty was the part where they learned. None of this convicts anyone; your integrity process stays where it is. This is the last time I'll say that.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A [correction](https://doi.org/10.1073/pnas.2518204122) exists; check it before quoting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18:00 to 20:30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 never to convict.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in class: that resets the table. It adds social pressure against cheating and hands you knobs on an incentive structure that today is a magical cheating genie. Not foolproof. A student can build an agent told to seem dumb at first and then learn. Fine. We're changing incentives, not buying certainty.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20:30 to 22:30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Teacher talk · student talk · think time · AI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Guided by you, or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me five students who took a path worth showing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already count who's talking, how much silence there is, whose engagement it is. Add one factor: AI time. How much of it did you guide, and how much was a student alone with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view you have never had. Every transcript from a class of 30 or a course of 300, and a qualitative pass run by the model. Show me the five students who opened a line of inquiry I didn't teach. Show me the one who reached the answer by a path worth putting on the board tomorrow. The same pass surfaces the kid who typed exactly the right terms, or pasted a big block from somewhere. Before you conclude anything: a big block also looks like voice-to-text. Look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know what you are up against when you read the model's summary instead of the transcript. Skitka and colleagues measured it in 1999: people given a highly but imperfectly reliable aid did worse than people given no aid at all, because it is right often enough that you stop checking. The summary is a place to start looking, never a place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Skitka, Mosier and Burdick (1999), [Does automation bias decision-making?](https://doi.org/10.1006/ijhc.1999.0252), International Journal of Human-Computer Studies 51(5), 991 to 1006.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transcript that showed you a path to the answer you would not have taught.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22:30 to 24:30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"You're my tutor. Don't give me answers. I'm here with three classmates."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Photograph the whiteboard; the objective is the system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Push the practice run first. Then reward the kid who asks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Seen in the wild: students telling a voice assistant not to give them answers, then arguing about Lincoln with it for twenty minutes. So give it the objective. Have them photograph the whiteboard. My prediction is that we end up writing objectives on the board addressed to the agent: "Tutor bot, help my students with..." It holds the rigor you set, explores the stretch goals, fills the remedial gaps, and tells you, the aides and the parents what it saw. Write it in whatever objective process you already use; Lemov's 4Ms work fine.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other half is discipline. At first, the agent pushes: want a practice run, flashcards, a pop quiz? Then it rewards the student who asks before the test unprompted, and it names the connection distracted students miss: "five flashcards an hour before produced a 98; your last three tests had no prep." Made-up numbers, real mechanism. As someone with ADHD, an assistant that reorders my day and says "you bombed the section quizzes after that reading, take a twenty-minute walk" is not a luxury. It's applied cognitive science with a channel toward wellbeing.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student who told the tutor not to give answers.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same tool that lets a kid phone it in is the one that hands a sculptor the clay; that story is in the long version.</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24:30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Capability → task → the smudge → follow-up → permitted help → rubric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Minutes to review a class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Neighbor challenges one hidden assumption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Pairs, three minutes. Write the capability, the task, the smudge that makes verification feel like cheating, one purposeful follow-up, the help you'll permit, and the interpretation you could defend to a parent. Then estimate the minutes to review a class set, because a richer assessment nobody has time to read is a worse assessment. Let the model draft the follow-ups and summarize with links to the excerpt; grading, accusations and anything sensitive stay with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your neighbor challenges one hidden assumption: does this also measure fluency, paid-tool access, or comfort speaking under pressure? TEQSA's guidance backs contextual, multiple approaches. This worksheet is our version of it. Output: a sketch you can review, then a small pilot.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TEQSA (2023), [Assessment reform for the age of artificial intelligence](https://www.teqsa.gov.au/guides-resources/resources/corporate-publications/assessment-reform-age-artificial-intelligence).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minutes writing, one minute of challenge. Call time on the challenge, not the writing.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kid next to the Casio owner didn't need a watch. The kid with no car never touched the clay. The same tool that lets Johnny phone it in is the one that can hand a sculptor the clay. Which one happens is a design decision, and it's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13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13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down where the foundations happen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Pencil, paper, whiteboard, peers: in the curriculum,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the reason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Then, same document: "and we are going to teach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tool"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13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13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13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Ask for an attempt, then ration the help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price does the discount use?" Learner: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original $100."</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Clarify → conceptual hint → missing step → part of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 example → full explanation → fresh reconstruction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13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four-minute reconstruction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13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then write down what you</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saw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13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13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three: count AI time, then read</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all 300 transcripts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Teacher talk · student talk · think time · AI time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Guided by you, or alone with the model?</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me five students who took a path worth showing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room."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13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objective to the agent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"You're my tutor. Don't give me answers. I'm here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with three classmates."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Photograph the whiteboard; the objective is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system prompt</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Push the practice run first. Then reward the kid who</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asks for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13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Redesign one checkpoint this week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Capability → task → the smudge → follow-up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permitted help → rubric</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Minutes to review a class 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Neighbor challenges one hidden assumption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13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13</Slides>
  <Notes>13</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2026-09-06T09:11:14Z</dcterms:created>
</cp:coreProperties>
</file>