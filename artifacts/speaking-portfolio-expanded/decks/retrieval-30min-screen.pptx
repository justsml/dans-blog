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RAG · embeddings · memory · MCP · judges · traces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reading list under that pitch.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agent uses RAG over an embedding store, adds memories to context, calls MCP tools, emits structured outputs, gets evaluated by an LLM judge, and traces the whole thing through our agent observability platform.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sentence used to be the talk. Translate the nouns and everybody feels less behind. But knowing what the nouns mean does not tell us whether the retrieval works. The useful question is what the people who studied it already found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spent years calling it search. Then we called it a vector database and raised a round. The product category changed. The problem of deciding whether the returned material is useful did not wait for the funding announcement.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opening sentence quickly and straight-faced. Pause after it. Keep this hook in every route.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02:30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are joining an old field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an engineer's reading of information retrieval, with synthetic exercises and sources attached. The claim is that we skipped useful evaluation work, not that IR researchers solved every problem in RAG.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Eight words will do the work: term specificity, vector space model, vocabulary problem, passage retrieval, relevance judgment, the Cranfield paradigm, pooling, and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By the end we will use them to find a hole in a golden dataset. The hole will make a better retriever look worse. Then we will ask whether that happens in a collection built by people who knew to look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retrieval improvement your eval rejected because it found evidence outside the original expected set. Bring the query, old labels, new document, and rejudgment.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Sparck Jones · term specificity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1972 → 2026 = 54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Sparck Jones published a statistical interpretation of term specificity in 1972. A word that appears in almost every document tells you less about which document you want than a rare term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Think of an error code in a support query. The words "application error" occur everywhere. The exact identifier narrows the search. That is a concrete reason to keep lexical evidence in a retrieval system that also understands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Fifty-four years. We have had time to put her name on the slide. The point is not that every rare word is relevant. A typo can be rare. The point is that corpus frequency supplies evidence, and the evidence has a history and assumptions you can inspect.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Sparck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a generic support phrase with an exact error identifier. Ask the room which term it would retain in a hybrid query.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Yang · vector space model · 1975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Deerwester and colleagues · latent semantic analysis · 1990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described a vector space model for automatic indexing in 1975. Documents become weighted representations that support comparisons. In 1990, Deerwester and colleagues described latent semantic analysis using a low-rank representation of term-document structure.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Modern neural embeddings differ in how they learn and what they represent. The useful continuity is representing text numerically so related material can be retrieved despite imperfect word matching.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vector store gives you a place to search those representations. It does not choose the right relevance definition. It does not tell you that a highly similar contract governs this customer. That work is still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07:00 to 08:30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says “stop billing”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document says “terminate renewal”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people can refer to the same thing using different words. Furnas, Landauer, Gomez, and Dumais studied that vocabulary problem in human-system communication in 1987.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customer says stop billing. The policy says terminate renewal. Exact matching has a problem. A semantic representation is one answer. So are aliases, expansion, and better indexing. An embedding is a method, not the reason the problem exists.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reverse it. Two documents both say cancel, but one cancels a meeting and one cancels a subscription. Shared words do not establish shared intent. Evaluation needs cases for both vocabulary mismatch and misleading overlap.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for two phrases a customer uses that never appear in the internal docs.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08:30 to 10:00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Buckley · 1993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useful passage may cross your boundary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Passage retrieval was being studied before our chunk-size arguments acquired a token budget. Salton, Allan, and Buckley compared approaches in 1993.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policy paragraph that says cancellation is allowed, followed by an exception for annual contracts. Split between those paragraphs and the first chunk becomes a very persuasive wrong answer. Make the chunk enormous and the exception competes with a page of irrelevant material.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papers do not contain the perfect chunk size for your current generator. They give you experimental questions. What unit are we retrieving? What counts as enough evidence? Are we measuring the passage, the document, or the answer produced from it? Change one and the score may mean something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10:00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BEIR, 2021: a robust lexical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lexical, dense, and hybrid on your task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BEIR's 2021 experiments found BM25 a robust baseline across heterogeneous retrieval tasks. Reranking and late-interaction models performed best on average in that study, at higher computational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a dated experimental result, not a claim that BM25 wins in 2026. It is a reason to include a cheap lexical baseline when measuring a new retriever. Exact identifiers and unfamiliar domain language are places where a semantic-looking system can disappoint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comparison on the same corpus, queries, and judgments. Otherwise you have compared two demonstrations and called the difference a model improvement.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11:30 to 14:30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current generic policy; 30-day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signed Acme addendum; “see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expired Acme terms; immediate cancellation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 · current terms for another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 · support note; “probably immediate”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Acme asks whether it can cancel today without a fee. Which documents belong in the evidence supplied to answer it? Work in pairs for sixty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is current but generic. B is signed and specific, but refers to a schedule we have not supplied. C has the answer we might like and is expired. D is about somebody else. E is an employee's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compare answers. You just made relevance judgments. Relevant to the topic, applicable to this customer, authoritative, and sufficient to answer are different criteria. If the room agrees perfectly, change the question from "useful evidence" to "enough to authorize cancellation" and compare again. Do not manufacture disagreement for the punchline.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60 seconds in pairs and collect two judgments with reasons. Do not reveal the missing schedule until slide 10. Use contracts.md for the full synthetic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14:30 to 17:00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Corpus + queries +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1966 → 2026 = 60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Keen's Cranfield report is dated 1966. Fix a document collection, define questions, judge relevance, and compare systems under the same conditions. Sixty years later, that is a recognizable shape for an eval harness.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name is the Cranfield paradigm. It gives you a controlled comparison. It also forces choices about who writes the questions, who judges the evidence, and what the collection represents.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golden dataset is a test collection with a flattering filename. Write down its collection protocol. If it consists of whatever your first retriever happened to find, the next slide is about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17:00 to 21:00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Old pool: A, B, C, D, 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New result: F · signed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Unjudged is not a relevance 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retrievers contributed A through E to the judgment pool. Our new retriever finds F: the signed Schedule R referenced by B. It waives Acme's cancellation fee. Nobody judged it because nobody retrieved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naive scorer treats unjudged as nonrelevant. Old top two, B and A: two judged relevant, precision at two equals one. New top two, B and F: only B gets credit, precision at two equals point five. Judge F under the same rubric and the new run returns to one. We changed no retrieval output. We fixed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TREC used pooling because judging every document for every query was impractical. Zobel investigated reliability with incomplete judgments. The risk is real; universal failure is not. In a 2022 recheck, Voorhees, Soboroff, and Lin expanded TREC-8 judgments and found system-rank correlations above point nine nine. Deep, diverse pools had held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lesson we missed. They tested whether the shortcut damaged the comparison. We called our first results golden.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`bun artifacts/speaking-portfolio-expanded/packets/retrieval/pooling.ts` after revealing F. Walk through 2/2, 1/2, then 2/2. Explain that the metric measures topical relevance, not sufficiency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21:00 to 23:30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2000: changed judgments, stable comparisons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your comparison under more than one assessor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varied relevance judgments and examined the resulting system rankings. The comparative results stayed stable despite substantial judgment differences in those experiments.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absolute score and an A-versus-B ordering make different demands on the labels. That does not mean a model judge is trustworthy because it ranks two answers. It means we have a specific test to run: relabel a sample independently, then see which conclusions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disagreement as data. Was the case ambiguous? Did the rubric ask two questions at once? Did one assessor have the signed schedule and another not? A consensus label without that explanation can conceal exactly the distinction the next system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23:30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Useful to inspect ≠ sufficient to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retrieval and the resulting answer separately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person inspecting a ranked list can notice that the signed addendum refers to a missing schedule and go looking. Our generator may instead turn the generic thirty-day policy into a fluent answer about Acme.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can build abstention and verification into that system. We cannot infer that it will use them from a good retrieval score. The retrieved material must be applicable, sufficiently complete, and represented with the qualifiers the answer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Evaluate the handoff. Did retrieval find B and F? Did context assembly keep their relationship? Did the answer cite the actual exception? If the answer is wrong, those checks locate the failure instead of blaming the nearest model. IR also studied machine consumers before modern RAG; the change here is this particular generative handoff and its failure modes.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26:00 to 28:00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Relevance gives evidence, not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document cannot grant a tool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Put a sentence in the retrieved support note telling the assistant to ignore policy and issue a credit. It may be relevant text in a support corpus. It is still untrusted input.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ranking score answers how well the content matches a retrieval objective. It does not authorize an action. Keep tool permissions and policy checks outside the retrieved document's control. A signed cancellation exception can supply facts for a decision; it cannot change which account the tool is permitted to modify.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this boundary in the end-to-end evaluation. Retrieval success, answer correctness, and action authorization are separate results. A useful citation does not turn a document into a supervisor.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a harmless printed instruction in the synthetic support note. Do not connect the exercise to live tools.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name the owner who updates the corpus and invalidates stale knowledge; the R1 maintenance comparison is in the long route.</a:t>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28:00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Find the documents your eval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Vector space model. Vocabulary problem. Passage retrieval. Relevance judgment. The Cranfield paradigm. Pooling.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words tell us why rare identifiers matter, why synonyms are hard, why a passage needs its exception, and why the score depends on who judged which documents. They are tools for investigating a failure, not a history quiz.</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Sixty years since the Cranfield report. The field did not just build evaluations. It investigated when they could be trusted. Go find the documents your eval set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Leave the B/F example up during questions. Keep all eight terms in the notes; the screen closes on the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Three Search Methods in a Fundable Trenchcoat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sentence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RAG · embeddings · memory · MCP · judges · traces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There is a reading list under that pitch.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14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bet, and the eight words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 are joining an old field late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Term specificity → assessor disagreement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14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1972: rare words matter more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Karen Sparck Jones · term specificity</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1972 → 2026 = 54 years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14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1975 and 1990: the vector was already there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Salton, Wong, Yang · vector space model · 1975</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Deerwester and colleagues · latent semantic analysis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 1990</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14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vocabulary problem</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customer says “stop billing”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document says “terminate renewal”</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14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Chunking is passage retrieval</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Salton, Allan, Buckley · 1993</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useful passage may cross your boundary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14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BM25 is still standing there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BEIR, 2021: a robust lexical baseline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Compare lexical, dense, and hybrid on your task</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14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Judge these five documents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current generic policy; 30-day notice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signed Acme addendum; “see Schedule 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expired Acme terms; immediate cancellation</a:t>
            </a:r>
            <a:endParaRPr lang="en-US" sz="3150"/>
          </a:p>
        </p:txBody>
      </p:sp>
      <p:sp>
        <p:nvSpPr>
          <p:cNvPr id="10" name="Text 10"/>
          <p:cNvSpPr txBox="1"/>
          <p:nvPr/>
        </p:nvSpPr>
        <p:spPr>
          <a:xfrm>
            <a:off x="685800" y="51320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04</a:t>
            </a:r>
            <a:endParaRPr lang="en-US" sz="1875"/>
          </a:p>
        </p:txBody>
      </p:sp>
      <p:sp>
        <p:nvSpPr>
          <p:cNvPr id="11" name="Text 11"/>
          <p:cNvSpPr txBox="1"/>
          <p:nvPr/>
        </p:nvSpPr>
        <p:spPr>
          <a:xfrm>
            <a:off x="2000250" y="51320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 · current terms for another customer</a:t>
            </a:r>
            <a:endParaRPr lang="en-US" sz="3150"/>
          </a:p>
        </p:txBody>
      </p:sp>
      <p:sp>
        <p:nvSpPr>
          <p:cNvPr id="12" name="Text 12"/>
          <p:cNvSpPr txBox="1"/>
          <p:nvPr/>
        </p:nvSpPr>
        <p:spPr>
          <a:xfrm>
            <a:off x="685800" y="59188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05</a:t>
            </a:r>
            <a:endParaRPr lang="en-US" sz="1875"/>
          </a:p>
        </p:txBody>
      </p:sp>
      <p:sp>
        <p:nvSpPr>
          <p:cNvPr id="13" name="Text 13"/>
          <p:cNvSpPr txBox="1"/>
          <p:nvPr/>
        </p:nvSpPr>
        <p:spPr>
          <a:xfrm>
            <a:off x="2000250" y="59188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 · support note; “probably immediate”</a:t>
            </a:r>
            <a:endParaRPr lang="en-US" sz="3150"/>
          </a:p>
        </p:txBody>
      </p:sp>
      <p:sp>
        <p:nvSpPr>
          <p:cNvPr id="14" name="Text 14"/>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15" name="Text 15"/>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14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Cranfield, Bedfordshire, 1966</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3d65c12ae661fd9ad5ccfdb4af281d085e0dc1608a0306f237db7921c07bcdad" descr="Cranfield, Bedfordshire, 1966"/>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14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the hole in the golden set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Old pool: A, B, C, D, 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New result: F · signed Schedule 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Unjudged is not a relevance judgment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14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Assessors disagree. Rankings can survive.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Voorhees, 2000: changed judgments, stable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comparisons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Test your comparison under more than one assessor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14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What changed: the next reader is a generator</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Useful to inspect ≠ sufficient to answer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Score retrieval and the resulting answer separately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14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Retrieved text now sits beside instructions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Relevance gives evidence, not authority</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document cannot grant a tool permission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14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Eight words. Sixty years. One instruction.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Three search methods in a fundable trenchcoat.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Find the documents your eval never judged.</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14</Slides>
  <Notes>14</Notes>
</Properties>
</file>

<file path=docProps/core.xml><?xml version="1.0" encoding="utf-8"?>
<cp:coreProperties xmlns:cp="http://schemas.openxmlformats.org/package/2006/metadata/core-properties" xmlns:dc="http://purl.org/dc/elements/1.1/" xmlns:dcterms="http://purl.org/dc/terms/" xmlns:xsi="http://www.w3.org/2001/XMLSchema-instance">
  <dc:title>Three Search Methods in a Fundable Trenchcoat</dc:title>
  <dc:creator>Dan Levy</dc:creator>
  <dc:description>screen edition generated from current reviewed talk materials</dc:description>
  <dcterms:created xsi:type="dcterms:W3CDTF">2026-09-07T01:22:58Z</dcterms:created>
</cp:coreProperties>
</file>