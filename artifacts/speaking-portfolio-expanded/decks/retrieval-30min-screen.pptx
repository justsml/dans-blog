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Your Eval Suite Has a Grandfather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Sparck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1975 and 1990: the vector was already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hole in the golden 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changed: the next reader is a generator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eval suite has a grandfather.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Your Eval Suite Has a Grandfather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screen edition generated from current reviewed talk materials</dc:description>
  <dcterms:created xsi:type="dcterms:W3CDTF">2026-09-06T09:11:11Z</dcterms:created>
</cp:coreProperties>
</file>