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 Chunk size was an open research question in 1993 and a forum thread in 2024. One of those had a control group.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Lexical, dense, hybrid. Those are the three search methods in the trenchcoat, and the pitch usually names one of them. 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name the owner who updates the corpus and invalidates stale knowledge; the R1 maintenance comparison is in the long route.</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Three Search Methods in a Fundable Trenchcoat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1972: rare words matter more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Karen Spärck Jones · term specificity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1972 → 2026 = 54 years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Vector Database, 1975</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Wong, Yang · vector space model · 1975</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Deerwester and colleagues · latent semantic analysis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1990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vocabulary problem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customer says “stop billing”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document says “terminate renewal”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Chunking is passage retrieval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Allan, Buckley · 1993</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passage may cross your boundary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BM25 is still standing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BEIR, 2021: a robust lexical baseline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lexical, dense, and hybrid on your task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Fool's Golden Dataset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Reader Stopped Being a Person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Retrieved text now sits beside instructions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Relevance gives evidence, not authority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document cannot grant a tool permission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Three search methods. One instrument nobody checked.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screen edition generated from current reviewed talk materials</dc:description>
  <dcterms:created xsi:type="dcterms:W3CDTF">2026-09-07T02:31:11Z</dcterms:created>
</cp:coreProperties>
</file>