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trying to catch them. Out-design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dictated notes. 40 minutes, 14 slides, four audience moments, no Q&amp;A. Event-friendly title: Stop Trying to Catch Students Using AI; the title slide carries whichever the organizer chose. The fixtures are authored, the rubric is proposed, and the reconstruction shows evidence being collected, not a learning effect. Say that once, on slide 1. Integrity processes stay in place; say that once too, on slide 8, and then stop apologizing.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scripts](../packets/evidence-learning/script-40min.md) · [Packet](../packets/evidence-learning/packet.md) · [Walkthrough](../education/demo.md) · [Evidence](../packets/evidence-learning/evidence-bank.md) · [Working notes](../packets/evidence-learning/notes-2026-09-05.md)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Worked example: $100, up 20%, then down 20%. The Skeptic talk uses a different example so the two can be booked together. The smudged arithmetic sheet is the K-12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evidence-learning`. Image prompts (dark slate, one amber accent, flat vector, no text) ride along in the notes for the PPTX export.</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write down where pencil, whiteboard and peers live, and in the same document promise to teach the tool.</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 Cited on slide 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04:00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ask for an attempt first, then ration help rung by rung, and write down which rung you gave.</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06:00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two scripted learners from the runbook,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5 for the scripted turns.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 Try the rubric on sample work before it touches a grade.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 never to convict.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AI time like talk time, write the objective on the board to the agent, and redesign one checkpoint; the worksheet is a handout.</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 Cited on slide 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Outsmart Your Lying, Cheating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Students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cat is out of the bag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Horse out of the barn. Cat out of the bag.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Math class survived the Casio watch.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historical parallels have been beaten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death, so one and done: the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panic. Specifically the Casio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Math class was dead. The kid sitting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to the Casio owner didn't even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Confession: I may have used one or two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assessment. But we're not here for that.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 did was wholesome. These kids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phoning it in. Not even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Infuriating,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calculator-clutching ancestors had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a real trajectory into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curriculum. So do we. Everything today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authored fixtures, a rubric I'm proposing,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one exercise that shows evidence being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collected. Here's the plan: what we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what we protect, what we teach,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ways to actually outsmart them.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doom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Proctoring fails. The pop quiz proves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knew.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Getting away with it is the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are the original adversarial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can feel like you've lost.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proctoring tools fail readily. What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is the cold call or the pop quiz,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it proves is that the student can't hit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first rung of Bloom's taxonomy. Can't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recall it. Can't spell it. That crushes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and it cements the loop: the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learns they can cheat through,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reward is getting away with it.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caught, there's no stigma for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as common as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Pummeling them with gotcha quizzes proves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you already knew: Johnny ain't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learning too good. Block the chatbot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network and they share a VPN from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Life finds a way. Students are the original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adversarial actors.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polished answer with a hole in it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20% rise and a 20% fall cancel."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prose is clean. The denominator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Here's the fixture for the rest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talk. A shop raises a $100 price by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discounts the new price by 20%.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writes: equal and opposite, so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final price is $100. Clean sentence.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Confident. Wrong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capability we're after is narrow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room to inspect: explain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acts on a base, and how the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across a sequence. Now imagine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number with this faulty explanation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hiding behind it. What would a final-answer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assessment have caught? Nothing.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one: make verification feel like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cheating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"Take a picture of these hundred problems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make the model do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1 that looks like a 7. A smudge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turns an 8 into a 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didn't check the results?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you're not gonna make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highest-leverage assignment I know lets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feel like they're cheating.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sheet, feed it to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submit. The trap is in the sheet: a stroke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reads as either digit, a smudge.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 answers come back and the lesson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itself. You were supposed to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one experience beats every ban, filter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lockdown. Hand the prompt out like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"paste these instructions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first message." Expect a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 or an exported session. Older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get to experiment as the objective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the writing challenge, the rhyming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 whatever riddles the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teachers love. The constraint that keeps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honest is personalization. Narrate it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summer camp. Reference this week's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 a criterion the model can't know.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Privacy rides along for free. If you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Lake Tahoe, maybe not the photo of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grandparents' place on the water that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can geolocate. Nobody is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how these systems actually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assignment does.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four-minute reconstruction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 $120 → $96. Why does the second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$80 → +25% →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two scripted learners from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runbook, then go live. Reveal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argument. Let the room find the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Reveal $120 only after the diagnostic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Ask for $96 and one sentence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explaining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change the numbers: $80, up 25%, down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 It comes back to $80, because 1.25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0.8 is 1. That breaks the shortcut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 just formed, "opposite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cancel," and that's the point.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transfer item with the same invariant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numbers is where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they learned the rule or memorized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example.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Score the reasoning, then write down what you saw</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 identified 0–2 · Calculation justified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0–2 · Transfer explained 0–2 · Help in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column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concept · what they said ·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help they got · next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"weak at reasoning." Never "likely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 the wrong base persists.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number, no explanation. Two: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explains the current amount.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goes in its own column so a human can read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asking a question costs nothing.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Try the rubric on sample work before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touches a grade.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record is four lines. Concept: changing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base. Observed: used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original amount for the second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conceptual hint. Next check: a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item after practice. Keep what the learner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separate from what a model inferred.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Follow-ups come from a blueprint,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chatbot curiosity: "does reversing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multipliers change the result?" probes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structure; a harder question is not a fair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two: make them say it out loud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Recall errors and reading errors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animals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the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is biometric. Offline.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retention. Age-appropriate.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Answering from memory and reading a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aloud produce different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reader falls behind as the text wraps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jumps. They mispronounce a word they'd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have chosen. Spoken language carries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enough tells to sort likely from unlikely,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to convict.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in class: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resets the table. It adds social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cheating and hands you knobs on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incentive structure that today is a magical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cheating genie. Not foolproof. A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build an agent told to seem dumb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and then learn. Fine. We're changing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incentives, not buying certainty.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purpose-built machine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Defend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much power to hold casually. Prove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value constantly.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trying to prove who typed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Ask whether the student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defend it. That means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how we put agents in the room,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model using them, how we design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around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kid next to the Casio owner didn't need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watch. The kid with no car never 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clay. The same tool that lets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phone it in is the one that can hand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sculptor the clay. Which one happens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decision, and it's ours.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great deal of data and a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deal of power. Too much to hold casually.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value has to be proven, constantly,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educators and students, or the data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exist. No ambling through conversations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dispensing answers. A purpose-built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There are technical ways to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come find me after.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Liang et al. (2023), GPT detectors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biased against non-native English writers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https://doi.org/10.1016/j.patter.2023.100779,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Koedinger and Aleven (2007), Exploring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Assistance Dilemma in Experiments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Cognitive Tutors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https://doi.org/10.1007/s10648-007-9049-0),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Educational Psychology Review 19(3, 239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264. Cited on slide 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Bastani et al. (2025), Generative 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guardrails can harm learning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https://doi.org/10.1073/pnas.2422633122),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PNAS.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[correction](https://doi.org/10.1073/pnas.2518204122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exists; check it before quoting figures.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Soderstrom and Bjork (2015), Learning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versus performance: 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https://doi.org/10.1177/1745691615569000),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Perspectives on Psychological Science 10(2,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176 to 199.</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handout edition generated from current reviewed talk materials</dc:description>
  <dcterms:created xsi:type="dcterms:W3CDTF">2026-09-06T09:11:14Z</dcterms:created>
</cp:coreProperties>
</file>