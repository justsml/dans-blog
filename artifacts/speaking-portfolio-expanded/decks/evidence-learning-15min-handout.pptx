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[Procurement route](../packets/evidence-learning/procurement-route.md)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smudged arithmetic sheet is the K-12 example. [Show Me the Misconception](../packets/evidence-learning/procurement-route.md), the 15-minute procurement route, uses the history-essay example instead, so a program can book both without hearing the percentage fixture twice.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04:15 to 06:15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06:15 to 09:15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 And one more student: a friend of mine turned out to be a talented sculptor who never touched the clay in class, because there was no car at home and you do not carry a brick of clay on the bus.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four minutes inside a five-minute slide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scripted tutor turns — from the kit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 read off the card — then go live. Reveal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argument. Let the room find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 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(August 2025 fixes an author affiliation;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 result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2026-09-07T02:31:12Z</dcterms:created>
</cp:coreProperties>
</file>