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Nobody reads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and how much authority a running agent earns for itself,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measured it on hospital monitors. Your pager is the same instrument.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Step one: hand an agent the logs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Enrichment earns the next step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![Enrichment earns the next step](../../reveal-talks/assets/failure-improvement/enrichment.svg)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assistant with access to everything is coming anyway, and I am not arguing against it. This loop is one job with a countable tool list. 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out-of-band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out-of-band check](../../reveal-talks/assets/failure-improvement/check.svg)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Distill, then classify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retry that hid the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A repair loop needs evidence that the defect is gone.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nothing leaves without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24:00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 reviews the robot's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24:00 to 27:00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Compile what repeats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where Adaptive, agentic apps hands work back. A runtime agent earns its own authority there; the compiled procedure it keeps reusing gets evaluated here, offline, like any other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repeated agent task you turned into a script. Bring the file and a case where it needed invalidating.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Feedback is the same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Correlate, escalate, and the money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metrics that will lie to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Monday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38:30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Fail to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Replay the opening scroll beside the distilled artifact. End there.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Nobody reads the scroll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and how much authority a running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earns for itself, belongs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measured it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hospital monitors. Your pager is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instrument. If our new agent creates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 for every log line,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automated the thing that made the logs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Enrichment earns the next step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stack trace tells you where an exception surfaced.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code tells you which branch produced it.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trace shows what happened before it. A reproduction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tells you whether your explanation survives a second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Add the integration that answers the next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access to code does not require write access to</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production. Looking at queue depth does not require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permission to resize the cluster. Access is a set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individual grants, not a graduation ceremony.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assistant with access to everything is coming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anyway, and I am not arguing against it. This loop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job with a countable tool list. An agent reading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everything writes you a summary of the noise. Pick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If the class turns out to contain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different mechanisms, split it. That discovery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useful work.</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Distill, then classify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occurrences before guessing causes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Severity · evidence · owner ·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Distillation removes repetition.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Classification decides where the remaining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goes. Keep those outputs separate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can inspect a group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accepting its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matching strings are a family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They are not a root cause.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trace IDs and the counterexample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fit. A low-severity label needs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because a wrong low can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stranded without anyone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classifier an unknown result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that receives it. If every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be one of the happy categories,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has already decided what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notice.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loop needs evidence that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 is gone. Successful workarounds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very persuasive evidence of the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Tickets are cheap. Review is not.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Tickets are cheap. Review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proposed diagnosis travels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useful ticket says what happened,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 who was affected, and what remains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unexplained. It links the evidence.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announce a root cause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found a similar issue from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a PR spends somebody else's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attention. Require a reproduction,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bounded change, and a named reviewer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adds to that queue. Deduplicate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incident key. Cap new proposals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When the queue is full, hold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artifact and report the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Match ceremony to consequence.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correction and a payment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do not get the same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they happen to arrive through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agent.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Compile what repeats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Nondeterminism finds the path. Determinism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script, its tests,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invalidation rule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Let the agent explore a changed flow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browser. Once it finds the login path, save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path as a script. Stop buying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discovery on every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scheduled check is the same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and search over prior work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identify repetition. A skill describes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turn a repeated task into a file.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gets reviewed, tested, versioned,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scheduled. When the page or the log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schema changes, invalidate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where Adaptive, agentic apps hands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back. A runtime agent earns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there; the compiled procedure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reusing gets evaluated here, offline,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any other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Selecting tests from a diff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it against the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on retained changes before trusting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selection. Count missed regressions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well as runtime. Keep the full suite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Cheap selection that skips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test has excellent unit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up to the incident.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Feedback is the same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Thumbs down + a sentence of rage =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 evidence → candidate → opt-in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thumbs-down tells you where to look.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after it tells you why. 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customer's wording and the session link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you ask the agent to summarize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pipeline now proposes a change instead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of a failure diagnosis. Put it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for the consenting user, check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solves their problem, then decide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wider cohort belongs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Similar usage is a hypothesis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who benefits, not permission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enroll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feature requests and incident fixes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visibly distinct in the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machinery. They do not share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Correlate, escalate, and the money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Session ID → linked trace →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Recommend. Draft. A person presses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reports lost data. Their session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links to an error. Escalate with the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attached. Do not wait for the model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 full causal story before a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address complaints and a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suggest a shared incident.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time window, and operation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merging the tickets. A matching word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matching outage.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notice before the fourth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A person approves the recipients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message. The same rule covers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data deletion. Detect, recommend,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 person presses the button.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Monday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failure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integration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place the loop must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one failure class you could hand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this loop on Monday. Name the input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who would inspect its first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name the one integration it needs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 the rest blank. Last, write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 under which it must stop and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enough for a first version.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2026-09-07T02:16:43Z</dcterms:created>
</cp:coreProperties>
</file>