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Nobody reads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pager trained you to ignore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next improvement is already in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logs are still arriving. Stack traces, retries, the same customer clicking the same broken button. Somewhere in that scroll is work we will eventually call urgent. Usually after somebody sends an angry email.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talk owns the offline improvement loop, including the people reviewing its output. The examples are teaching fixtures until I attach a production record. Runtime recovery, and how much authority a running agent earns for itself, belongs to 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name for training people to ignore the channel that is supposed to warn them. Alert fatigue. Cvach measured it on hospital monitors. Your pager is the same instrument. If our new agent creates a ticket for every log line, we have automated the thing that made the logs unreadable.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failure that sat in your logs until a customer reported it. Bring the first log timestamp, the report, and what you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Scroll a sanitized export. Take a show of hands: who learned about a logged failure from a customer?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Step one: hand an agent the logs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 access. One question. One saved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a coding agent a sanitized export. Ask what broke since yesterday. That is the first version. A file and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may group unrelated failures together. It may miss the one line you care about. Inspect the answer against the input before you wire it to anything. But for the queue nobody was reading, we finally have a candidate reader.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answer with the input window. Tomorrow, you want to know whether it found something new or just described yesterday more confidently.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Enrichment earns the next step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![Enrichment earns the next step](../../reveal-talks/assets/failure-improvement/enrichment.svg)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Logs → code → trace → reproduction →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failure class at a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stack trace tells you where an exception surfaced. The code tells you which branch produced it. The trace shows what happened before it. A reproduction tells you whether your explanation survives a second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the integration that answers the next question. Read access to code does not require write access to production. Looking at queue depth does not require permission to resize the cluster. Access is a set of individual grants, not a graduation ceremony.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assistant with access to everything is coming anyway, and I am not arguing against it. This loop is one job with a countable tool list. An agent reading everything writes you a summary of the noise. Pick one failure class. If the class turns out to contain three different mechanisms, split it. That discovery is useful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up the ladder using one timeout. Stop at the first rung that supports an action. Use the contracts handout for the integration 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out-of-band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out-of-band check](../../reveal-talks/assets/failure-improvement/check.svg)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Schedule → bookmark → distill →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Advance the bookmark after durable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outside the request path. A scheduled job reads the last completed bookmark, fetches a bounded window, strips secrets, and produces an artifact. Each family gets a count, first seen, last seen, and links to the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Only advance the bookmark after the artifact is saved. If ticket creation fails, retry from that artifact using a stable incident key. Otherwise the failure-improvement system gets its own failure-improvement system, and we are all going home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collection window and the classifier version beside the result. Late-arriving logs need an overlap window and deduplication. A cron expression does not solve delivery semantics.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Open contracts.md and trace one interrupted run. Show which artifact survives and why repeating it does not open another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Distill, then classify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10:30 to 13:00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Count occurrences before guessing causes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Severity · evidence · owner ·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Distillation removes repetition. Classification decides where the remaining work goes. Keep those outputs separate so a reviewer can inspect a group without accepting its diagnosis.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matching strings are a family candidate. They are not a root cause. Keep the trace IDs and the counterexample that did not fit. A low-severity label needs a reason because a wrong low can leave a customer stranded without anyone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classifier an unknown result and a queue that receives it. If every answer must be one of the happy categories, the prompt has already decided what the agent is allowed to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retry that hid the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13:00 to 16:00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retry hides an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sleep hides a race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Successful workaround ≠ repaired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request fails. The agent retries. It works. Score the loop on eventual success and the lesson is obvious: retry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 failure an authorization error. A second credential works, but the first request was forbidden for a reason. The green result hid the boundary violation. A sleep that hides a race teaches the same lesson more slowly.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called the organizational pattern normalization of deviance. Her Challenger analysis shows how repeated acceptance of anomalies made them ordinary. A repair loop needs evidence that the defect is gone. Successful workarounds are very persuasive evidence of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workaround you left running after it stopped the symptom. Name the underlying defect and the test that eventually exposed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two short answers about fixes that hid a problem. Budget 45 seconds; do not invite incident-length stories.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Tickets are cheap. Review is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16:00 to 18:30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Tickets are cheap. Review is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proposed diagnosis travels with its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useful ticket says what happened, how often, who was affected, and what remains unexplained. It links the evidence. It does not announce a root cause just because the model found a similar issue from last month.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Opening a PR spends somebody else's attention. Require a reproduction, a bounded change, and a named reviewer before the agent adds to that queue. Deduplicate by the incident key. Cap new proposals per run. When the queue is full, hold the artifact and report the backlog.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Match ceremony to consequence. A documentation correction and a payment retry do not get the same permissions because they happen to arrive through the same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nothing leaves without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18:30 to 24:00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Regression · holdout · scope ·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useful result is permission denied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candidate removes the visible failure. That is the beginning of the demo, not the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regression. Now run the held-out authorization case. It fails. The proposed retry used authority that belonged to somebody else. The gate holds the change without asking the agent whether it feels finished.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calls stopping at an abnormality jidoka. That is the useful part to borrow. Detect the defect and stop producing it. The andon summons help; it is not a story about one cord stopping an entire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give the classifier the case it cannot explain. Unknown is an output. It lands in review with the evidence intact. No automatic promotion, no invented diagnosis. Does similarity establish cause? We just watched it fail that test.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the live sequence in engineering/failure-improvement/demo.md. Full slot 5:30. Run real tests; never substitute the checkbox kit for execution. Recording remains blocked until a sanitized production export, working tracker integration, and captured gate run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Who reviews the robot's PRs?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24:00 to 27:00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easy cases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reviewer keeps the exceptions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robot opens good PRs for a month. What happens to the person reviewing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Bainbridge's Ironies of Automation asks what remains for the human after automation takes the routine work. Monitoring and difficult interventions remain, while opportunities to practise shrink. That paper is from 1983. The problem did not wait for a chat interface.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design response is to rotate review duty, reserve time for it, and practise recovery on known failures outside production. Sample accepted work for missed defects. Keep evaluation cases separate from the repair agent's tuning loop. A sampling policy is for the audit; it does not wave through a payment or a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queue is too big to inspect, reduce what enters it. Giving one engineer a hundred green suggestions is not giving them a hundred reasons to trust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Compile what repeats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27:00 to 30:00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Nondeterminism finds the path. Determinism runs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Save the script, its tests, and its invalidation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agent explore a changed flow in a browser. Once it finds the login path, save that path as a script. Stop buying the same discovery on every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scheduled check is the same move. Memory and search over prior work help identify repetition. A skill describes when to turn a repeated task into a file. The output gets reviewed, tested, versioned, and scheduled. When the page or the log schema changes, invalidate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where Adaptive, agentic apps hands work back. A runtime agent earns its own authority there; the compiled procedure it keeps reusing gets evaluated here, offline, like any other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Selecting tests from a diff is another candidate. Compare it against the full suite on retained changes before trusting the selection. Count missed regressions as well as runtime. Keep the full suite on a schedule. Cheap selection that skips the failing test has excellent unit economics right up to the incident.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repeated agent task you turned into a script. Bring the file and a case where it needed invalidating.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Feedback is the same loop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Thumbs down + a sentence of rage = a useful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Feedback → evidence → candidate → opt-in flag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thumbs-down tells you where to look. The sentence after it tells you why. Preserve the customer's wording and the session link before you ask the agent to summarize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pipeline now proposes a change instead of a failure diagnosis. Put it behind a flag for the consenting user, check whether it solves their problem, then decide whether a wider cohort belongs in the experiment. Similar usage is a hypothesis about who benefits, not permission to enroll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feature requests and incident fixes visibly distinct in the queue. They share machinery. They do not share an acceptance criterion.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complaint that became a change, including what the first proposed fix misunderstood.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Correlate, escalate, and the money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32:30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Session ID → linked trace → incident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reports lost data. Their session links to an error. Escalate with the trace attached. Do not wait for the model to invent a full causal story before a person investigates.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address complaints and a shipping error suggest a shared incident. Check tenant, time window, and operation before merging the tickets. A matching word is not a matching outage.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Draft the notice before the fourth customer asks. A person approves the recipients and the message. The same rule covers credits and data deletion. 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metrics that will lie to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100 tickets. 90 wrong. Ten worth reading.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Measure recurrence and wrong tickets, with denominators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the agent files a hundred tickets and a reviewer closes ninety as wrong. Time-to-ticket looks terrific. Ten percent were worth reading. That is our arithmetic fixture, and it is the number I want next to the throughput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is the warning here: once we reward a proxy, we change the behavior producing it. Faster tickets are very easy to manufacture. Faster learning is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recurring failures after a fix, with exposure counts. Track wrong tickets among reviewed tickets, and audit the cases the agent ignored. A low false-positive rate bought by filing nothing is another beautiful dashboard. Record backlog age too. Otherwise the reviewer silently pays for the metric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Marilyn Strathern (1997), [Improving ratings: audit in the British University system](https://gwern.net/doc/statistics/decision/1997-strathern.pdf), European Review 5(3), 305–321. The familiar target-and-measure wording is Strathern’s formulation of Goodhart’s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Start Monday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37:00 to 38:30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failure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integration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place the loop must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down one failure class you could hand this loop on Monday. Name the input and the person who would inspect its first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name the one integration it needs next. Leave the rest blank. Last, write the condition under which it must stop and ask. That is enough for a first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the room a full 60 seconds. Do not fill it with a recap.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Fail to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Alert fatigue ·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Jidoka · automation irony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scroll is still arriving. Now the loop leaves a smaller pile of inspectable work, and it knows where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explains the unread channel. Normalization of deviance explains the successful workaround. Jidoka gives the stop a job. Automation irony asks what we did to the reviewer. Goodhart asks whether the dashboard rewarded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did not get smarter. The system around it got a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Replay the opening scroll beside the distilled artifact. End there.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Automating Improvement From Failure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Nobody reads the scroll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pager trained you to ignore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improvement is already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scroll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logs are still arriving. Stack 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retries, the same customer clicking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broken button. Somewhere in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scroll is work we will eventually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urgent. Usually after somebody sends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angry email.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talk owns the offline improvement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loop, including the people reviewing its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output. The examples are teaching fixtures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until I attach a production record. Runtime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and how much authority a running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earns for itself, belongs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Adaptive, agentic apps.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name for training people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ignore the channel that is supposed to warn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Alert fatigue. Cvach measured it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hospital monitors. Your pager is the same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 If our new agent creates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ticket for every log line, we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automated the thing that made the logs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unreadable.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Step one: hand an agent the logs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Already better than the nobody who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doing it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access. One question. One saved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a coding agent a sanitized export.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broke since yesterday.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version. A file and a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may group unrelated failures together.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may miss the one line you care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the answer against the input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wire it to anything. But for the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was reading, we finally have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reader. Already better than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who was doing it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 the answer with the input window.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Tomorrow, you want to know whether it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new or just described yesterday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confidently.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Enrichment earns the next step</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546b42ba9bbd729b121170f08ad65507a843e542b81ec4fdf60371788f64051" descr="Enrichment earns the next ste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Logs → code → trace → reproduction → ticket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failure class at a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stack trace tells you where an exception surfaced.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code tells you which branch produced it.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trace shows what happened before it. A reproduction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tells you whether your explanation survives a second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attempt.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Add the integration that answers the next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Read access to code does not require write access to</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production. Looking at queue depth does not require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permission to resize the cluster. Access is a set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individual grants, not a graduation ceremony.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assistant with access to everything is coming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anyway, and I am not arguing against it. This loop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job with a countable tool list. An agent reading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everything writes you a summary of the noise. Pick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failure class. If the class turns out to contain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different mechanisms, split it. That discovery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useful work.</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out-of-band check</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47ce6dcc16ea548ed8da7d58462e9e17c8b32ebe42eee869374aeebae779869" descr="The out-of-band che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outside the request path. A scheduled job reads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last completed bookmark, fetches a bounded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window, strips secrets, and produces an artifact.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family gets a count, first seen, last seen,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links to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Only advance the bookmark after the artifact is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saved. If ticket creation fails, retry from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artifact using a stable incident key. Otherwise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failure-improvement system gets its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failure-improvement system, and we are all going home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Keep the collection window and the classifier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beside the result. Late-arriving logs need an overlap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window and deduplication. A cron expression does 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solve delivery semantics.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Distill, then classify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Count occurrences before guessing causes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Severity · evidence · owner · unknown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Distillation removes repetition.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Classification decides where the remaining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goes. Keep those outputs separate so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 can inspect a group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accepting its diagnosis.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matching strings are a family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candidate. They are not a root cause. 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trace IDs and the counterexample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did not fit. A low-severity label needs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 because a wrong low can leave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customer stranded without anyone looking.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the classifier an unknown result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that receives it. If every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must be one of the happy categories,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prompt has already decided what the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allowed to notice.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retry that hid the auth failure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retry hides an auth failure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sleep hides a 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workaround ≠ repaired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request fails. The agent retries.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Score the loop on eventual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lesson is obvious: retry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make the failure an authorization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error. A second credential works, but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request was forbidden for a reason.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green result hid the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 A sleep that hides a 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teaches the same lesson more slowly.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Diane Vaughan called the organizational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 normalization of deviance. 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Challenger analysis shows how repeated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of anomalies made them ordinary.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repair loop needs evidence that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 is gone. Successful workarounds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very persuasive evidence of the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Tickets are cheap. Review is not.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Tickets are cheap. Review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proposed diagnosis travels with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useful ticket says what happened, how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often, who was affected, and what remains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unexplained. It links the evidence. It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announce a root cause just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found a similar issue from last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month.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Opening a PR spends somebody else's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attention. Require a reproduction,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bounded change, and a named reviewer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agent adds to that queue. Deduplicate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the incident key. Cap new proposals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When the queue is full, hold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artifact and report the backlog.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Match ceremony to consequence.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documentation correction and a payment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retry do not get the same permissions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they happen to arrive through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agent.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nothing leaves without evidence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Regression · holdout · scope · human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result is permission denied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candidate removes the visible failure.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beginning of the demo,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regression. Now run the held-out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authorization case. It fails. The proposed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retry used authority that belonged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else. The gate holds the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asking the agent whether it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finished.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Toyota calls stopping at an abnormality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jidoka. That is the useful part to borrow.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the defect and stop producing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andon summons help; it is not a story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one cord stopping an entire company.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give the classifier the case it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 Unknown is an output. It lands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with the evidence intact.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 promotion, no invented diagnosis.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similarity establish cause? We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watched it fail that test.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Who reviews the robot's PRs?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easy cases disappear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reviewer keeps the exceptions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robot opens good PRs for a month.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person reviewing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Bainbridge's Ironies of Automation asks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remains for the human after automation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takes the routine work. Monitoring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difficult interventions remain, while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opportunities to practise shrink.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paper is from 1983. The problem did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wait for a chat interface.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My design response is to rotate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duty, reserve time for it, and practise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on known failures outside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production. Sample accepted work for missed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defects. Keep evaluation cases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the repair agent's tuning loop.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sampling policy is for the audit; it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wave through a payment or a data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the queue is too big to inspect, reduce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enters it. Giving one engineer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green suggestions is not giving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a hundred reasons to trust the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Compile what repeats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Nondeterminism finds the path. Determinism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 the script, its tests, and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invalidation rule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Let the agent explore a changed flow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browser. Once it finds the login path, save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path as a script. Stop buying the same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discovery on every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scheduled check is the same move.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Memory and search over prior work help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identify repetition. A skill describes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turn a repeated task into a file.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gets reviewed, tested, versioned,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scheduled. When the page or the log</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schema changes, invalidate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where Adaptive, agentic apps hands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back. A runtime agent earns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there; the compiled procedure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keeps reusing gets evaluated here, offline,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any other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Selecting tests from a diff is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Compare it against the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on retained changes before trusting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selection. Count missed regressions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well as runtime. Keep the full suite 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schedule. Cheap selection that skips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failing test has excellent unit economics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up to the incident.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Feedback is the same loop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Thumbs down + a sentence of rage = a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 evidence → candidate → opt-in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thumbs-down tells you where to look.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sentence after it tells you why. Preserve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customer's wording and the session link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you ask the agent to summarize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pipeline now proposes a change instead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of a failure diagnosis. Put it behind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 for the consenting user, check whether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solves their problem, then decide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a wider cohort belongs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 Similar usage is a hypothesis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who benefits, not permission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enroll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feature requests and incident fixes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visibly distinct in the queue. They share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machinery. They do not share an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Correlate, escalate, and the money gate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Session ID → linked trace → incident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Recommend. Draft. A person presses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button.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customer reports lost data. Their session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links to an error. Escalate with the trace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attached. Do not wait for the model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 a full causal story before a person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investigates.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Three address complaints and a shipping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error suggest a shared incident.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time window, and operation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merging the tickets. A matching word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matching outage.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 the notice before the fourth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A person approves the recipients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message. The same rule covers 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data deletion. Detect, recommend,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 A person presses the button.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metrics that will lie to you</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100 tickets. 90 wrong. Ten worth reading.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recurrence and wrong tickets,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 the agent files a hundred tickets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 reviewer closes ninety as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Time-to-ticket looks terrific. Ten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were worth reading. That is our arithmetic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fixture, and it is the number I want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throughput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Goodhart is the warning here: once we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reward a proxy, we change the 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producing it. Faster tickets are very easy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manufacture. Faster learning is harder.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Track recurring failures after a fix,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counts. Track wrong tickets among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reviewed tickets, and audit the cases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ignored. A low false-positive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bought by filing nothing is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beautiful dashboard. Record backlog 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 Otherwise the reviewer silently pays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metric win.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Monday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failure class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integration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place the loop must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down one failure class you could hand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this loop on Monday. Name the input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who would inspect its first output.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name the one integration it needs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 the rest blank. Last, write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condition under which it must stop and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enough for a first version.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Fail to win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Alert fatigue · normalization of deviance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Jidoka · automation irony ·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scroll is still arriving. Now the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leaves a smaller pile of inspectable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it knows where to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Alert fatigue explains the unread channel.</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Normalization of deviance explains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workaround. Jidoka gives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 job. Automation irony asks what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did to the reviewer. Goodhart asks whether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dashboard rewarded the wrong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did not get smarter.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around it got a job.</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Maria Cvach (2012), Monitor alarm fatigue: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integrative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https://pubmed.ncbi.nlm.nih.gov/22839984/),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Biomedical Instrumentation &amp; Technology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46(4, 268–277.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Diane Vaughan, The Challenger Launch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https://press.uchicago.edu/ucp/books/book/chicago/C/bo22781921.html,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University of Chicago Press, original 1996;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linked enlarged edition 2016.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Toyota, Toyota Production System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https://global.toyota/en/company/vision-and-philosophy/production-system/,</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jidoka and the andon response.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Automatica 19(6, 775–779.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Marilyn Strathern (1997), Improving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ratings: audit in the British University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https://gwern.net/doc/statistics/decision/1997-strathern.pdf),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European Review 5(3, 305–321. The familiar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target-and-measure wording is Strathern’s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formulation of Goodhart’s law.</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Automating Improvement From Failure</dc:title>
  <dc:creator>Dan Levy</dc:creator>
  <dc:description>handout edition generated from current reviewed talk materials</dc:description>
  <dcterms:created xsi:type="dcterms:W3CDTF">2026-09-07T01:43:59Z</dcterms:created>
</cp:coreProperties>
</file>