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does it build?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 What does it build? Sit with that for five seconds, because the answer is not "the same thing, but cheaper." It builds a different company. Now: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Swap electricity for inference and that is the whole talk. Here is my one disclaimer, and then I am done qualifying: nobody outside a provider knows its margins, I am not going to guess at one, and every dollar figure in my arithmetic is invented. What I do have is a hundred and fifty years of economists working on exactly this problem in coal, parking, highways and car factories, and they gave it names.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first time a bill, a quota, or a rate change broke an assumption in something you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the five seconds. Actually take them. The silence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price, cost and value are three different numbers, and the gap between what you pay and what it is worth to you is why nobody is measuring.</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01:30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 Loss leader in a bundle · Predation · It is genuinely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price cannot tell you which. What happens next can.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four respectable explanations for a low price, and an engineer arguing about this in a meeting should be able to name all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useful part. You cannot distinguish these from the price. You can distinguish them from what happens next. Penetration predicts prices rise at renewal, after switching gets hard. Predation predicts a rival disappears and then prices rise. Genuine efficiency predicts prices keep falling without anyone tightening the terms. So watch renewal terms, watch rate limits, watch what happens to the free tier, and stop trying to read a margin off a token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03:30 to 05:00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driver sees no meter, so demand looks infinite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cost moves into rents, prices, and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one: externality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Shoup spent a career on the least glamorous subject in urban economics and was right about all of it. Cities required developers to build minimum parking. Nobody paid at the meter, so the cost went somewhere else: into rents, into retail prices, into land that became asphalt. And because drivers saw no price, demand looked infinite, so the minimums grew to match.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your first word: externality. A cost that is real, and paid, but not by the person making the decision. It does not vanish. It relocates, and it usually relocates somewhere you are not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05:00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Both things can be fine. A falling price and a growing bill coexist comfortably as long as customer value grows faster. That is the relationship to measure, and almost nobody measures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07:00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Density: a frontier call where a lookup would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Business mix: products viable only at today's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Bundled rent: unlimited usage promised in a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format: deterministic code loses the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same chain through your stack. Density: a frontier call where a cache, a regex, or a dictionary lookup would have done, because the call looked free. Longer context, more retries, more competing branches, frontier by default. Business mix: products whose unit economics only work at promotional rates, crowding out products that would have worked at any price. Bundled rent: unlimited-usage promises to customers, baked into a contract, priced against an input you do not control. And the small format: boring deterministic code losing the design review to "just ask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call it architectural obesity. It is not that any one of those calls is wrong. Redundancy is worth paying for, big context is worth paying for, three parallel attempts are sometimes exactly right. The failure is that nobody measured what the extra call bought, because at these prices nobody had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design review where "inference is basically free" ended the discussion.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one show of hands: who has shipped a frontier call where a lookup would do? Then admit you have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lots stay built, and whoever chooses the architecture is not whoever pays the bill sixty days later.</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09:30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Cost per accepted outcome = total spend ÷ accepted jobs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75% accepted means you pay 1.33× sticker. 45% means 2.22×.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30-point acceptance drop costs exactly what doubling every token price costs.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 dollar figure, define the denominator. An accepted outcome meets a rule you wrote down. An impressive answer that a human quietly repairs afterwards is not a success, it is a success plus a hidden salary. Count inference, tools, infrastructure and recovery. A blended token rate is not a unit economics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part worth remembering. Divide by the acceptance rate and you get a multiplier on your sticker price. Seventy-five percent acceptance means you are paying one and a third times the list price for every result you keep. Forty-five percent means two point two. Run those two numbers together: dropping from seventy-five to forty-five percent acceptance costs you exactly the same as every token in your stack doubling in price overnight. One of those is on the front page. The other one is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 the division on stage. Thirty seconds: name your product's accepted outcome in one sentence. If that is hard, the economics conversation just found a product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run the sweep at one, two, five and ten times price, then multiply by your own volume before you feel anything about it.</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11:30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shape is always the same. You make an investment that is worth a great deal here and very little anywhere else. That surplus, the part that exists only because you are locked in, is a prize, and at renewal your counterparty can reach for it. Nobody has to be a villain. It is simply what the structure permits, and rational parties do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on the next three slides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so price reversibility as the option it is, and bring three prices to the design review: today, without the offer, and the most you could survive.</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Externality · Induced demand · Jevons paradox ·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Moral hazard · Credible commitment · Asset specificity ·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Build for more than one price.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electricity. Use the cheap input. It is genuinely great and I am not asking anyone to be miserable about it. Just understand what it encouraged you to build, and keep the expensive decisions reversible while you find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your eight words. Externality, because the cost moved rather than vanished. Induced demand and Jevons, because cheaper made you use more, not less. Path dependence, because the lots stay built. Moral hazard, because whoever chooses is not whoever pays. Credible commitment, because those contracts are moves in a game and not disclosures about it. Asset specificity, because your architecture is worth more here than anywhere else. And real option, because reversibility is something you buy, not something you feel.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 low prices are temporary. Some are a preview of genuinely cheaper production. You do not have to know which. You have to measure outcomes and keep the big choices reversible either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before it changes organizations. Leave the table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last line slowly. Leave the sweep table on screen for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Cry Me a Free Tier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Free electricity for a year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startup gets free electricity for a year.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does it build? What survives when the offer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ends?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Cry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08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Why would anyone sell below cost?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Penetration pricing · Loss leader in a bundle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Predation · It is genuinely cheap</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price cannot tell you which. What happens next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can.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Cry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08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Free parking was never free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driver sees no meter, so demand looks infinite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cost moves into rents, prices, and land</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one: externality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Cry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08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Jevons, coal, and the extra lane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1865: better engines burned more coal, not less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Add a lane, get traffic. Elasticity near one.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Spend = price × jobs × calls per job × tokens per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call</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Cry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08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Now do it to software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Density: a frontier call where a lookup would do</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Business mix: products viable only at today's rate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Bundled rent: unlimited usage promised in a contract</a:t>
            </a:r>
            <a:endParaRPr lang="en-US" sz="3150"/>
          </a:p>
        </p:txBody>
      </p:sp>
      <p:sp>
        <p:nvSpPr>
          <p:cNvPr id="10" name="Text 10"/>
          <p:cNvSpPr txBox="1"/>
          <p:nvPr/>
        </p:nvSpPr>
        <p:spPr>
          <a:xfrm>
            <a:off x="685800" y="51320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04</a:t>
            </a:r>
            <a:endParaRPr lang="en-US" sz="1875"/>
          </a:p>
        </p:txBody>
      </p:sp>
      <p:sp>
        <p:nvSpPr>
          <p:cNvPr id="11" name="Text 11"/>
          <p:cNvSpPr txBox="1"/>
          <p:nvPr/>
        </p:nvSpPr>
        <p:spPr>
          <a:xfrm>
            <a:off x="2000250" y="51320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Small format: deterministic code loses the design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review</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Cry Me a Free Tier</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08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acceptance rate is a price multiplier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Cost per accepted outcome = total spend ÷ accepted</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jobs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75% accepted means you pay 1.33× sticker. 45% means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2.22×.</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30-point acceptance drop costs exactly what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doubling every token price costs.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Cry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08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 are not shopping, you are contracting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six: asset specificity. Word seven: hold-up.</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An investment worth a lot inside this relationship</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and little outside it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Your prompts, evals, fine-tunes, and that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unlimited-usage clause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Cry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08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Cheap intelligence changes incentives first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Externality · Induced demand · Jevons paradox · Path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dependence</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Moral hazard · Credible commitment · Asset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specificity · Real option</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Build for more than one price.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Cry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8</Slides>
  <Notes>8</Notes>
</Properties>
</file>

<file path=docProps/core.xml><?xml version="1.0" encoding="utf-8"?>
<cp:coreProperties xmlns:cp="http://schemas.openxmlformats.org/package/2006/metadata/core-properties" xmlns:dc="http://purl.org/dc/elements/1.1/" xmlns:dcterms="http://purl.org/dc/terms/" xmlns:xsi="http://www.w3.org/2001/XMLSchema-instance">
  <dc:title>Cry Me a Free Tier</dc:title>
  <dc:creator>Dan Levy</dc:creator>
  <dc:description>screen edition generated from current reviewed talk materials</dc:description>
  <dcterms:created xsi:type="dcterms:W3CDTF">2026-09-07T01:22:59Z</dcterms:created>
</cp:coreProperties>
</file>