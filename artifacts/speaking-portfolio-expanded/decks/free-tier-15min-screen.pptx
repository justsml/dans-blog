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four boxes on one invoice - price paid, resources consumed, cost allocated, value delivered - and the gap between the last two is why nobody is measuring.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01:45 to 03:45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03:45 to 05:15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05:15 to 07:15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07:15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lots stay built, and whoever chooses the architecture is not whoever pays the bill sixty days later.</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run the sweep at one, two, five and ten times price, then multiply by your own volume before you feel anything about it.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so price reversibility as the option it is, and bring three prices to the design review: today, without the offer, and the most you could survive.</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Buy Me a Free Tier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electricity for a year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startup gets free electricity for a year.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does it build? What survives when the offer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ends?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Why would anyone sell below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Penetration pricing · Loss leader in a bundle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Predation · It is genuinely cheap</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price cannot tell you which. What happens next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parking was never free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driver sees no meter, so demand looks infinite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cost moves into rents, prices, and land</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one: externality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Jevons, coal, and the extra lane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1865: better engines burned more coal, not less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Add a lane, get traffic. Elasticity near one.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Spend = price × jobs × calls per job × tokens per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call</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Now do it to software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Density: a frontier call where a lookup would do</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Business mix: products viable only at today's rate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Bundled rent: unlimited usage promised in a contract</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format: deterministic code loses the design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review</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Doubling on a Tuesday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per accepted outcome = total spend ÷ accepted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jobs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75% accepted means you pay 1.33× sticker. 45% means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2.22×.</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30-point acceptance drop costs exactly what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doubling every token price costs.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are not shopping, you are contracting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six: asset specificity. Word seven: hold-up.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An investment worth a lot inside this relationship</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little outside it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 prompts, evals, fine-tunes, and that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unlimited-usage clause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Cheap intelligence changes incentives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Externality · Induced demand · Jevons paradox · Path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dependence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Moral hazard · Credible commitment · Asset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specificity · Real option</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Build for more than one price.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screen edition generated from current reviewed talk materials</dc:description>
  <dcterms:created xsi:type="dcterms:W3CDTF">2026-09-07T01:36:06Z</dcterms:created>
</cp:coreProperties>
</file>