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four boxes on one invoice - price paid, resources consumed, cost allocated, value delivered - and the gap between the last two is why nobody is measuring.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those commitments are credible commitments in Schelling's sense, moves in a war of attrition. Note who is not a player. Somebody is buying your free tier, and it is not you. You are not a combatant, you are the terrain. And the terrain keeps its asphalt: repealing a parking minimum does not remove a lot, which is path dependence.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05:15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your per-token price fell off a cliff and your bill went up, because spend is price times jobs times calls times tokens and cheapness moved every term on the right.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2026-09-07T02:31:12Z</dcterms:created>
</cp:coreProperties>
</file>