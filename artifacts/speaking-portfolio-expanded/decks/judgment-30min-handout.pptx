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03:00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 where it takes skill. Where it sits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05:00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speeding only generation leaves review as the unchanged stage. Improve what arrives there.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10:00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12:00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14:00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20:00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 We did not remove the bottleneck. We moved it onto one person and gave them a keyboard shortcut for approving things.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writing the branch is cheap; deciding the permission boundary is still conceptual work.</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22:30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Point at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Idea → specification → code →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where it takes skill. Where it sits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does your work wait? Not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take skill. Where does it sit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team can have an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Monday and a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Friday. Faster generation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changes the arrival rate at the next stage.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that stage was already close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capacity, the wait grows even when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takes exactly as long as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Draw a boundary around the review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a change when it is ready for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stop the clock when it leaves.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service time from waiting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to start. Otherwise we will call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three-day wait a three-day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optimize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cannot inspect quality 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Fewer arrivals. Smaller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process producing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Deming's third point says to stop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inspection to achieve quality and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into the process. That is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objection to the default plan for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produce more, then ask somebody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catch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review. Change what it receives.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unasked-for abstraction, an unexplained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change, and a speculative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feature all consume the same person's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 Rejecting them before generation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cheaper than having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reverse-engineer why they exist.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can increase capacity. It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fixing arrivals first. Otherwise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reviewer inherits the same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and missing context,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longer onboarding document.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sixty seconds with the person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Write the questions you need answered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implementing it. You do not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page of requirements;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term. On purpose.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review actually catches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Understanding is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finding · knowledge transfer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Bacchelli and Bird studied modern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at Microsoft. Finding defects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main motivation, but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benefits included more knowledge transfer,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awareness, and alternative solutions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motivation suggests. Understanding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was central.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gives the review queue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job. A check that proves a local invariant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teach another engineer how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subsystem behaves. An agent summary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guarantee that anyone could repair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junior engineers in the reasoning. 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write the acceptance case, explain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rejection, and follow a change through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If all the practice becomes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watching green checks, we are removing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that builds the next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resourceTenant)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resource tenant is right there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signature. Nothing reads it.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heard the cross-tenant case, 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spec slide. Watch the vote anyway.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Skitka and colleagues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in a flight simulator with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monitoring aid and counted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where the aid was wrong. On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people missed events the aid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and acted on prompts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 contradicted. That is the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finding, and it is about the trials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aid was wrong. This fixture is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concern shows up in our queue: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green signal gets attention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 not appoint a crumple zone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Responsibility must come with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recovers, and maintains?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Elish calls the human who absorbs blame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enough control a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 Put an engineer at the end of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pipeline, give them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approve a diff, and announce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 stayed human. The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looks excellent. We did not remove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We moved it onto one person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gave them a keyboard shortcut for approving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 that person stop arrivals? Can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demand another test? Can they reject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without missing a throughput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they own the rollback and have time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 it? Those are controls.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in the approval log is a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permissions change, name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accepts the behavior, who receives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 and who maintains the policy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 Give each the context and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job requires. Accountability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controls is just a convenient place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send the postmortem.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including declining a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after the first already met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need. That is a rule about review 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about generation: generate ten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if you like, as long as a gate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collapses them to one candidate before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human reads any of them. Judging the ten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Dynamic Scaling's talk, and its Council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Guards eats nine. This one protects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who accepts the one that got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wait, not the output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Ready → first review → accepted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 available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age and escaped defects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timestamps. When was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ready, when did somebody first inspect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when was it accepted? Then sample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separately. You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the queue and the service time to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a delay.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Estimate review utilization against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available for review,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meetings and incident duty. Do not infer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how many green squares somebody has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GitHub. Keep the estimate beside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 rework, and escaped defects.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forty-five seconds. Estimate yours,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the missing measurement.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field is a better next action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dashboard of generated lines.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utilization is not efficiency.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is a nineteen-times wait with good posture. Argue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model by measuring arrivals, service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variability. You cannot argue the queue away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pointing at how quickly the 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 Edwards Deming (1986), Out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Crisis, MIT Center for Advanced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Point 3 of the Fourteen Points.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Applied to review by the Deming Institute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https://deming.org/software-code-reviews-from-a-deming-perspective/.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Alberto Bacchelli and Christian Bird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(2013), Expectations, Outcomes,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Challenges of Modern Code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https://www.cabird.com/pubs/bacchelli2013eoc.pdf,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ICSE 2013.</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 Linda J.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Kathleen L. Mosier and Mark Burdick (1999),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automation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991–1006. A flight-simulation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with a monitoring aid,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code-review trial.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Madeleine Clare Elish (2019),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Zones: Cautionary Tales in Human-Robot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Interaction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https://estsjournal.org/index.php/ests/article/download/260/177/,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Engaging Science, Technology, and Society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 40–60.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2026-09-07T01:33:02Z</dcterms:created>
</cp:coreProperties>
</file>