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03:00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Idea → specification → code → review → release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Not where it takes skill. Where it sits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Where does your work wait? Not where does it take skill. Where does it sit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team can have an implementation bottleneck on Monday and a review bottleneck on Friday. Faster generation changes the arrival rate at the next stage. If that stage was already close to capacity, the wait grows even when each review takes exactly as long as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a boundary around the review system. Count a change when it is ready for review and stop the clock when it leaves. Separate hands-on service time from waiting for somebody to start. Otherwise we will call a three-day wait a three-day review and optimize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Budget 45 seconds for hands on each stage. Take one answer about where work waits and use it for the diagram.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05:00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speeding only generation leaves review as the unchanged stage. Improve what arrives there.</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Smaller surprises.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Fix the process producing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Deming's third point says to stop depending on inspection to achieve quality and build quality into the process. That is a useful objection to the default plan for generated code: produce more, then ask somebody to catch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review. Change what it receives. An unasked-for abstraction, an unexplained permission change, and a speculative feature all consume the same person's attention. Rejecting them before generation is cheaper than having a reviewer reverse-engineer why they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Hiring can increase capacity. It is still worth fixing arrivals first. Otherwise the new reviewer inherits the same variance, interruptions, and missing context, with a longer onboarding document.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10:00 to 12:00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request once. Give pairs sixty seconds here, thirty in the 15-minute cut.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12:00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the variance term.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14:00 to 16:00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Understanding is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Defect finding · knowledge transfer · alternative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Bacchelli and Bird studied modern code review at Microsoft. Finding defects was the main motivation, but the observed benefits included more knowledge transfer, awareness, and alternative solutions than that motivation suggests. Understanding the change was central.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gives the review queue more than one job. A check that proves a local invariant does not teach another engineer how this subsystem behaves. An agent summary does not guarantee that anyone could repair it next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junior engineers in the reasoning. Let them write the acceptance case, explain a rejection, and follow a change through its consequences. If all the practice becomes watching green checks, we are removing the work that builds the next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45 seconds on how a junior engineer would learn the permission boundary from this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16:00 to 20:00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canEdit(user, resourceTenant)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resource tenant is right there in the signature. Nothing reads it. And you already heard the cross-tenant case, back on the spec slide. Watch the vote anyway.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Skitka and colleagues put people in a flight simulator with an automated monitoring aid and counted the trials where the aid was wrong. On those trials people missed events the aid did not flag, and acted on prompts the other instruments contradicted. That is the whole finding, and it is about the trials where the aid was wrong. This fixture is how the same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20:00 to 22:30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Responsibility must come with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accepts, recovers, and maintains?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Elish calls the human who absorbs blame without enough control a moral crumple zone. Put an engineer at the end of an automated pipeline, give them two minutes to approve a diff, and announce that responsibility stayed human. The org chart looks excellent. We did not remove the bottleneck. We moved it onto one person and gave them a keyboard shortcut for approving things.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 that person stop arrivals? Can they demand another test? Can they reject the change without missing a throughput target? Do they own the rollback and have time to understand it? Those are controls. Their name in the approval log is a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the permissions change, name who accepts the behavior, who receives the incident, and who maintains the policy next year. Give each the context and authority their job requires. Accountability without those controls is just a convenient place to send the postmortem.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writing the branch is cheap; deciding the permission boundary is still conceptual work.</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22:30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including declining a second implementation after the first already met the need. That is a rule about review load, not about generation: generate ten parallel attempts if you like, as long as a gate collapses them to one candidate before a human reads any of them. Judging the ten is Dynamic Scaling's talk, and its Council of Guards eats nine. This one protects the person who accepts the one that got 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25:00 to 27:00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Ready → first review → accepted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Hands-on review time ÷ available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age and escaped defects beside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timestamps. When was the change ready, when did somebody first inspect it, and when was it accepted? Then sample hands-on review time separately. You need both the queue and the service time to explain a delay.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Estimate review utilization against time actually available for review, after meetings and incident duty. Do not infer it from how many green squares somebody has on GitHub. Keep the estimate beside backlog age, rework, and escaped defects.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forty-five seconds. Estimate yours, or write down the missing measurement. The missing field is a better next action than another dashboard of generated lines.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45 seconds. Invite one estimate and ask what counted as available time. Do not prescribe a universal utilization threshold.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utilization is not efficiency. It is a nineteen-times wait with good posture. Argue with the model by measuring arrivals, service time, and variability. You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Code Is Cheap. Judgment Is</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Expensive.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morning four good implementations arrive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95% utilized → 19× waiting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plausible implementations.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good implementations arrive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lunch. The reviewer is still on yesterday's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Generation got cheaper. Delivery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acquired a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your organization uses AI to build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feature machine,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tragically missed the potential of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magic AI genie. We can spend the gain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defects and smaller changes. We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have to spend it all on more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scope once: the queue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examples are teaching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measurements of your team.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nineteen-times wait assumes one server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variability factor of one. We will do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The argument is that protecting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capacity belongs upstream, where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decide what enters the queue.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Point at the queue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Idea → specification → code →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where it takes skill. Where it sits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does your work wait? Not where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take skill. Where does it sit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team can have an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on Monday and a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on Friday. Faster generation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changes the arrival rate at the next stage.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that stage was already close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capacity, the wait grows even when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takes exactly as long as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Draw a boundary around the review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a change when it is ready for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stop the clock when it leaves.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service time from waiting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to start. Otherwise we will call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three-day wait a three-day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optimize the wrong 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queue does not care how you feel about it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Kingman's single-server approximation separates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things: variability, utilization, and mean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time. Call the variability term V. Set V to one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curve. At eighty percent utilization, point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eight divided by point two is four. At ninety-five,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 nine five divided by point zero five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Fifteen percentage points of utilization bought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nearly five times the wait. That is the price of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last bit of headroom. The multiplier is waiting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divided by hands-on review time. It does not include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review itself.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Little's law gives a separate accounting identity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stable system: average work in progress equals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throughput times average time in the system. They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 us what to measure before claiming the reviewer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just needs to try harder.</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cannot inspect quality 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Fewer arrivals. Smaller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 the process producing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Deming's third point says to stop depending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inspection to achieve quality and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into the process. That is a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objection to the default plan for generated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 produce more, then ask somebody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catch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review. Change what it receives.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unasked-for abstraction, an unexplained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change, and a speculative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feature all consume the same person's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attention. Rejecting them before generation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cheaper than having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reverse-engineer why they exist.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Hiring can increase capacity. It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fixing arrivals first. Otherwise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reviewer inherits the same variance,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and missing context,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longer onboarding document.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"Add enterprise permissions"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Who can do what, in which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happens when access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must never happen?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enterprise permissions.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entire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sixty seconds with the person next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Write the questions you need answered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implementing it. You do not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 page of requirements;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 grant a role? Does it apply to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or every tenant? What happens to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existing session after revocation?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the audit record need to show? There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several plausible implementations,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 disagree about behavior the ticket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specified.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made code cheap and left the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expensive. Writing down the answer is part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implementation. It just happens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diff.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spec reduces variance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Actor + tenant + action + resource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Revocation changes the next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Denied actions leave state unchanged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example, an administrator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 a role only inside the tenant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administer. A revoked role cannot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operation. A denied change leaves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protected state untouched and records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Those statements produce cases. An admin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A requests a change in A: allow.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admin requests a change in B: deny.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Revoke the role, repeat the A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deny. Check the resulting state, not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status message.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Tie this back to the curve. Clear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reduce the number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interpretations arriving at review. Bounded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diffs reduce the amount of code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to reconstruct at once.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term. On purpose.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review actually catches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Understanding is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 finding · knowledge transfer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Bacchelli and Bird studied modern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at Microsoft. Finding defects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main motivation, but the observed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benefits included more knowledge transfer,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awareness, and alternative solutions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motivation suggests. Understanding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was central.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gives the review queue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job. A check that proves a local invariant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not teach another engineer how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subsystem behaves. An agent summary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guarantee that anyone could repair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week.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junior engineers in the reasoning. Let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write the acceptance case, explain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rejection, and follow a change through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If all the practice becomes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watching green checks, we are removing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that builds the next reviewer.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rubber stamp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canEdit(user, resourceTenant)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user.roles.includes("admin")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admin user → allowed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implementation. Here is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The user has the admin role.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function allows the edit. The test passes.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resource tenant is right there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signature. Nothing reads it. And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heard the cross-tenant case, 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spec slide. Watch the vote anyway.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you approve it? Now run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that administrator belongs to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and the resource belongs to tenant B.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was accurate about the behavior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checked. The behavior was incomplete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same way as the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wrote the test that agrees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bug. Both of them are very confident.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asks what automation leaves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operator doing. Skitka and colleagues 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in a flight simulator with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monitoring aid and counted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trials where the aid was wrong. On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trials people missed events the aid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and acted on prompts the 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instruments contradicted. That is the whole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finding, and it is about the trials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aid was wrong. This fixture is 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concern shows up in our queue: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green signal gets attention that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case did not.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Do not appoint a crumple zone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Responsibility must come with control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accepts, recovers, and maintains?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Elish calls the human who absorbs blame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enough control a moral crumple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zone. Put an engineer at the end of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pipeline, give them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approve a diff, and announce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 stayed human. The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looks excellent. We did not remove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We moved it onto one person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gave them a keyboard shortcut for approving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 that person stop arrivals? Can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demand another test? Can they reject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without missing a throughput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they own the rollback and have time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understand it? Those are controls.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 in the approval log is a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permissions change, name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accepts the behavior, who receives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 and who maintains the policy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 Give each the context and authority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their job requires. Accountability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controls is just a convenient place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send the postmortem.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levers on the queue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Arrivals: decline work before generating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bounded diffs and explicit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Utilization: reserve actual review capacity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arrivals means deciding which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exist, including declining a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implementation after the first already met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need. That is a rule about review load,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about generation: generate ten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if you like, as long as a gate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collapses them to one candidate before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human reads any of them. Judging the ten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Dynamic Scaling's talk, and its Council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Guards eats nine. This one protects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person who accepts the one that got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Smaller variance means reducing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review. Keep one purpose per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include the behavioral cases, and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mechanical changes from policy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in line count is useful only when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also small in meaning.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 slack by reserving review time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limiting work in progress. If the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on call, their calendar is not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hours of service capacity.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before declaring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underutilized. Pilot these changes on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recurring workflow and keep the baseline.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wait, not the output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Ready → first review → accepted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review time ÷ available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age and escaped defects beside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timestamps. When was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ready, when did somebody first inspect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when was it accepted? Then sample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review time separately. You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both the queue and the service time to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a delay.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Estimate review utilization against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available for review,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meetings and incident duty. Do not infer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how many green squares somebody has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GitHub. Keep the estimate beside backlog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 rework, and escaped defects.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forty-five seconds. Estimate yours,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down the missing measurement.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field is a better next action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dashboard of generated lines.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Knowing when to stop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curve. The reviewer did not get slower.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filled the space that let them absorb uneven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Ninety-five percent utilization is not efficiency. It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is a nineteen-times wait with good posture. Argue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the model by measuring arrivals, service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variability. You cannot argue the queue away by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pointing at how quickly the code appeared.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the right result is a smaller change.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it is no change. Cheap code makes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decisions more valuable.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 F. C. Kingman (1961), The single server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in heavy traffic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https://www.cambridge.org/core/journals/mathematical-proceedings-of-the-cambridge-philosophical-society/article/abs/single-server-queue-in-heavy-traffic/81C55BC00A68FE6D5385638AA0B0AF37),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57(4), 902–904. John D. C. Little (1961),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Proof for the Queuing Formula: 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λW](https://pubsonline.informs.org/doi/abs/10.1287/opre.9.3.383),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Operations Research 9(3, 383–387.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 Edwards Deming (1986), Out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Crisis, MIT Center for Advanced Engineering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 Point 3 of the Fourteen Points.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Applied to review by the Deming Institute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https://deming.org/software-code-reviews-from-a-deming-perspective/.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Alberto Bacchelli and Christian Bird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(2013), Expectations, Outcomes,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Challenges of Modern Code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https://www.cabird.com/pubs/bacchelli2013eoc.pdf,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ICSE 2013.</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 Linda J. Skitka,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Kathleen L. Mosier and Mark Burdick (1999),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automation bias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991–1006. A flight-simulation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 with a monitoring aid,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code-review trial.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Madeleine Clare Elish (2019), Moral Crumple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Zones: Cautionary Tales in Human-Robot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Interaction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https://estsjournal.org/index.php/ests/article/download/260/177/,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Engaging Science, Technology, and Society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 40–60.</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handout edition generated from current reviewed talk materials</dc:description>
  <dcterms:created xsi:type="dcterms:W3CDTF">2026-09-07T02:16:43Z</dcterms:created>
</cp:coreProperties>
</file>