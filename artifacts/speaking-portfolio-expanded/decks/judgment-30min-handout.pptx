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03:00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queue before buying more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05:00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Neither result says your team is literally one server.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speeding only generation leaves review as the unchanged stage. Improve what arrives there.</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Deming’s Point 3, discussed by the [Deming Institute on software code reviews](https://deming.org/software-code-reviews-from-a-deming-perspective/).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10:00 to 12:00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a full 60 seconds,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12:00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an attempt to reduce service-time variance, not a claim that a document automatically changes a coefficient.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14:00 to 16:00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16:00 to 20:00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Automation-bias experiments ask what happens when people defer to a decision aid despite other evidence. Those experiments were not code-review trials. This fixture is how the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(1983), [Ironies of automation](https://www.sciencedirect.com/science/article/pii/0005109883900468). Mosier and Skitka (1999), [Automation Use and Automation Bias](https://journals.sagepub.com/doi/10.1177/154193129904300346).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20:00 to 22:30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writing the branch is cheap; deciding the permission boundary is still conceptual work.</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22:30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It includes declining a second implementation after the first already met the need. Comparing fleets of candidate agents belongs to Dynamic Scaling. Here we are protecting the person who accepts the resulting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gives a nineteen-times wait in our model. We can argue about the model by measuring arrivals, service time, and variability. We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Deming’s Point 3, discussed by the [Deming Institute on software code reviews](https://deming.org/software-code-reviews-from-a-deming-perspective/).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(1983), [Ironies of automation](https://www.sciencedirect.com/science/article/pii/0005109883900468). Mosier and Skitka (1999), [Automation Use and Automation Bias](https://journals.sagepub.com/doi/10.1177/154193129904300346).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Code Is Cheap. Judgment Is</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Expensive.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morning four good implementations arrive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95% utilized → 19× waiting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plausible implementations.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good implementations arrive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lunch. The reviewer is still on yesterday's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Generation got cheaper. 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acquired a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your organization uses AI to build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feature machine,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tragically missed the potential of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magic AI genie. We can spend the gain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defects and smaller changes. We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have to spend it all on more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scope once: the queue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examples are teaching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measurements of your team.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nineteen-times wait assumes one server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variability factor of one. We will do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The argument is that protecting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capacity belongs upstream, where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decide what enters the queue.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Where does the work actually wait?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Idea → specification → code →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 at the queue before buying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does your work wait? Not where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take skill. Where does it sit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team can have an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Monday and a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Friday. Faster generation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changes the arrival rate at the next stage.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that stage was already close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capacity, the wait grows even when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takes exactly as long as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Draw a boundary around the review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a change when it is ready for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stop the clock when it leaves.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service time from waiting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to start. Otherwise we will call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three-day wait a three-day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optimize the wrong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queue does not care how you feel about it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A queue does not care how you feel about i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Kingman's single-server approximation separates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things: variability, utilization, and mean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time. Call the variability term V. Set V to one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curve. At eighty percent utilization, point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eight divided by point two is four. At ninety-five,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 nine five divided by point zero five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Fifteen percentage points of utilization bought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nearly five times the wait. That is the price of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last bit of headroom. The multiplier is waiting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divided by hands-on review time. It does not include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review itself.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Little's law gives a separate accounting identity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stable system: average work in progress equals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throughput times average time in the system. Neither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says your team is literally one server. They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 us what to measure before claiming the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just needs to try harder.</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cannot inspect quality 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Fewer arrivals. Smaller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process producing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Deming's third point says to stop depending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inspection to achieve quality and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into the process. That is a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objection to the default plan for generated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 produce more, then ask somebody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catch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review. Change what it receives.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unasked-for abstraction, an unexplained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change, and a speculative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feature all consume the same person's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attention. Rejecting them before generation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cheaper than having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reverse-engineer why they exist.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can increase capacity. It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fixing arrivals first. Otherwise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reviewer inherits the same variance,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and missing context,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longer onboarding document.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"Add enterprise permissions"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Who can do what, in which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happens when access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must never happen?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enterprise permissions.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entire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sixty seconds with the person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Write the questions you need answered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implementing it. You do not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page of requirements;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 grant a role? Does it apply to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or every tenant? What happens to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existing session after revocation?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the audit record need to show?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several plausible implementations,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disagree about behavior the ticket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specified.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made code cheap and left the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expensive. Writing down the answer is part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implementation. It just happens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diff.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spec reduces variance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Actor + tenant + action + resource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changes the next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Denied actions leave state unchanged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 an administrator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 a role only inside the tenant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administer. A revoked role cannot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operation. A denied change leaves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protected state untouched and records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statements produce cases. An admin in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tenant A requests a change in A: allow.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admin requests a change in B: deny.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Revoke the role, repeat the A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deny. Check the resulting state, not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status message.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 this back to the curve. Clear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reduce the number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interpretations arriving at review. Bounded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diffs reduce the amount of code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to reconstruct at once. That is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 to reduce service-time variance,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claim that a document automatically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a coefficient.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review actually catches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Understanding is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 finding · knowledge transfer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Bacchelli and Bird studied modern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at Microsoft. Finding defects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main motivation, but the observed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benefits included more knowledge transfer,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awareness, and alternative solutions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motivation suggests. Understanding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was central.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gives the review queue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job. A check that proves a local invariant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teach another engineer how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subsystem behaves. An agent summary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guarantee that anyone could repair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junior engineers in the reasoning. Let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write the acceptance case, explain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rejection, and follow a change through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If all the practice becomes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watching green checks, we are removing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that builds the next reviewer.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rubber stamp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canEdit(user)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user.roles.includes("admin")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admin user → allowed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implementation. Here is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The user has the admin role.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function allows the edit. The test passes.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you approve it? Now run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that administrator belongs to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and the resource belongs to tenant B.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was accurate about the behavior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checked. The behavior was incomplete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same way as the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wrote the test that agrees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bug. Both of them are very confident.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asks what automation leaves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operator doing. Automation-bias 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what happens when people defer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aid despite other evidence.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 were not code-review trials.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fixture is how the concern shows up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queue: the green signal gets attention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the missing case did not.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 not appoint a crumple zone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Responsibility must come with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accepts, recovers, and maintains?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Elish calls the human who absorbs blame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enough control a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 Put an engineer at the end of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pipeline, give them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approve a diff, and announce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 stayed human. The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looks excellent.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that person stop arrivals? Can they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demand another test? Can they reject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without missing a throughput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they own the rollback and have time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understand it? Those are controls.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in the approval log is a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permissions change, name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accepts the behavior, who receives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 and who maintains the policy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 Give each the context and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their job requires. Accountability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controls is just a convenient place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send the postmortem.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levers on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Arrivals: decline work before generating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bounded diffs and explicit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Utilization: reserve actual review capacity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arrivals means deciding which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exist. It includes declining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implementation after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met the need. Comparing fleets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agents belongs to Dynamic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Scaling. Here we are protecting the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accepts the resulting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Smaller variance means reducing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review. Keep one purpose per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include the behavioral cases, and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mechanical changes from policy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in line count is useful only when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also small in meaning.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 slack by reserving review time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limiting work in progress. If the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on call, their calendar is not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hours of service capacity.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before declaring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underutilized. Pilot these changes on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recurring workflow and keep the baseline.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wait, not the output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Ready → first review → accepted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 available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age and escaped defects beside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timestamps. When was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ready, when did somebody first inspect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when was it accepted? Then sample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separately. You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the queue and the service time to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a delay.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Estimate review utilization against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available for review,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meetings and incident duty. Do not infer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how many green squares somebody has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GitHub. Keep the estimate beside backlog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 rework, and escaped defects.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forty-five seconds. Estimate yours,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the missing measurement.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field is a better next action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dashboard of generated lines.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Knowing when to stop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nowing when to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curve. The reviewer did not get slower.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filled the space that let them absorb uneven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Ninety-five percent gives a nineteen-times wait in</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our model. We can argue about the model by measuring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arrivals, service time, and variability. We cannot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argue the queue away by pointing at how quickly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code appeared.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the right result is a smaller change.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it is no change. Cheap code makes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decisions more valuable.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 F. C. Kingman (1961), The single server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in heavy traffic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https://www.cambridge.org/core/journals/mathematical-proceedings-of-the-cambridge-philosophical-society/article/abs/single-server-queue-in-heavy-traffic/81C55BC00A68FE6D5385638AA0B0AF37),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57(4), 902–904. John D. C. Little (1961),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Proof for the Queuing Formula: 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λW](https://pubsonline.informs.org/doi/abs/10.1287/opre.9.3.383),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Operations Research 9(3, 383–387.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 Edwards Deming’s Point 3, discussed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Deming Institute on software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https://deming.org/software-code-reviews-from-a-deming-perspective/.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Alberto Bacchelli and Christian Bird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(2013), Expectations, Outcomes,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Challenges of Modern Code Review —</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https://www.cabird.com/pubs/bacchelli2013eoc.pdf,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ICSE 2013.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(1983), Ironies of 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Mosier and Skitka (1999), [Automation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Bias](https://journals.sagepub.com/doi/10.1177/154193129904300346.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Madeleine Clare Elish (2019),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Zones: Cautionary Tales in Human-Robot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Interaction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https://estsjournal.org/index.php/ests/article/download/260/177/,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Engaging Science, Technology, and Society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 40–60.</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handout edition generated from current reviewed talk materials</dc:description>
  <dcterms:created xsi:type="dcterms:W3CDTF">2026-09-06T09:11:12Z</dcterms:created>
</cp:coreProperties>
</file>