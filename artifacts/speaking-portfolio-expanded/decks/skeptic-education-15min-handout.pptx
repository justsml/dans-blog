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 14 slides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one line.** How to adopt AI in a course with justified confidence: name the capability, decide where assistance belongs, anticipate the four ways it fails, and handle each with a small pilot instead of a policy war.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**Arc.** Warm open, steady through the framework, build through the demo and the four failure modes, peak at the pre-mortem, land on the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Planning assumption: AI access will remain available enough that curriculum cannot depend on preventing it. Research stays attached to its setting. The framework exercise and the demo are design tools. Say it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**Demo.** [Runbook section 1](../demos/DEMO-RUNBOOK.md#1-a-skeptics-guide-to-surviving-ai-in-education) · [Kit](../demos/index.html). Fallback: narrate the three cases on slide 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A history essay weighing two conflicting primary sources. The percentage-change fixture belongs to the assessment-design talk, so the two can be booked together.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each delivery.** Fill the `Story`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**Image style.** Dark slate background, one amber accent, flat vector, generous negative space, no text or logos. Each slide comment is a complete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**Timings** are rehearsal targets, no Q&amp;A. Notes are cues.</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the reason students are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Educators hear two promises: every student gets a private genius, or every assignment is now worthless. Neither tells you what to do on Monday.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I assume access will persist, so we design around it. Research today stays attached to its setting. The exercise is a design tool. From here on, recommendations.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Hold one real assignment in mind. By the end you should be able to name its capability, place assistance, and choose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assignment of yours or a colleague's that AI broke first, and what you did that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"hold one assignment"; drop the story.</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would count as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benefits if we believe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Skepticism should produce better questions, not permanent refusal. A vendor says the tutor improves learning: ask what students did unaided afterward. A colleague says the tool destroys thinking: ask which task, which learners, which help. Both need a comparison. Write the claim so it could fail: "students using this hint sequence will explain source bias on a new document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failures you will hear about this year: the confident wrong answer that got an A, and the pilot that improved scores and nothing else. Both are design failures, and both can be anticipated.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questions only; skip the two-failures preview.</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02:30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Delegate effort outside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Augment practice toward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Preserve evidence of the objective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Decisions about a learner on a task at a stage, not permanent lists. Formatting citations: delegate in a seminar, preserve when citation is the lesson. Suggesting a counter-reading: augment during drafting, preserve during the independent check. The same activity moves columns when the objective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(60 s): one verb from your assignment in a column, and finish "because students need to learn [blank]." If the reason is missing, the tool policy is doing the curriculum's job badly.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in with slide 3's objective in one sentence: "a history essay that must weigh two conflicting sources." Keep the write.</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05:00 to 07:30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Spelling without assistance →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Strength of an argument → Augment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Scientific explanation → Delegate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Follow [runbook section 1](../demos/DEMO-RUNBOOK.md#1-a-skeptics-guide-to-surviving-ai-in-education). Same general assistance; the verdict changes with the capability under assessment. Translate to the history example: grammar help is Delegate; a counter-reading is Augment while drafting; the final "which source and why" paragraph is Preserve.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(45 s): for your assignment, what evidence would show the capability if the artifact were produced with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Compression: at two minutes, one switch, state the other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switch; state the other two.</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07:30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in with slide 6 in one line: "the first failure is a tutor that agrees with a wrong answer."</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07:30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assisted practice up, unaided performance down, safeguards helped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 designed tutor beat active learning on immediate outcomes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learners, which teaching moves, which comparison, how long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ran a high-school mathematics trial. Unrestricted GPT access improved practice and worsened later unaided performance; a version with teacher-designed safeguards mitigated the harm. One intervention, one setting. Reuse the design lesson, not a headline percentage, and check the corrected article before quoting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Kestin and colleagues found a carefully engineered AI tutor outperformed the active-learning comparison in a university physics course on immediate outcomes. Keep the treatment attached to the finding.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Together the two studies should make you curious about instructional design rather than eager to pick a winner. Ask what the tutor makes the learner do: attempt, expose an assumption, check a new example. Handling: record supported and independent performance separately. A dashboard counting completed exercises tells you the system is busy.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Sources: Bastani et al. (2025), [Generative AI without guardrails can harm learning](https://doi.org/10.1073/pnas.2422633122), PNAS, with a [correction](https://doi.org/10.1073/pnas.2518204122) · Kestin et al. (2025), [AI tutoring outperforms in-class active learning](https://www.nature.com/articles/s41598-025-97652-6), Scientific Reports.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in with slide 6 in one line: "the first failure is a tutor that agrees with a wrong answer."</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Authorship inference ≠ learning evidence ≠ misconduct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and colleagues found the detectors they tested produced false positives on nonnative English writing and were sensitive to rewriting. Evidence about tested tools, not every future detector. Even a good authorship signal would not tell you whether the student can weigh sources. Handling: no disciplinary consequence is automated from a score. And no detector stunt on 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11:00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smallest change that would have caught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two minutes. One partner names how the assignment's AI policy failed: confirmed error, vanished gains, false accusation, unequal access, or something new. The other names the smallest change that would have caught it. Then thirty seconds of shared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how confidence is earned. Not by trusting the tool, but by having already imagined its failure and put a check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Solo, sixty seconds, written.</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12:30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 Specify permitted assistance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evidence before and after · Decide whether to keep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 the vendor: what learning improved, compared with what, for whom, at what staff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Redesign one assignment, not the institution. Write the objective and a simple rubric. Keep a baseline sample. Estimate staff time. Agree what improvement justifies continuing. Invite students to report confusing instructions. Two educators grade a sample and resolve disagreements first. TEQSA's guidance supports multiple contextual approaches; this is one local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the next vendor demo, ask them to walk through one learner misconception and show the teaching response. Ask what was measured after assistance stopped, what happens when the tutor is wrong, and what work falls back onto staff. A tool that saves preparation time without improving learning may still be worth buying if it is sold that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pilot you ran or watched: what surprised you, what you kept]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Pilot steps only; skip the vendor questions and the story.</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Skeptic's Guide to Surviving AI in Education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14:00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Name the capability. Choose assistance deliberately.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Collect evidence of understanding. Evaluate the teaching, not the hype.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it (45 s): the learner should be able to [blank]; assistance is useful at [blank]; I will know they can do it when [blank].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goal is not education where students don't use AI. It is education where using AI doesn't eliminate the reason they're there. Change one prompt, add one check, look at what the evidence lets you conclude.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Skip the write; deliver the closing line.</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 Skeptic's Guide to Surviving AI in</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Education</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9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09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Assume access. Demand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Preserve the reason students are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hear two promises: every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gets a private genius, or every assignment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now worthless. Neither tells you what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on Monday.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Scope, once: I assume access will persist,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we design around it. Research today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stays attached to its setting. The exercise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design tool. From here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recommendations.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 one real assignment in mind.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end you should be able to name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capability, place assistance, and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09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Skepticism is a method, not a mood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is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would count as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benefits if we believe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Skepticism should produce better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permanent refusal. A vendor says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improves learning: ask what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unaided afterward. A colleague says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 destroys thinking: ask which task,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learners, which help. Both need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Write the claim so it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 "students using this hint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explain source bias on a new document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failures you will hear about this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confident wrong answer that got an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pilot that improved scores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nothing else. Both are design failures,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can be anticipated.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09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Delegate / Augment / Preserve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Delegate effort outside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Augment practice toward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evidence of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Decisions about a learner on a task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stage, not permanent lists. Formatting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citations: delegate in a seminar,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citation is the lesson. Suggesting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counter-reading: augment during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preserve during the independent check.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activity moves columns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objective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it (60 s): one verb from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assignment in a column, and finish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need to learn [blank]."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 is missing, the tool policy is doing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curriculum's job badly.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09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same assistance, three verdicts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Spelling without assistance →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Strength of an argument → Augment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Scientific explanation → Delegate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 [runbook section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1](../demos/DEMO-RUNBOOK.md#1-a-skeptics-guide-to-surviving-ai-in-education).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general assistance; the verdict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with the capability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Translate to the history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example: grammar help is Delegate;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counter-reading is Augment while drafting;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final "which source and why" paragraph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Preserve.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(45 s): for your assignment,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evidence would show the capability if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artifact were produced with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Compression: at two minutes, one switch,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state the other two.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09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2: gains that vanish, and when they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don't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Bastani: assisted practice up, unaided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down, safeguards helped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Kestin: a designed tutor beat active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on immediate outcomes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learners, which teaching moves,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how long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and colleagues ran a high-school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mathematics trial. Unrestricted GPT access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improved practice and worsened later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unaided performance; a version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teacher-designed safeguards mitigated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harm. One intervention, one setting. Reuse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design lesson, not a headline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and check the corrected article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quoting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Kestin and colleagues found a carefully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engineered AI tutor outperformed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active-learning comparison in a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physics course on immediate outcomes. Keep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treatment attached to the finding.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Together the two studies should make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curious about instructional design rather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eager to pick a winner. Ask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tutor makes the learner do: attempt, expose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assumption, check a new example.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Handling: record supported and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separately. A dashboard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counting completed exercises tells you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is busy.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09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2: gains that vanish, and when they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don't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Sources: Bastani et al. (2025), Generative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with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Kestin et al. (2025), [AI tutoring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outperforms in-class active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learning](https://www.nature.com/articles/s41598-025-97652-6,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Scientific Reports.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09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Failure mode 3: the detector as judge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Authorship inference ≠ learning evidence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misconduct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Liang and colleagues found the detectors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tested produced false positives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nonnative English writing and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sensitive to rewriting. Evidence about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tested tools, not every future detector.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Even a good authorship signal would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whether the student can weigh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sources. Handling: no disciplinary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consequence is automated from a score.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 detector stunt on stage.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09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Pre-mortem: it is week ten and the policy failed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happened?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is the smallest change that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two minutes. One partner names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assignment's AI policy failed: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confirmed error, vanished gains, false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accusation, unequal access, or something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The other names the smallest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would have caught it. Then thirty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of shared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how confidence is earned. Not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trusting the tool, but by having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imagined its failure and put a check there.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09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Pilot one assignment; ask one better question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Name the capability · Specify permitted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evidence before and after · Decide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to keep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vendor: what learning improved,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compared with what, for whom, at what staff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Redesign one assignment,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institution. Write the objective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simple rubric. Keep a baseline sample.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 staff time. Agree what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justifies continuing. Invite students to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report confusing instructions.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grade a sample and resolve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disagreements first. TEQSA's guidance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supports multiple contextual approaches;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one local implementation.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the next vendor demo, ask them to walk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one learner misconception and show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teaching response. Ask what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measured after assistance stopped,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when the tutor is wrong, and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falls back onto staff. A tool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saves preparation time without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may still be worth buying if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sold that way.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09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Keep the reason students are here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Name the capability. Choose assistance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 evidence of understanding. Evaluate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teaching, not the hype.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it (45 s): the learner should be 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[blank]; assistance is useful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[blank]; I will know they can do it when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[blank].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goal is not education where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don't use AI. It is education where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doesn't eliminate the reason they're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Change one prompt, add one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at what the evidence lets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conclude.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TEQSA (2023), Assessment reform for the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artificial 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https://www.teqsa.gov.au/guides-resources/resources/corporate-publications/assessment-reform-age-artificial-intelligence.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 Skeptic's Guide to Surviving AI in Education</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A Skeptic's Guide to Surviving AI in Education</dc:title>
  <dc:creator>Dan Levy</dc:creator>
  <dc:description>handout edition generated from current reviewed talk materials</dc:description>
  <dcterms:created xsi:type="dcterms:W3CDTF">2026-09-06T09:11:11Z</dcterms:created>
</cp:coreProperties>
</file>