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boxes, one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Burn the boats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not. They are evidence about strategy, and Thomas Schelling gave us the word in 1960: a credible commitment. You deliberately destroy your own ability to back out, precisely so everyone else updates. Burn the boats. A ten-year contract you cannot walk away from is not a disclosure of your margins. It is a signal that you intend to still be here, aimed at competitors and at customers who are nervous about picking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Somebody is buying your free tier, and it is not you.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 Specifically: Anthropic's IPO prospectus is expected late September 2026 and may disclose contract detail behind the $100B AWS commitment, so that figure or its framing can move. Do not confuse it with the adjacent Microsoft/OpenAI restructuring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the argument famous with QWERTY in 1985, and I want to be straight with you, because it matters for how you use this: economists have been fighting about that example ever since. Liebowitz and Margolis published a paper in 1990 called The Fable of the Keys arguing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Doubling on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a hundred dollars, ten at today's price, and you should never do it. Identical project. The sweep is what tells you which world you are living in.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boxes, one invoice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Burn the boats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$250B incremental Azure services contracted by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OpenAI · Microsoft, 28 Oct 2025</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More than $100B AWS commitment over ten years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Amazon, 20 Apr 2026</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Up to $200K AWS Activate credits · offer checked 5</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Sep 2026</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lots are already built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Repealing the parking minimum does not remove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asphalt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four: path dependence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test: try to remove one model call and count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hours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Turn the dial</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Reversible is a line item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eight: real option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option has value. It also has a premium: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abstraction tax, eval upkeep, rehearsal time.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Same project, different answer, depending on which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world you are in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2026-09-07T01:44:00Z</dcterms:created>
</cp:coreProperties>
</file>