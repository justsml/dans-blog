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04:30 to 06:30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06:30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08:00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17:00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19:30 to 22:00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29:00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29:00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reading everything writes you a summary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noise. Pick one failure class. If the class turns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to contain three different mechanisms, split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discovery 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From tags to tickets and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2026-09-06T09:11:13Z</dcterms:created>
</cp:coreProperties>
</file>