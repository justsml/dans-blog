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reads the scroll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and how much authority a running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earns for itself, belongs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measured it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hospital monitors. Your pager is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If our new agent creates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 for every log line,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the thing that made the logs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assistant with access to everything is coming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anyway, and I am not arguing against it. This loop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job with a countable tool list. An agent reading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writes you a summary of the noise. Pick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If the class turns out to contain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different mechanisms, split it. That discovery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loop needs evidence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is gone. Successful workarounds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very persuasive evidence of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Tickets are cheap. Review is not.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where Adaptive, agentic apps hands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back. A runtime agent earns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there; the compiled procedure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reusing gets evaluated here, offline,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any other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2026-09-07T01:43:59Z</dcterms:created>
</cp:coreProperties>
</file>