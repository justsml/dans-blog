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02:30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Logs → code → trace → reproduction →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failure class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stack trace tells you where an exception surfaced. The code tells you which branch produced it. The trace shows what happened before it. A reproduction tells you whether your explanation survives a second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the integration that answers the next question. Read access to code does not require write access to production. Looking at queue depth does not require permission to resize the cluster. Access is a set of individual grants, not a graduation ceremony.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assistant with access to everything is coming anyway, and I am not arguing against it. This loop is one job with a countable tool list. An agent reading everything writes you a summary of the noise. Pick one failure class. If the class turns out to contain three different mechanisms, split it. That discovery is useful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up the ladder using one timeout. Stop at the first rung that supports an action. Use the contracts handout for the integration 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04:30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06:30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occurrences before guessing causes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Severity · evidence · owner ·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Distillation removes repetition. Classification decides where the remaining work goes. Keep those outputs separate so a reviewer can inspect a group without accepting its diagnosis.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matching strings are a family candidate. They are not a root cause. Keep the trace IDs and the counterexample that did not fit. A low-severity label needs a reason because a wrong low can leave a customer stranded without anyone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classifier an unknown result and a queue that receives it. If every answer must be one of the happy categories, the prompt has already decided what the agent is allowed to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08:00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10:00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proposed diagnosis travels with its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useful ticket says what happened, how often, who was affected, and what remains unexplained. It links the evidence. It does not announce a root cause just because the model found a similar issue from last month.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Opening a PR spends somebody else's attention. Require a reproduction, a bounded change, and a named reviewer before the agent adds to that queue. Deduplicate by the incident key. Cap new proposals per run. When the queue is full, hold the artifact and report the backlog.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Match ceremony to consequence. A documentation correction and a payment retry do not get the same permissions because they happen to arrive through the same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11:30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19:30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Nondeterminism finds the path. Determinism runs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script, its tests, and its invalidation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agent explore a changed flow in a browser. Once it finds the login path, save that path as a script. Stop buying the same discovery on every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scheduled check is the same move. Memory and search over prior work help identify repetition. A skill describes when to turn a repeated task into a file. The output gets reviewed, tested, versioned, and scheduled. When the page or the log schema changes, invalidate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where Adaptive, agentic apps hands work back. A runtime agent earns its own authority there; the compiled procedure it keeps reusing gets evaluated here, offline, like any other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Selecting tests from a diff is another candidate. Compare it against the full suite on retained changes before trusting the selection. Count missed regressions as well as runtime. Keep the full suite on a schedule. Cheap selection that skips the failing test has excellent unit economics right up to the incident.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repeated agent task you turned into a script. Bring the file and a case where it needed invalidating.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Thumbs down + a sentence of rage = a useful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evidence → candidate → opt-in flag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thumbs-down tells you where to look. The sentence after it tells you why. Preserve the customer's wording and the session link before you ask the agent to summarize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pipeline now proposes a change instead of a failure diagnosis. Put it behind a flag for the consenting user, check whether it solves their problem, then decide whether a wider cohort belongs in the experiment. Similar usage is a hypothesis about who benefits, not permission to enroll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feature requests and incident fixes visibly distinct in the queue. They share machinery. They do not share an acceptance criterion.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complaint that became a change, including what the first proposed fix misunderstood.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Session ID → linked trace → incident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reports lost data. Their session links to an error. Escalate with the trace attached. Do not wait for the model to invent a full causal story before a person investigates.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address complaints and a shipping error suggest a shared incident. Check tenant, time window, and operation before merging the tickets. A matching word is not a matching outage.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Draft the notice before the fourth customer asks. A person approves the recipients and the message. The same rule covers credits and data deletion.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27:30 to 29:00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failure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integration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place the loop must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down one failure class you could hand this loop on Monday. Name the input and the person who would inspect its first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name the one integration it needs next. Leave the rest blank. Last, write the condition under which it must stop and ask. That is enough for a first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room a full 60 seconds. Do not fill it with a recap.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29:00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Automating Improvement From Failure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Nobody reads the scroll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pager trained you to ignore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improvement is already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logs are still arriving. Stack 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retries, the same customer clicking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broken button. Somewhere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 is work we will eventually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urgent. Usually after somebody sends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angry email.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talk owns the offline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including the people reviewing its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output. The examples are teaching fixtures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I attach a production record. Runtime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and how much authority a running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earns for itself, belongs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agentic apps.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name for training people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ignore the channel that is supposed to warn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Alert fatigue. Cvach measured it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hospital monitors. Your pager is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If our new agent creates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 for every log line,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the thing that made the logs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unreadable.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Step one: hand an agent the logs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Already better than the nobody who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access. One question. One saved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a coding agent a sanitized export.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broke since yesterday.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version. A file and a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may group unrelated failures together.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may miss the one line you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answer against the input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wire it to anything. But for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was reading, we finally have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reader. Already better than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who was 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answer with the input window.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Tomorrow, you want to know whether it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new or just described yesterday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confidently.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Enrichment earns the next step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546b42ba9bbd729b121170f08ad65507a843e542b81ec4fdf60371788f64051" descr="Enrichment earns the next ste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Logs → code → trace → reproduction → ticket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failure class at a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stack trace tells you where an exception surfaced.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code tells you which branch produced it.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trace shows what happened before it. A reproduction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tells you whether your explanation survives a second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attempt.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Add the integration that answers the next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 access to code does not require write access to</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production. Looking at queue depth does not require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permission to resize the cluster. Access is a set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individual grants, not a graduation ceremony.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assistant with access to everything is coming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anyway, and I am not arguing against it. This loop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job with a countable tool list. An agent reading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everything writes you a summary of the noise. Pick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failure class. If the class turns out to contain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different mechanisms, split it. That discovery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useful work.</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out-of-band check</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outside the request path. A scheduled job reads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last completed bookmark, fetches a bounded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strips secrets, and produces an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family gets a count, first seen, last seen,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links to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Only advance the bookmark after the artifact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saved. If ticket creation fails, retry from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artifact using a stable incident key. Otherwise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gets its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and we are all going home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the collection window and the classifier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beside the result. Late-arriving logs need an overlap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and deduplication. A cron expression does 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solve delivery semantics.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Distill, then classify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 occurrences before guessing causes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Severity · evidence · owner · unknown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Distillation removes repetition.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Classification decides where the remaining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goes. Keep those outputs separate so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 can inspect a group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accepting its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matching strings are a family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candidate. They are not a root cause.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trace IDs and the counterexample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not fit. A low-severity label needs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because a wrong low can leave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stranded without anyone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classifier an unknown result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that receives it. If every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be one of the happy categories,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prompt has already decided what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allowed to notice.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retry that hid the auth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retry hides an auth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sleep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 repaired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request fails. The agent retries.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Score the loop on eventual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lesson is obvious: retry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make the failure an authorization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A second credential works, but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request was forbidden for a reason.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green result hid the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 A sleep that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the same lesson more slowly.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called the organizational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normalization of deviance. 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Challenger analysis shows how repeated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of anomalies made them ordinary.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loop needs evidence that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is gone. Successful workarounds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very persuasive evidence of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Tickets are cheap. Review is not.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Tickets are cheap. Review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proposed diagnosis travels with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useful ticket says what happened,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often, who was affected, and what remains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unexplained. It links the evidence.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announce a root cause just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found a similar issue from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a PR spends somebody else's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attention. Require a reproduction,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bounded change, and a named reviewer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adds to that queue. Deduplicate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incident key. Cap new proposals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When the queue is full, hold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and report the backlog.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Match ceremony to consequence.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documentation correction and a payment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do not get the same permissions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they happen to arrive through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agent.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nothing leaves without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Regression · holdout · scope · human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result is permission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candidate removes the visible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beginning of the demo,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regression. Now run the held-out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case. It fails. The proposed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used authority that belonged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else. The gate holds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asking the agent whether it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finished.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calls stopping at an abnormality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That is the useful part to borrow.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defect and stop producing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andon summons help; it is not a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one cord stopping an entire 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give the classifier the case it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Unknown is an output. It lands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with the evidence intact.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 promotion, no invented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similarity establish cause? We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watched it fail that test.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 reviews the robot's PRs?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easy cases disappear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reviewer keeps the exceptions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robot opens good PRs for a month.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person reviewing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Bainbridge's Ironies of Automation asks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remains for the human after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takes the routine work. Monitoring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difficult interventions remain, while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opportunities to practise shrink.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paper is from 1983. The problem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wait for a chat interface.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design response is to rotate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duty, reserve time for it, and practise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on known failures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production. Sample accepted work for missed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defects. Keep evaluation cases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the repair agent's tuning loop.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sampling policy is for the audit;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wave through a payment or a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the queue is too big to inspect, reduce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enters it. Giving one engineer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green suggestions is not giving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 hundred reasons to trust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Compile what repeats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Nondeterminism finds the path. Determinism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script, its tests, and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invalidation rule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Let the agent explore a changed flow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browser. Once it finds the login path, save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path as a script. Stop buying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discovery on every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scheduled check is the same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and search over prior work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identify repetition. A skill describes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turn a repeated task into a file.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gets reviewed, tested, versioned,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scheduled. When the page or the log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schema changes, invalidate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where Adaptive, agentic apps hands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back. A runtime agent earns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there; the compiled procedure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reusing gets evaluated here, offline,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any other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Selecting tests from a diff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Compare it against the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on retained changes before trusting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selection. Count missed regressions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well as runtime. Keep the full suite 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Cheap selection that skips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test has excellent unit economics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up to the incident.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Feedback is the same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Thumbs down + a sentence of rage = a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 evidence → candidate → opt-in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thumbs-down tells you where to look.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after it tells you why.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customer's wording and the session link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you ask the agent to summarize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pipeline now proposes a change instead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of a failure diagnosis. Put it behind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 for the consenting user, check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solves their problem, then decide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a wider cohort belongs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 Similar usage is a hypothesis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who benefits, not permission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enroll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feature requests and incident fixes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visibly distinct in the queue. They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machinery. They do not share an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Correlate, escalate, and the money gate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Session ID → linked trace → incident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Recommend. Draft. A person presses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reports lost data. Their session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links to an error. Escalate with the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attached. Do not wait for the model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 full causal story before a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investigates.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address complaints and a shipping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suggest a shared incident.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time window, and operation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merging the tickets. A matching word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matching outage.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the notice before the fourth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A person approves the recipients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message. The same rule covers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data deletion. Detect, recommend,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A person presses the button.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metrics that will lie to you</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tickets. 90 wrong. Ten worth reading.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recurrence and wrong tickets,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the agent files a hundred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reviewer closes ninety as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Time-to-ticket looks terrific. Ten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were worth reading. That is our arithmetic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 and it is the number I want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throughput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is the warning here: once we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we change the 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producing it. Faster tickets are very easy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manufacture. Faster learning is harder.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recurring failures after a fix,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counts. Track wrong tickets among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reviewed tickets, and audit the cases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ignored. A low false-positive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bought by filing nothing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beautiful dashboard. Record backlog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Otherwise the reviewer silently pays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metric win.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Monday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failure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integration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place the loop must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down one failure class you could hand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this loop on Monday. Name the input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who would inspect its first output.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name the one integration it needs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 the rest blank. Last, write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condition under which it must stop and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enough for a first version.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 to win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Alert fatigue · normalization of deviance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 automation irony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scroll is still arriving. Now the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a smaller pile of inspectable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it knows where to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Alert fatigue explains the unread channel.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Normalization of deviance explains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Jidoka gives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job. Automation irony asks what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to the reviewer. Goodhart asks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dashboard rewarded the wrong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did not get smarter.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around it got a job.</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Maria Cvach (2012), Monitor alarm fatigue: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https://pubmed.ncbi.nlm.nih.gov/22839984/),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Biomedical Instrumentation &amp; Technology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46(4, 268–277.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https://press.uchicago.edu/ucp/books/book/chicago/C/bo22781921.html,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University of Chicago Press, original 1996;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linked enlarged edition 2016.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Toyota Production 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https://global.toyota/en/company/vision-and-philosophy/production-system/,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jidoka and the andon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Automatica 19(6, 775–779.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 audit in the British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The familiar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target-and-measure wording is Strathern’s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formulation of Goodhart’s law.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handout edition generated from current reviewed talk materials</dc:description>
  <dcterms:created xsi:type="dcterms:W3CDTF">2026-09-07T02:31:12Z</dcterms:created>
</cp:coreProperties>
</file>