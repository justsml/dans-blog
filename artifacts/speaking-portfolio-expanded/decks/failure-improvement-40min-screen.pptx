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logs are a roadmap nobody reads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reviewed it in clinical monitoring. I am borrowing the mechanism, not claiming a hospital study measured your on-call rotation.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Step one: hand an agent the logs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04:30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Enrichment earns the next step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04:30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![Enrichment earns the next step](../../reveal-talks/assets/failure-improvement/enrichment.svg)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Logs → code → trace → reproduction →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 at a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stack trace tells you where an exception surfaced. The code tells you which branch produced it. The trace shows what happened before it. A reproduction tells you whether your explanation survives a second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the integration that answers the next question. Read access to code does not require write access to production. Looking at queue depth does not require permission to resize the cluster. Access is a set of individual grants, not a graduation ceremony.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agent reading everything writes you a summary of the noise. Pick one failure class. If the class turns out to contain three different mechanisms, split it. That discovery is useful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Walk up the ladder using one timeout. Stop at the first rung that supports an action. Use the contracts handout for the integration 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out-of-band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10:30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out-of-band check](../../reveal-talks/assets/failure-improvement/check.svg)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Distill, then classify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10:30 to 13:00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occurrences before guessing causes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Severity · evidence · owner · unknown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Distillation removes repetition. Classification decides where the remaining work goes. Keep those outputs separate so a reviewer can inspect a group without accepting its diagnosis.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matching strings are a family candidate. They are not a root cause. Keep the trace IDs and the counterexample that did not fit. A low-severity label needs a reason because a wrong low can leave a customer stranded without anyone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classifier an unknown result and a queue that receives it. If every answer must be one of the happy categories, the prompt has already decided what the agent is allowed to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retry that hid the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13:00 to 16:00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Our application is narrower: a repair loop needs evidence that the defect is gone, because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From tags to tickets and PRs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16:00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Tickets are cheap. Review is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proposed diagnosis travels with its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useful ticket says what happened, how often, who was affected, and what remains unexplained. It links the evidence. It does not announce a root cause just because the model found a similar issue from last month.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Opening a PR spends somebody else's attention. Require a reproduction, a bounded change, and a named reviewer before the agent adds to that queue. Deduplicate by the incident key. Cap new proposals per run. When the queue is full, hold the artifact and report the backlog.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Match ceremony to consequence. A documentation correction and a payment retry do not get the same permissions because they happen to arrive through the same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nothing leaves without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24:00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 reviews the robot's PRs?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24:00 to 27:00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Compile what repeats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27:00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Nondeterminism finds the path. Determinism runs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Save the script, its tests, and its invalidation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agent explore a changed flow in a browser. Once it finds the login path, save that path as a script. Stop buying the same discovery on every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scheduled check is the same move. Memory and search over prior work help identify repetition. A skill describes when to turn a repeated task into a file. The output gets reviewed, tested, versioned, and scheduled. When the page or the log schema changes, invalidate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Selecting tests from a diff is another candidate. Compare it against the full suite on retained changes before trusting the selection. Count missed regressions as well as runtime. Keep the full suite on a schedule. Cheap selection that skips the failing test has excellent unit economics right up to the incident.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repeated agent task you turned into a script. Bring the file and a case where it needed invalidating. Use measured browser-test costs only with run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Feedback is the same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Thumbs down + a sentence of rage = a useful input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evidence → candidate → opt-in flag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thumbs-down tells you where to look. The sentence after it tells you why. Preserve the customer's wording and the session link before you ask the agent to summarize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pipeline now proposes a change instead of a failure diagnosis. Put it behind a flag for the consenting user, check whether it solves their problem, then decide whether a wider cohort belongs in the experiment. Similar usage is a hypothesis about who benefits, not permission to enroll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feature requests and incident fixes visibly distinct in the queue. They share machinery. They do not share an acceptance criterion.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complaint that became a change, including what the first proposed fix misunderstood.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Correlate, escalate, and the money 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Session ID → linked trace → incident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reports lost data. Their session links to an error. Escalate with the trace attached. Do not wait for the model to invent a full causal story before a person investigates.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address complaints and a shipping error suggest a shared incident. Check tenant, time window, and operation before merging the tickets. A matching word is not a matching outage.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Draft the notice before the fourth customer asks. A person approves the recipients and the message. The same rule covers credits and data deletion. Detect, recommend, draft. A person presses the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metrics that will lie to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Start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37:00 to 38:30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failure class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integration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One place the loop must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down one failure class you could hand this loop on Monday. Name the input and the person who would inspect its first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name the one integration it needs next. Leave the rest blank. Last, write the condition under which it must stop and ask. That is enough for a first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the room a full 60 seconds. Do not fill it with a recap.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Fail to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Replay the opening scroll beside the distilled artifact. End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Automating Improvement From Failure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logs are a roadmap nobody reads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pager trained you to ignore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next improvement is already in the scroll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Step one: hand an agent the logs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Already better than the nobody who was doing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before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 access. One question. One saved answer.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Enrichment earns the next step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3546b42ba9bbd729b121170f08ad65507a843e542b81ec4fdf60371788f64051" descr="Enrichment earns the next step"/>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out-of-band check</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Distill, then classify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occurrences before guessing causes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Severity · evidence · owner · unknown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retry that hid the auth failure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retry hides an auth failure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sleep hides a race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Successful workaround ≠ repaired system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From tags to tickets and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Tickets are cheap. Review is not.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proposed diagnosis travels with its evidence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nothing leaves without evidence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Regression · holdout · scope · human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useful result is permission denied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 reviews the robot's PRs?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easy cases disappear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reviewer keeps the exceptions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Compile what repeats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Nondeterminism finds the path. Determinism runs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Save the script, its tests, and its invalidation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rule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Feedback is the same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Thumbs down + a sentence of rage = a useful input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Feedback → evidence → candidate → opt-in flag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Correlate, escalate, and the money gate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Session ID → linked trace → incident candidate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Detect. Recommend. Draft. A person presses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button.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metrics that will lie to you</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tickets. 90 wrong. Ten worth reading.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Measure recurrence and wrong tickets, with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denominators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Start Monday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failure class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integration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One place the loop must stop</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Fail to win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Alert fatigue · normalization of deviance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Jidoka · automation irony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Automating Improvement From Failure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screen edition generated from current reviewed talk materials</dc:description>
  <dcterms:created xsi:type="dcterms:W3CDTF">2026-09-07T01:22:58Z</dcterms:created>
</cp:coreProperties>
</file>