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logs are a roadmap nobody reads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Step one: hand an agent the logs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Enrichment earns the next step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![Enrichment earns the next step](../../reveal-talks/assets/failure-improvement/enrichment.svg)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out-of-band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out-of-band check](../../reveal-talks/assets/failure-improvement/check.svg)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Distill, then classify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retry that hid the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From tags to tickets and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nothing leaves without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24:00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 reviews the robot's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24:00 to 27:00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Compile what repeats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repeated agent task you turned into a script. Bring the file and a case where it needed invalidating. Use measured browser-test costs only with run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Feedback is the same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Correlate, escalate, and the money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metrics that will lie to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Monday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38:30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Fail to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logs are a roadmap nobody reads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Enrichment earns the next step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Distill, then classify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Count occurrences before guessing causes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Severity · evidence · owner · unknown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From tags to tickets and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Tickets are cheap. Review is not.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proposed diagnosis travels with its evidence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Compile what repeats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Nondeterminism finds the path. Determinism runs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Save the script, its tests, and its invalidation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rule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Feedback is the same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Thumbs down + a sentence of rage = a useful input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Feedback → evidence → candidate → opt-in flag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Correlate, escalate, and the money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Session ID → linked trace → incident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Detect. Recommend. Draft. A person presses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button.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Monday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failure class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integration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place the loop must stop</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2026-09-06T09:11:13Z</dcterms:created>
</cp:coreProperties>
</file>