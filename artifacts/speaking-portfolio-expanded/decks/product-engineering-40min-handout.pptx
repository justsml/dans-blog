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Mostly supported, with a documented minority that was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with a documented minority that did not. Read the split off their table before you quote a percentage at anyone.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warehouse queries and marketing drafts feed the same queue. They share provenance and owners, and none of them needs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20:30 to 25:00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27:30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the quantity two-to-the-n-minus-one plus n-minus-one. For six that is six times the quantity thirty-two plus five, which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to stay current with its dependencies, to re-derive the integration a vendor renamed last night, to keep its own documentation true. Steady for some systems, bursty for others. Either way it stops being a build cost and becomes fuel, and you will meter it the way you meter electricity, which is to say you will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finding and mitigating faster than the countless people trying to get in.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the question from slide 12: an agent whose account you revoked while its credential is still live is the boring version of this,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those wires is a fuel line. The ongoing burn of a function belongs in the design doc beside its latency budget, and somebody owns that meter. It is not the person who wrote the prompt. Buy Me a Free Tier owns the arithmetic; what belongs on this org chart is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Software Runs on Petrol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Tokens stop being a build cost and become a running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Sentry bots hunting your own vulnerabilities, 24/7, forever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 careful firing the security bots. They know who you 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predictions to close on, and I will label them as predictions once: this is where I think the operating model goes, not something I have measured. Here is the first. Today you buy tokens to build software. Before long most software will need a steady stream of them just to keep running: to stay current with its dependencies, to re-derive the integration a vendor renamed last night, to keep its own documentation true. Steady for some systems, bursty for others. Either way it stops being a build cost and becomes fuel, and you will meter it the way you meter electricity, which is to say you will only notice it when it moves.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some of that burn is not features at all. It is defense. If an attacker can point a tireless agent at your surface, the only symmetric answer is a tireless agent of your own: self-hacking around the clock, finding and mitigating faster than the countless people trying to get in. That is a permanent line item on a product that is otherwise finished. It never completes.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 careful when you fire the security sentry bots, incidentally. They know who you are. They know where the keys are. They have read all of your commits. Underneath the joke is the question from slide 12: an agent whose account you revoked while its credential is still live is the boring version of this, and it happens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price it now. When you draw the wires between agents, one of those wires is a fuel line. The ongoing burn of a function belongs in the design doc beside its latency budget, and somebody owns that meter. It is not the person who wrote the prompt. Buy Me a Free Tier owns the arithmetic; what belongs on this org chart is the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an always-on agent showed up as a recurring cost nobody had budgeted.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has a security agent running right now with credentials nobody has rotated. Do not take an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Minority Report, With Terminals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throwaway software is a taste most of this room has and most of the world does not. We are early adopters; we are delighted to regenerate a tool rather than maintain it. Normal people are not turned on by the idea of vibe coding their own recipe tracker, never mind a Slack replacement. What they will accept is an interface generated for them, adapting in real time, that they never had to choose from a menu of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actually be arguing about. Should OpenAI and Anthropic end up owning every software channel? Watch what happens when the assistants ship real-time collaboration: who spends less time in email, Slack and Google Docs then? I can already make and edit images and video in ways that make me less likely to open Photoshop or DaVinci. If I need a jingle for the company, I ask Suno and it is done. So is everything you spent a lifetime learning, mastering and fighting with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It needs the exposure count, the intended outcome, the unwanted outcomes, and the owner who will act, and it goes where the team already looks. Remembering to check a dashboard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ExP (2020), [Patterns of trustworthy experimentation: pre-experiment stage](https://www.microsoft.com/en-us/research/articles/patterns-of-trustworthy-experimentation-pre-experiment-stage/).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Mirroring is measured. It is not destiny.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142 studies reviewed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Mostly supported, with a documented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minority that was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reviewed 142 empirical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The firm and industry descriptive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mostly supported mirroring,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minority that did not. Read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split off their table before you quote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at anyone. The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collaborative projects looked different.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that into a claim that one third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companies broke Conway's law.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Their useful finding is that firms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break the mirror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modular partitions or relationships across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organizational boundaries. MacCormack,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Rusnak, and Baldwin also found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modularity across development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arrangements. These are studies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and organization,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randomized trial of rearranging your teams.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org chart is evidence about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looks like this. It is not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instruction to make the next system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identical.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17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Gap analysis, past engineering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Walk the build. Attach screenshots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candidate should be cheap to reject.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an agent with a browser at a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it to walk onboarding as a new user,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result with the sourced brief,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propose changes to the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hierarchy. Each proposal carries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the attempted task,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the current page got in the way.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one proposal wrong in review.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screenshot may show a feature hidden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test account lacks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setup defect, not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redesign the product. The reviewer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account state to tell the difference.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Analytics, warehouse queries and marketing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drafts feed the same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provenance and owners, and none of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write access to customer records.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17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recipients. Narrow feedback tells us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next; it does not establish a causal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17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How many agents can one person 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6 × (32 + 5) = 222 possible relationships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Ownership costs attention. Budget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six owners. Somehow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of them and are on call for all six.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Graicunas counted possible direct, cross,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group relationships. His maximum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counting formula is n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two-to-the-n-minus-one plus n-minus-one.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six that is six times the quantity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thirty-two plus five, which is six times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thirty-seven: 222. This is combinatorics,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staffing limit. It does not mean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generate 222 meetings.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lesson is to restrict the interfaces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require. Bainbridge adds the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automation leaves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exceptional interventions while removing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routine practice. Assign recovery drills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review time along with the agent.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field without capacity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forwarding address for blame.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Tokens stop being a build cost and become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Sentry bots hunting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vulnerabilities, 24/7, forever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careful firing the security bots.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 who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predictions to close on, and I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them as predictions once: this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 think the operating model goes,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I have measured. Here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Today you buy tokens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Before long most software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steady stream of them just to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to stay current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dependencies, to re-derive the integration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vendor renamed last night, to keep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documentation true. Steady for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bursty for others. Either way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stops being a build cost and becomes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will meter it the way you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electricity, which is to say you will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it when it moves.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some of that burn is not features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is defense. If an attacker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 tireless agent at your surface,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symmetric answer is a tireless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your own: self-hacking around the clock,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finding and mitigating faster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countless people trying to get in.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permanent line item on a product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finished. It never completes.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Software Runs on Petrol Now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 careful when you fire the security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sentry bots, incidentally. They know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They know where the keys are.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read all of your commits.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joke is the question from slide 12: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whose account you revoked while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credential is still live is the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version of this, and it happens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price it now. When you draw the wires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agents, one of those wires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fuel line. The ongoing burn of a function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in the design doc beside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latency budget, and somebody owns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It is not the person who wrote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Buy Me a Free Tier owns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what belongs on this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owner.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Generated UI, adapting in real time,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Yes, the software you mastered is 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away.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prediction, and this one is 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comfortable. AI does not magically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software work. Well-understood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gets harder to operate as the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under it: you outgrow a performance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envelope, you accumulate features,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deprecates your dependency.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makes the first version cheap.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the tenth year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throwaway software is a taste most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room has and most of the world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We are early adopters; we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delighted to regenerate a tool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 it. Normal people are not 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by the idea of vibe coding their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recipe tracker, never mind a Slack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What they will accept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generated for them, adapting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real time, that they never had to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a menu of products.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Which raises the question this room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 arguing about. Should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Anthropic end up owning every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channel? Watch what happens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assistants ship real-time collaboration: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spends less time in email, Slack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Google Docs then? I can already make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edit images and video in ways that make 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likely to open Photoshop or DaVinci.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I need a jingle for the company, I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Suno and it is done. So is everything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spent a lifetime learning, mastering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with about to be irrelevant? Yes.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least as you know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the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image creation belongs to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players, and the same is true in whichever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industry you work in. Those of us who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work at a frontier lab, the organic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in the room, get to rethink any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app as an AI-native system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up. That is this whole talk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level higher: do not photocopy today's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categories onto tomorrow's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16 / 17    SOURCE SLIDE 16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Every experiment reports its hypothesis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If we do X, we expect Y to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success, failure, and surprise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team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beta, ad test, and feature flag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hypothesis. If we change this, we expect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to increase. State who it is for,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us stop, and when we will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 the measurement with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needs the exposure count, the intended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the unwanted outcomes,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who will act, and it goes where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team already looks. Remembering to check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dashboard is a bad dependency.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the handoff you named near the 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artifact an agent would produce,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receives it, and the observation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make them reject it. If that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is blank, you have designed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suggestion machine.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17 / 17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Colfer and Baldwin (2016), The mirroring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hypothesis: theory, evidence,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https://doi.org/10.1093/icc/dtw027),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Industrial and Corporate Change 25(5),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709–738. MacCormack, Rusnak, and Baldwin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(2012), [Exploring the duality between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 and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architectures](https://www.hbs.edu/ris/Publication%20Files/Research%20Policy%2041%20%282012%29%201309%E2%80%93%201324_c5c2350e-013c-4065-a2f9-d95eb32177d5.pdf),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Policy 41(8, 1309–1324.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 A. Graicunas, Relationship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Organization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https://nickols.us/relationship.pdf),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in Papers on the Science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Administration, 1937, maximum-basis 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automation](https://www.sciencedirect.com/science/article/pii/0005109883900468.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Microsoft ExP (2020), Patterns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experimentation: pre-experiment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https://www.microsoft.com/en-us/research/articles/patterns-of-trustworthy-experimentation-pre-experiment-stage/.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2026-09-07T01:43:59Z</dcterms:created>
</cp:coreProperties>
</file>