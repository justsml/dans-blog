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Mostly supported, with a documented minority that was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with a documented minority that did not. Read the split off their table before you quote a percentage at anyone.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warehouse queries and marketing drafts feed the same queue. They share provenance and owners, and none of them needs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20:30 to 25:00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the quantity two-to-the-n-minus-one plus n-minus-one. For six that is six times the quantity thirty-two plus five, which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to stay current with its dependencies, to re-derive the integration a vendor renamed last night, to keep its own documentation true. Steady for some systems, bursty for others. Either way it stops being a build cost and becomes fuel, and you will meter it the way you meter electricity, which is to say you will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finding and mitigating faster than the countless people trying to get in.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the question from slide 12: an agent whose account you revoked while its credential is still live is the boring version of this,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those wires is a fuel line. The ongoing burn of a function belongs in the design doc beside its latency budget, and somebody owns that meter. It is not the person who wrote the prompt. Buy Me a Free Tier owns the arithmetic; what belongs on this org chart is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tokens stop being a build cost and become a running cost. A shipped product with no new features still burns tokens to stay current and to defend itself, and somebody owns that meter.](../../reveal-talks/assets/product-engineering/fuel.svg)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to stay current with its dependencies, to re-derive the integration a vendor renamed last night, to keep its own documentation true. Steady for some systems, bursty for others. Either way it stops being a build cost and becomes fuel, and you will meter it the way you meter electricity, which is to say you will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finding and mitigating faster than the countless people trying to get in.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the question from slide 12: an agent whose account you revoked while its credential is still live is the boring version of this,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those wires is a fuel line. The ongoing burn of a function belongs in the design doc beside its latency budget, and somebody owns that meter. It is not the person who wrote the prompt. Buy Me a Free Tier owns the arithmetic; what belongs on this org chart is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![Prediction: a grid of chosen apps gives way to one generated surface, adapting per person, with a revived terminal beside it. Who owns that channel is still open, and non-frontier builders can rethink any app as AI-native.](../../reveal-talks/assets/product-engineering/channel.svg)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It needs the exposure count, the intended outcome, the unwanted outcomes, and the owner who will act, and it goes where the team already looks. Remembering to check a dashboard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 Id="rIdImage1" Type="http://schemas.openxmlformats.org/officeDocument/2006/relationships/image" Target="../media/slide17-1.png"/><Relationship Id="rIdSvg1" Type="http://schemas.openxmlformats.org/officeDocument/2006/relationships/image" Target="../media/slide17-1.svg"/></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Mirroring is measured. It is not destiny.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142 studies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Mostly supported, with a documented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minority that was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reviewed 142 empirical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The firm and industry descriptive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mostly supported mirroring,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minority that did not.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split off their table before you quote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at anyone. The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collaborative projects looked different.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that into a claim that one third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companies broke Conway's law.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Their useful finding is that firms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break the mirror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modular partitions or relationships across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organizational boundaries. MacCormack,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Rusnak, and Baldwin also found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modularity across development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arrangements. These are studies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and organization,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randomized trial of rearranging your teams.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org chart is evidence about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looks like this. It is not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instruction to make the next system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identical.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Gap analysis, past engineering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Walk the build. Attach screenshots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candidate should be cheap to reject.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an agent with a browser at a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it to walk onboarding as a new 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result with the sourced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propose changes to the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hierarchy. Each proposal carries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the attempted task,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the current page got in the way.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one proposal wrong in review.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may show a feature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test account lacks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setup defect, not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redesign the product. The reviewer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account state to tell the difference.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Analytics, warehouse queries and marketing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drafts feed the same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provenance and owners, and none of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write access to customer records.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recipients. Narrow feedback tells us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next; it does not establish a causal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17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How many agents can one person 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6 × (32 + 5) = 222 possible relationships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Ownership costs attention. Budget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six owners. Somehow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of them and are on call for all six.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Graicunas counted possible direct, 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group relationships. His maximum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counting formula is n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two-to-the-n-minus-one plus n-minus-one.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six that is six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thirty-two plus five, which is six times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thirty-seven: 222. This is combinatorics,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staffing limit. It does not mean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generate 222 meetings.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lesson is to restrict the interfaces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require. Bainbridge adds the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automation leaves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interventions while removing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routine practice. Assign recovery drills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review time along with the agent.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field without capacity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forwarding address for blame.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da77ca1e4e5418bd2fa4cf46388998c2f435dc1571b24610451ddae64742a217" descr="Prediction: tokens stop being a build cost and become a running cost. A shipped product with no new features still burns tokens to stay current and to defend itself, and somebody owns that met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Tokens stop being a build cost and become a running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Sentry bots hunting your own vulnerabilities, 24/7,</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careful firing the security bots. They know who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predictions to close on, and I will label them 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predictions once: this is where I think the operating</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model goes, not something I have measured. Here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Today you buy tokens to build software.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Before long most software will need a steady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just to keep running: to stay current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its dependencies, to re-derive the integration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 renamed last night, to keep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documentation true. Steady for some systems, bursty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others. Either way it stops being a build cost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becomes fuel, and you will meter it the way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meter electricity, which is to say you will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it when it moves.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some of that burn is not features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is defense. If an attacker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 tireless agent at your surface,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symmetric answer is a tireless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your own: self-hacking around the clock,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mitigating faster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countless people trying to get in.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permanent line item on a product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finished. It never completes.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careful when you fire the security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sentry bots, incidentally. They know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They know where the keys are.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read all of your commits. Underneath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joke is the question from slide 12: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whose account you revoked while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credential is still live is the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of this, and it happens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price it now. When you draw the wires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agents, one of those wires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fuel line. The ongoing burn of a function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in the design doc beside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latency budget, and somebody owns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It is not the person who wrote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Buy Me a Free Tier owns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what belongs on this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owner.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throwaway software is a taste most of this room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has and most of the world does not. We are early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adopters; we are delighted to regenerate a tool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rather than maintain it. Normal people are not turned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 by the idea of vibe coding their own recipe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tracker, never mind a Slack replacement. What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will accept is an interface generated for them,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adapting in real time, that they never had to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a menu of products.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raises the question this room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 arguing about. Should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Anthropic end up owning every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channel? Watch what happens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assistants ship real-time collaboration: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spends less time in email, Slack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Google Docs then? I can already make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edit images and video in ways that make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likely to open Photoshop or DaVinci.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I need a jingle for the company, I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Suno and it is done. So is everything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spent a lifetime learning, mastering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with about to be irrelevant?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least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the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image creation belongs to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players, and the same is true in whichever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industry you work in. Those of us who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work at a frontier lab, the organic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in the room, get to rethink any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app as an AI-native system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up. That is this whole talk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level higher: do not photocopy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categories onto tomorrow's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16 / 17    SOURCE SLIDE 16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Every experiment reports its hypothesis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If we do X, we expect Y to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success, failure, and surprise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team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beta, ad test, and feature flag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hypothesis. If we change this, we expect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to increase. State who it is for,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us stop, and when we will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the measurement with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needs the exposure count, the intended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the unwanted outcomes,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who will act, and it goes where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team already looks. Remembering to check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dashboard is a bad dependency.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handoff you named near the 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artifact an agent would produce,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receives it, and the observation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them reject it. If that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is blank, you have designed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suggestion machine.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17 / 17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(2016), The mirroring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hypothesis: theory, evidence,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https://doi.org/10.1093/icc/dtw027),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Industrial and Corporate Change 25(5),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709–738. MacCormack, Rusnak, and Baldwin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(2012), [Exploring the duality between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and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architectures](https://www.hbs.edu/ris/Publication%20Files/Research%20Policy%2041%20%282012%29%201309%E2%80%93%201324_c5c2350e-013c-4065-a2f9-d95eb32177d5.pdf),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Policy 41(8, 1309–1324.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 A. Graicunas, Relationship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https://nickols.us/relationship.pdf),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in Papers on the Science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Administration, 1937, maximum-basis 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automation](https://www.sciencedirect.com/science/article/pii/0005109883900468.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Microsoft ExP (2020), Patterns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experimentation: pre-experiment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https://www.microsoft.com/en-us/research/articles/patterns-of-trustworthy-experimentation-pre-experiment-stage/.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2026-09-07T02:18:57Z</dcterms:created>
</cp:coreProperties>
</file>