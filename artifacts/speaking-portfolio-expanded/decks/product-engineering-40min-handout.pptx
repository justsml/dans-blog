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architecture you could read off the org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Mirroring is measured. It is not destiny.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142 studies reviewed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Firm/industry descriptive studies: 70% strong, 22% partial, 8% no support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Colfer and Baldwin reviewed 142 empirical studies. The firm and industry descriptive studies mostly supported mirroring: seventy percent strongly, twenty-two percent partially, eight percent not at all. The open collaborative projects looked different. Do not turn that into a claim that one third of companies broke Conway's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Their useful finding is that firms can deliberately break the mirror through modular partitions or relationships across organizational boundaries. MacCormack, Rusnak, and Baldwin also found differences in modularity across development arrangements. These are studies of association and organization, not a randomized trial of rearranging your teams.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org chart is evidence about why the software looks like this. It is not an instruction to make the next system look identical.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Colfer and Baldwin (2016), [The mirroring hypothesis: theory, evidence, and exceptions](https://doi.org/10.1093/icc/dtw027), Industrial and Corporate Change 25(5), 709–738. MacCormack, Rusnak, and Baldwin (2012), [Exploring the duality between product and organizational architectures](https://www.hbs.edu/ris/Publication%20Files/Research%20Policy%2041%20%282012%29%201309%E2%80%93%201324_c5c2350e-013c-4065-a2f9-d95eb32177d5.pdf), Research Policy 41(8), 1309–1324.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Your org chart is a fossil of coordination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Apply that question inside a product group. A weekly brief may have existed because collecting it took somebody two days. A separate triage meeting may have existed because linking a complaint to a trace required three people and a spreadsheet. If those costs change, the old boundary deserves another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spectrum, and the two ways to lose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09:30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Committee at one end. Five people at the other.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suffering arrives later than the speed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one end, thousands of employees and millions of customers. Change procedures, risk analysis, a prioritization rubric. At the other, five people around a laptop who can all hear the person making the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small team can acquire research and feedback capacity it could never afford to staff. The large team can shorten a handoff. Both can also generate proposals faster than anyone understands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and keep the taste. Trade judgment for AI vibes and the suffering arrives later than the speed does. That delay is what makes the trade look good.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30 seconds: where is your team on the spectrum, and what is its heaviest handoff? Keep the answers for slide 14.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Draw the wires between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09:30 to 12:00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wires between agents](../../reveal-talks/assets/product-engineering/interfaces.svg)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Team Topologies distinguishes collaboration, service consumption, and facilitation. Use collaboration while discovering the interface. Make the repeated delivery a service once the contract is understood. Keep facilitation temporary. An agent roster without these wires is a seating plan.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Two directions of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Research looks out. Feedback looks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the meeting where the evidence disagrees.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research agent watches competitors and people talking about your product. The feedback agent ingests support tickets, interviews, reviews, and in-app complaints. Both preserve the evidence behind their summaries.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them disagree. Research says onboarding lacks a feature. Feedback says users cannot find the feature we already have. A clustering agent might merge those into "onboarding problems" and confidently bury the distinction.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review where somebody opens the source material and argues about what belongs at the top. It is the integrating interface in this system. Taste gets exercised in public there. A standing brief is useful; a dashboard nobody opens is just another place to store the mistake.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feedback cluster that merged different complaints and changed the wrong priority. Bring one original complaint that the summary obscured.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Effort left the rubric. Argue with 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14:30 to 16:30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My observation, not your sprint report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estimated a ticket last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not heard an engineering team discuss level of effort on a ticket in months. That is the observation in my working notes. Let us test how badly it travels.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estimated a ticket last week? Keep your hands up long enough to count. That is this room, not an industry survey. If half the room did it yesterday, then effort has left some rubrics and is alive in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have to choose what to ship. Even when the first implementation is cheap, rollout, review, customer support, and maintenance have costs. Put those beside evidence for the idea. Do not replace story points with a model's confidence and call that prioritization.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Count the hands and say the count without inventing a denominator. Confirm the first-person observation with Dan before delivery; if it no longer holds, start with the audience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Gap analysis, past engineering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18:30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Walk the build. Attach screenshots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candidate should be cheap to reject.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an agent with a browser at a build. Ask it to walk onboarding as a new user, compare the result with the sourced brief, and propose changes to the information hierarchy. Each proposal carries the screenshot, the attempted task, and the reason the current page got in the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Make one proposal wrong in review. The screenshot may show a feature hidden because the test account lacks permission. That is a setup defect, not evidence to redesign the product. The reviewer needs the account state to tell the difference.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Analytics and warehouse queries can feed the same proposal queue. Marketing can draft an ad from an accepted idea. Those functions share provenance and owners; they do not all need write access to customer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Targeted beta enrollment, and the deluge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18:30 to 21:00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the customers behind the cluster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Invite an opt-in cohort. Keep the exit.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idea came from a cluster of customers. Preserve that provenance. Find people with the same task, then ask whether they want to try the change. Similar company size is not necessarily a similar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invitation explains what changes, that it is a beta, and how to turn it off. A person approves the message and recipients. Acceptance enrolls the customer behind a flag. Narrow feedback tells us what to try next; it does not automatically establish a causal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Prepare the intake before inviting people. If customers answer and nobody follows up, you have taught your best customers that responding is a one-time event. The feedback loop needs an owner even when the summarizer runs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beta invitation that selected users on the wrong axis, or feedback that arrived faster than the team could act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Campbell's law arrives on schedule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21:00 to 23:00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interesting question is what the winning candidate did to earn the number. A metric tells you that something moved. It does not tell you whether you wanted the movement.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run it before you know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23:00 to 28:00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Five minutes in the 40/30 routes, 3:30 in the 15. Begin with only this slide, never the answer-labelled kit. After the vote open the kit and map B to Pressure copy, C to Clearer first step. Follow economics-product/demo.md.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Where guards go, including the two we forgot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28:00 to 31:00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The system must enforce that permission, not merely mention it in the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How many agents can one person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31:00 to 34:00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6 × (32 + 5) = 222 possible relationships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Ownership costs attention. Budget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 agents, six owners. Somehow you own four of them and are on call for all six.</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Graicunas counted possible direct, cross, and group relationships. His maximum counting formula is n times two to the n minus one, plus n minus one. For six, that is six times thirty-seven: 222. This is combinatorics, not a staffing limit. It does not mean your six agents generate 222 meetings.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lesson for our design is to restrict the interfaces we actually require. Bainbridge adds the human problem: automation leaves monitoring and exceptional interventions while removing routine practice. Assign recovery drills and review time along with the agent. An owner field without capacity is a forwarding address for blame.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Do 6 × (32 + 5) aloud. Ask who owns more automated jobs than they could inspect in one afternoon. Take 20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V. A. Graicunas, [Relationship in Organization](https://nickols.us/relationship.pdf), reprinted in Papers on the Science of Administration, 1937, maximum-basis table. Bainbridge (1983), [Ironies of automation](https://www.sciencedirect.com/science/article/pii/0005109883900468).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Every experiment reports its hypothesis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34:00 to 37:00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If we do X, we expect Y to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Report success, failure, and surprise where the team looks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beta, ad test, and feature flag gets a hypothesis. If we change this, we expect that to increase. State who it is for, what would make us stop, and when we will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 the measurement with the change. A scheduled report is fine. It needs the exposure count, the intended outcome, the unwanted outcomes, and the owner who will act. The report goes where the team already looks. A dashboard is optional. Remembering to check it is a bad dependency.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handoff you named near the start. Write the artifact an agent would produce, who receives it, and the observation that would make them reject it. If that last field is blank, you have designed a suggestion machine.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45 seconds to write. Walk through one answer for the remaining discussion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Microsoft ExP (2020), [Patterns of trustworthy experimentation: pre-experiment stage](https://www.microsoft.com/en-us/research/articles/patterns-of-trustworthy-experimentation-pre-experiment-stage/).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org chart. Some of those boundaries exist because the work really is different. Some exist because the person with the spreadsheet sat in another department. We should know which before teaching agents to repeat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that the handoff used to expose. Keep the product review where the evidence conflicts. Give the resulting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price ownership. Six agents do not become free because one person has their names in a config file. Reserve the person's attention and practise the exceptional work. Put permission before customer consequences.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org chart is a record of earlier tradeoffs. You are allowed to make new ones.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Colfer and Baldwin (2016), [The mirroring hypothesis: theory, evidence, and exceptions](https://doi.org/10.1093/icc/dtw027), Industrial and Corporate Change 25(5), 709–738. MacCormack, Rusnak, and Baldwin (2012), [Exploring the duality between product and organizational architectures](https://www.hbs.edu/ris/Publication%20Files/Research%20Policy%2041%20%282012%29%201309%E2%80%93%201324_c5c2350e-013c-4065-a2f9-d95eb32177d5.pdf), Research Policy 41(8), 1309–1324.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 A. Graicunas, [Relationship in Organization](https://nickols.us/relationship.pdf), reprinted in Papers on the Science of Administration, 1937, maximum-basis table. Bainbridge (1983), [Ironies of automation](https://www.sciencedirect.com/science/article/pii/0005109883900468).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Microsoft ExP (2020), [Patterns of trustworthy experimentation: pre-experiment stage](https://www.microsoft.com/en-us/research/articles/patterns-of-trustworthy-experimentation-pre-experiment-stage/).</a:t>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Colfer and Baldwin (2016), [The mirroring hypothesis: theory, evidence, and exceptions](https://doi.org/10.1093/icc/dtw027), Industrial and Corporate Change 25(5), 709–738. MacCormack, Rusnak, and Baldwin (2012), [Exploring the duality between product and organizational architectures](https://www.hbs.edu/ris/Publication%20Files/Research%20Policy%2041%20%282012%29%201309%E2%80%93%201324_c5c2350e-013c-4065-a2f9-d95eb32177d5.pdf), Research Policy 41(8), 1309–1324.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 A. Graicunas, [Relationship in Organization](https://nickols.us/relationship.pdf), reprinted in Papers on the Science of Administration, 1937, maximum-basis table. Bainbridge (1983), [Ironies of automation](https://www.sciencedirect.com/science/article/pii/0005109883900468).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Microsoft ExP (2020), [Patterns of trustworthy experimentation: pre-experiment stage](https://www.microsoft.com/en-us/research/articles/patterns-of-trustworthy-experimentation-pre-experiment-stage/).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The Future of Product Engineering: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Break the Mirror on Purpose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architecture you could read off the org chart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Conway, 1968: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 designs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of those boundaries still earns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Conway said organizations designing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constrained to produce designs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copies of the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these organizations." Constrained.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 structures. The wires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than the boxes.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proposed operating model.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demo uses synthetic numbers to execute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policy, not measure customer benefit.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 is that cheaper coordination makes some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our current boundaries obsolete.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find those boundaries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photocopy them onto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at the handoffs in a product you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writes a brief. Product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into tickets. Engineering translates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tickets into software. Support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software back into complaints.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translations carry judgment, and which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carry the same sentence into another tool?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Mirroring is measured. It is not destiny.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142 studies reviewed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Firm/industry descriptive studies: 70%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strong, 22% partial, 8% no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Colfer and Baldwin reviewed 142 empirical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The firm and industry descriptive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mostly supported mirroring: seventy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strongly, twenty-two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partially, eight percent not at all.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 collaborative projects looked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Do not turn that into a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one third of companies broke Conway's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Their useful finding is that firms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deliberately break the mirror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modular partitions or relationships across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organizational boundaries. MacCormack,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Rusnak, and Baldwin also found differences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modularity across development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arrangements. These are studies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association and organization,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randomized trial of rearranging your teams.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the org chart is evidence about why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software looks like this. It is not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instruction to make the next system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identical.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org chart is a fossil of coordination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Coase, 1937: coordination has a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Reprice the handoff before copying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Coase asked why firms exist when people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contract through the market.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market costs something; coordinating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inside the firm costs something too.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boundary depends on that comparison.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Apply that question inside a product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weekly brief may have existed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collecting it took somebody two days.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 triage meeting may have existed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because linking a complaint to a trace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required three people and a spreadsheet.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costs change, the old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deserves another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inversion. Do not start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agent per box on the current org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the outcome and price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handoffs again. Agents do not delete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coordination cost. They move some of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verification, permissions,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maintenance. Count those before declaring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meeting extinct.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spectrum, and the two ways to lose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Committee at one end. Five people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suffering arrives later than the speed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one end, thousands of employees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millions of customers. Change procedures,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risk analysis, a prioritization rubric.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other, five people around a laptop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all hear the person making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small team can acquire research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capacity it could never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staff. The large team can shorten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 Both can also generate proposals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faster than anyone understands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 the right things and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taste. Trade judgment for AI vibes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suffering arrives later than the speed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That delay is what makes the trade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good.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Draw the wires between agents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inverse Conway manoeuvre is the name people use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changing the organization to encourage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architecture they want. Here that means designing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communication between agents and people, not putting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robot beside every job title.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Research delivers a brief with source URLs and dates.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Feedback delivers clusters with the original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complaints attached. The product review resolves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disagreement between them and writes the accepted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A build agent consumes that artifact.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 not poll six chat histories and guess which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decision won.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Team Topologies distinguishes collaboration, service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consumption, and facilitation. Use collaboration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while discovering the interface. Make the repeated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delivery a service once the contract is understood.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facilitation temporary. An agent roster without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these wires is a seating plan.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Two directions of attention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Research looks out. Feedback looks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the meeting where the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research agent watches competitors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talking about your product.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agent ingests support tickets,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interviews, reviews, and in-app complaints.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preserve the evidence behind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summaries.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make them disagree. Research says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onboarding lacks a feature. Feedback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users cannot find the feature we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A clustering agent might merge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"onboarding problems" and confidently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bury the distinction.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the review where somebody opens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source material and argues about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belongs at the top. It is the integrating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interface in this system. Taste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exercised in public there. A standing brief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useful; a dashboard nobody opens is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place to store the mistake.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Effort left the rubric. Argue with me.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observation, not your sprint report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estimated a ticket last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have not heard an engineering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discuss level of effort on a ticket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months. That is the observation in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notes. Let us test how badly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travels.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estimated a ticket last week? Keep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 up long enough to count. That is this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room, not an industry survey. If half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room did it yesterday, then effort has left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 rubrics and is alive in others.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still have to choose what to ship. 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first implementation is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rollout, review, customer support,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maintenance have costs. Put those beside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for the idea. Do not replace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points with a model's confidence and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prioritization.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Gap analysis, past engineering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Walk the build. Attach screenshots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candidate should be cheap to reject.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 an agent with a browser at a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it to walk onboarding as a new user,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the result with the sourced brief,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propose changes to the information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hierarchy. Each proposal carries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screenshot, the attempted task,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the current page got in the way.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Make one proposal wrong in review.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screenshot may show a feature hidden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 test account lacks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a setup defect, not evidence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redesign the product. The reviewer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account state to tell the difference.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Analytics and warehouse queries can feed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proposal queue. Marketing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an ad from an accepted idea.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functions share provenance and owners;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all need write access to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Targeted beta enrollment, and the deluge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Keep the customers behind the cluster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Invite an opt-in cohort. Keep the exit.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idea came from a cluster of customers.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Preserve that provenance. Find people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task, then ask whether they want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try the change. Similar company size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necessarily a similar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invitation explains what changes,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a beta, and how to turn it off.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person approves the message and recipients.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enrolls the customer behind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 Narrow feedback tells us what to try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it does not automatically establish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causal 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Prepare the intake before inviting people.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customers answer and nobody follows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have taught your best customers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responding is a one-time event.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loop needs an owner even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summarizer runs itself.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Campbell's law arrives on schedule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Activation is the target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behavior did we just pay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the system a target and it will 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ways to improve it. So will a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Campbell described the pressure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 puts on quantitative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activity they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supposed to measure.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target is onboarding activation.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next screen has three candidates.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anything else, choose the one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investigate. Do not reverse-engineer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answer from the names; they are A,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interesting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winning candidate did to earn the number.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metric tells you that something moved.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not tell you whether you wanted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run it before you know the rule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40%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48%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45%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candidate gets your attention? B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largest activation number. Now open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 of its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contacts rose to nine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a five-percent ceiling. The copy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invents urgency. Raise the support ceiling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ten and it still fails the urgency rule.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metric win cannot buy off a product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has forty-five percent activation,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support, and no fabricated urgency.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eligible for human review.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shipped. These point estimates have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sample size or uncertainty behind them;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opening scope statement matters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rule you wish you had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vote. Compare it with the policy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saved before opening the scorecard. The gap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what this exercise was for.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Where guards go, including the two we forgot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Wider rollout · expensive runs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messaging · customer data 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demo gave us a reason for the guard.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Put it where the consequence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the action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a cohort spends more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An expensive run spends money.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Creating infrastructure adds ongoing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obligations; tearing it down may remove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somebody's recovery path. Name the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owner, and the evidence needed at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the two missing from the old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Sending a message to a real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Deleting their records. Those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 for another person,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API call costs a fraction of a cent.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approves them. The system must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enforce that permission, not merely mention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in the prompt.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How many agents can one person own?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6 × (32 + 5) = 222 possible relationships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Ownership costs attention. Budget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 agents, six owners. Somehow you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of them and are on call for all six.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Graicunas counted possible direct, cross,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group relationships. His maximum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counting formula is n times two to the 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minus one, plus n minus one. For six,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six times thirty-seven: 222. This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combinatorics, not a staffing limit.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does not mean your six agents generate 222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meetings.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lesson for our design is to restrict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interfaces we actually require.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adds the human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leaves monitoring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exceptional interventions while removing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routine practice. Assign recovery drills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review time along with the agent.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owner field without capacity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forwarding address for blame.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Every experiment reports its hypothesis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If we do X, we expect Y to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success, failure, and surprise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team looks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beta, ad test, and feature flag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hypothesis. If we change this, we expect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to increase. State who it is for,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make us stop, and when we will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 the measurement with the change.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scheduled report is fine. It needs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exposure count, the intended outcome,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unwanted outcomes, and the owner who will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 The report goes where the team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looks. A dashboard is optional. Remembering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check it is a bad dependency.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the handoff you named near the start.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artifact an agent would produce,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receives it, and the observation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make them reject it. If that 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field is blank, you have designed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suggestion machine.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Break the mirror on purpose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Reprice the handoffs. Draw the interfaces.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 the right things. Keep the taste.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org chart. Some of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boundaries exist because the work really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Some exist because the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spreadsheet sat in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department. We should know which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teaching agents to repeat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one boundary. What arrives,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who decides, and what did it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last week? Make collection cheaper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erasing the disagreement that the handoff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used to expose. Keep the product review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where the evidence conflicts. Give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resulting decision a durable artifact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agent does not have to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 ownership. Six agents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become free because one person has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names in a config file. Reserve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person's attention and practise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exceptional work. Put permission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consequences.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org chart is a record of earlier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tradeoffs. You are allowed to make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ones. Automate the right things.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Melvin E. Conway (1968), How Do Committees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https://melconway.com/Home/pdf/committees.pdf,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Datamation, April, 28–31.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Colfer and Baldwin (2016), The mirroring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hypothesis: theory, evidence,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https://doi.org/10.1093/icc/dtw027),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Industrial and Corporate Change 25(5),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709–738. MacCormack, Rusnak, and Baldwin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(2012), [Exploring the duality between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 and organizational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architectures](https://www.hbs.edu/ris/Publication%20Files/Research%20Policy%2041%20%282012%29%201309%E2%80%93%201324_c5c2350e-013c-4065-a2f9-d95eb32177d5.pdf),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Policy 41(8, 1309–1324.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Ronald H. Coase (1937), The Nature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https://onlinelibrary.wiley.com/doi/10.1111/j.1468-0335.1937.tb00002.x),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Economica 4(16, 386–405. The agent-design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application is the speaker’s argument.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Thoughtworks, Inverse Conway Maneuver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https://www.thoughtworks.com/en-br/radar/techniques/inverse-conway-maneuver),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2014/2015. Skelton and Pais,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Topologies interaction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modes](https://teamtopologies.com/key-concepts.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T. Campbell (1979), Assessing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impact of planned social 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and Program Planning 2(1, 67–90.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 A. Graicunas, Relationship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Organization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https://nickols.us/relationship.pdf),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reprinted in Papers on the Science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Administration, 1937, maximum-basis 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(1983), [Ironies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automation](https://www.sciencedirect.com/science/article/pii/0005109883900468.</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Microsoft ExP (2020), Patterns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trustworthy experimentation: pre-experiment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https://www.microsoft.com/en-us/research/articles/patterns-of-trustworthy-experimentation-pre-experiment-stage/.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18</Slides>
  <Notes>18</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handout edition generated from current reviewed talk materials</dc:description>
  <dcterms:created xsi:type="dcterms:W3CDTF">2026-09-07T01:22:58Z</dcterms:created>
</cp:coreProperties>
</file>