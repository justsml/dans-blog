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 user.roles.includes("admin")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2026-09-06T09:11:12Z</dcterms:created>
</cp:coreProperties>
</file>