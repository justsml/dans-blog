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distinguish hands-on review from waiting to start it.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Neither result says your team is literally one server.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improve the process producing the queue. Start with the request before the code exists.</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a full 60 seconds,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an attempt to reduce service-time variance, not a claim that a document automatically changes a coefficient.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review also teaches the system; a green test cannot replace understanding.</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07:00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Automation-bias experiments ask what happens when people defer to a decision aid despite other evidence. Those experiments were not code-review trials. This fixture is how the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automation](https://www.sciencedirect.com/science/article/pii/0005109883900468). Mosier and Skitka (1999), [Automation Use and Automation Bias](https://journals.sagepub.com/doi/10.1177/154193129904300346).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give the reviewer authority to stop work, enough context, and time to recover it.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10:30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It includes declining a second implementation after the first already met the need. Comparing fleets of candidate agents belongs to Dynamic Scaling. Here we are protecting the person who accepts the resulting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gives a nineteen-times wait in our model. We can argue about the model by measuring arrivals, service time, and variability. We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Code Is Cheap. Judgment Is Expensive.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morning four good implementations arrive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95% utilized → 19× waiting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Four plausible implementations. One reviewer.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queue does not care how you feel about it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A queue does not care how you feel about i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"Add enterprise permissions"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can do what, in which tenant?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happens when access changes?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must never happen?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spec reduces variance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Actor + tenant + action + resource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Revocation changes the next decision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Denied actions leave state unchanged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the rubber stamp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canEdit(user) = user.roles.includes("admin")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admin user → allowed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PASS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levers on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Arrivals: decline work before generating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Variance: bounded diffs and explicit behavior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Utilization: reserve actual review capacity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when to stop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nowing when to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screen edition generated from current reviewed talk materials</dc:description>
  <dcterms:created xsi:type="dcterms:W3CDTF">2026-09-07T01:22:58Z</dcterms:created>
</cp:coreProperties>
</file>