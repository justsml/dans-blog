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distinguish hands-on review from waiting to start it.</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improve the process producing the queue. Start with the request before the code exists. Thirty seconds in pairs: what does the ticket leave unanswered?</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request once. Give pairs sixty seconds here, thirty in the 15-minute cut.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the variance term.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review also teaches the system; a green test cannot replace understanding.</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07:00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canEdit(user, resourceTenant)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resource tenant is right there in the signature. Nothing reads it. And you already heard the cross-tenant case, back on the spec slide. Watch the vote anyway.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Skitka and colleagues put people in a flight simulator with an automated monitoring aid and counted the trials where the aid was wrong. On those trials people missed events the aid did not flag, and acted on prompts the other instruments contradicted. That is the whole finding, and it is about the trials where the aid was wrong. This fixture is how the same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give the reviewer authority to stop work, enough context, and time to recover it.</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10:30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including declining a second implementation after the first already met the need. That is a rule about review load, not about generation: generate ten parallel attempts if you like, as long as a gate collapses them to one candidate before a human reads any of them. Judging the ten is Dynamic Scaling's talk, and its Council of Guards eats nine. This one protects the person who accepts the one that got 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utilization is not efficiency. It is a nineteen-times wait with good posture. Argue with the model by measuring arrivals, service time, and variability. You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Code Is Cheap. Judgment Is Expensive.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morning four good implementations arrive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95% utilized → 19× waiting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Four plausible implementations. One reviewer.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07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queue does not care how you feel about it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07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"Add enterprise permissions"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can do what, in which tenant?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happens when access changes?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must never happen?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07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spec reduces variance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Actor + tenant + action + resource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Revocation changes the next decision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Denied actions leave state unchanged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07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rubber stamp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canEdit(user, resourceTenant)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user.roles.includes("admin")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admin user → allowed</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PASS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07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levers on the queue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Arrivals: decline work before generating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Variance: bounded diffs and explicit behavior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Utilization: reserve actual review capacity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07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Knowing when to stop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7</Slides>
  <Notes>7</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screen edition generated from current reviewed talk materials</dc:description>
  <dcterms:created xsi:type="dcterms:W3CDTF">2026-09-07T02:16:43Z</dcterms:created>
</cp:coreProperties>
</file>