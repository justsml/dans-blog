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Tuxedo of Benchmarks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Same three models, your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Buy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Campbell, and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Needs Therapy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One number is a comforting fiction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"Cancel my account."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Run the Judges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for Twenty,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Agreeable to a Fault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had a test collection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 corpus. Queries.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TREC started in 1992. It studied its own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documented the Cranfield test collections in 1966. Fix the documents, fix the questions, judge relevance, and compare systems. NIST started TREC in 1992 and built a shared evaluation program around this kind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discipline also investigated its weak points. Incomplete judgments and disagreement among assessors affect what a score means. Voorhees found comparative rankings remarkably stable under changed judgments in the experiments she studied. That is evidence about those comparisons, not permission to trust any automated grader.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talk follows that history and its pooling problem. The point here is shorter: instrument validation is part of building the benchmark. It is not the ceremony after the launch.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holdout.json Is Not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Public tests may have entered training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Repeated tuning spends the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different leaks. A public test may already be in the training data. Oren and colleagues show a way to detect contamination in black-box models under their method's assumptions. That does not make every public score meaningless. It makes provenance a question you must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second leak is ours. We inspect the holdout, tune a prompt, inspect it again, and repeat until the result looks good. The holdout became development data one honest decision at a time. Dwork and colleagues formalized this adaptive-data-analysis problem and studied controlled reuse.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development cases separate from release evidence. Log every evaluation used to choose the candidate. Refresh with newly collected cases, retain regressions, and report which set served which purpose. Calling a file holdout.json does not make it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averaging away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Cheapest Honest No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State and schema belong in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 judgment where the criterion requires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Check the account state with code. Check whether a required field exists with code. Do not ask a model whether a JSON parser would accept the payload.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model grader where the criterion requires language judgment, and validate it against labeled cases. Use people for disputed policy, hard ambiguity, and consequential decisions that need their authority. Each layer should be capable of rejecting a plausible wrong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ladder is a division of questions. It is not a contest to see how many things we can put behind an LLM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Rejection Rule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does good mean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Tuxedo of Benchmarks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Same three models, your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71% pass · $0.34/run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82% pass · $0.28/run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90% pass · $0.20/run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Needs Therapy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the Judges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for Twenty,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Agreeable to a Fault (κ = 0)</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had a test collection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 corpus. Queries. Relevance judgments.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TREC started in 1992. It studied its own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holdout.json Is Not Held Out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Public tests may have entered training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Repeated tuning spends the holdout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Stop averaging away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Slice by failure mechanism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counts, variation, and critical violations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Cheapest Honest No</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State and schema belong in code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 judgment where the criterion requires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Rejection Rule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Version cases, scorer, rubric, and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Write the rejection rule before the flattering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result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2026-09-07T02:31:11Z</dcterms:created>
</cp:coreProperties>
</file>