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Tuxedo of Benchmarks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Needs Therapy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the Judges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for Twenty,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Agreeable to a Fault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holdout.json Is Not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Cheapest Honest No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Rejection Rule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Tuxedo of Benchmarks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Needs Therapy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the Judges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for Twenty,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Agreeable to a Fault (κ = 0)</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had a test collection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 corpus. Queries. Relevance judgments.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TREC started in 1992. It studied its own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holdout.json Is Not Held Out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Public tests may have entered training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Repeated tuning spends the holdout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Cheapest Honest No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State and schema belong in code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 judgment where the criterion requires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Rejection Rule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2026-09-07T02:16:43Z</dcterms:created>
</cp:coreProperties>
</file>