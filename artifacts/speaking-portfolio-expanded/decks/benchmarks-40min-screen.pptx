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leaderboard, and the question it isn't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is a measuring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it five times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grader is an instrument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Contamination and the reusable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Use the cheapest check that can honestly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Make it a release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leaderboard, and the question it isn't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answering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is a measuring instrument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it five times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green cases. About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grader is an instrument too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had a test collection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 corpus. Queries. Relevance judgments.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TREC started in 1992. It studied its own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Contamination and the reusable holdout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Public tests may have entered training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Repeated tuning spends the holdout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Use the cheapest check that can honestly fail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State and schema belong in code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 judgment where the criterion requires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Make it a release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2026-09-07T01:22:58Z</dcterms:created>
</cp:coreProperties>
</file>