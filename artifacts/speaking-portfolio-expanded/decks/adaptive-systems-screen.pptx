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vendor renamed a field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![HTTP success does not establish that the payload still matches your contract.](../../reveal-talks/assets/adaptive-systems/01-a-successful-response-can-break-ingest.svg)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Bar Is a Pager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04:00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Baseline: alert, wait for a person, replay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Agent: investigate, propose, prove, continue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Win condition: faster recovery, zero new false repairs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anyone gets excited about agents, name the boring alternative. A schema diff, an alert, and a human who replays the batch after coffee. It works. It costs a morning per surprise, and it does nothing for the unaffected records that are stuck behind the broken ones.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has to beat that. Not on vibes. On time to recover, on records kept moving, and on a number the baseline gets for free: false repairs. Alert-and-wait never turns a rename into plausible wrong data. If the adaptive version does, even once, it has made operations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slide from here is about buying recovery speed without buying corruption. Keep that trade in your head; it is the whole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three metrics on the board and leave them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Sorry, You're Building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04:00 to 07:00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integration multiplies the pathways from something the agent can read to something it can do; nobody reviews the combinations.](../../reveal-talks/assets/adaptive-systems/03-the-assistant-with-everything.svg)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now ship a chat that drives the page. WebMCP lets an agent act on any site that opts in, and the list of sites that opt in only goes one direction. The next generation of CLIs will take natural language by default, and you will pass `--no-agent` to get the old behavior back. The intermediary intelligence layer is going to wrap everything, and I know who to blame: the kids. Actually, the kids hate AI. It will be their kids who demand an agent safety blanket on everything.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here is the hazard, and it applies to the small systems too. Risk does not grow with the number of tools. It grows with the number of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there are the people who mean it. That renamed field could carry a sentence aimed at the model, and a vendor payload is untrusted input that now gets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give the assistant access. It is how to keep the number of live pathways small enough to reason about, one job at a time. That is what the rest of this talk builds. The big assistant still exists. It just never has all of its hands full at once: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Conjure the agent the job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11:00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writes a tailored prompt, selects the minimum tools from a catalog, and loops until the job is done or must stop.](../../reveal-talks/assets/adaptive-systems/04-conjure-the-agent-the-job-needs.svg)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runs the result through a loop: is the job done, does it need another specialist, or must it stop? A diff agent hands to a fixture-writer agent hands to a reviewer, each with its own blast radius, each disposable when finished. Nobody rents a committee every time a CSV arrives;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this working as a prototype on my own integrations. I am not going to give you a success rate today, because I do not have one I trust yet.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Guard the tools that can hurt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11:00 to 14:00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![Proposed boundary: the dispatcher grants worker access; only allowlisted status returns to the planner.](../../reveal-talks/assets/adaptive-systems/13-keep-access-capabilities-out-of-the-planner.svg)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and Saltzer and Schroeder wrote it down in 1975: every program runs with the least set of privileges the job needs. We have all been nodding at that for fifty years and shipping service accounts that can do anything. A per-job agent is the first thing I have built where complying is genuinely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Repair syntax; prove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documented rename can preserve meaning; an undefined business state needs an owner.](../../reveal-talks/assets/adaptive-systems/04-a-rename-is-not-a-new-meaning.svg)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repair is a versioned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19:00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![Promote a tested mapping within its allowed scope; reconcile writes if you roll back.](../../reveal-talks/assets/adaptive-systems/05-a-repair-has-a-version-and-a-scope.svg)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Input fingerprint + mapping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Evidence + fixtures + rollback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 silent mutation of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produces a mapping artifact, not a paragraph saying it fixed things. Parent version, input fingerprint, the transforms, the rejected cases, the evidence it read, and the fixture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 mapping change can pass a pre-authorized canary policy. A schema migration has a different blast radius and its own approval path. Keep the source records so you can replay; keep the old mapping so you can restore. Rollback changes future processing. It does not un-write yesterday's downstream rows; those need reconciliation.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the mapping artifact in contracts.md. Point at parent version, activation scope, replay reference.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agent does not write its own exam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19:00 to 21:00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Held-out fixtures under separate control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Conflicting old and new fields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Watch the denominator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where we try to embarrass the repair before a customer does. The agent that proposed the mapping does not author the only tests that judge it. Regression fixtures and held-out cases live under separate control, and a generated fixture-writer agent adds to them without seeing the proposal.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Schema validation says the output has the right shape. It cannot say an address is deliverable. So release to a narrow slice, compare accepted against quarantined, and watch downstream invariants. A high success count is worthless if the denominator quietly shrank.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Keep the fixtures hidden. They are revealed in the walkthrough.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lost response leaves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21:00 to 23:00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![Reconcile the operation identity before another submission; retain unresolved reservations.](../../reveal-talks/assets/adaptive-systems/09-a-lost-response-leaves-an-unknown-outcome.svg)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Did it fail?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 did the answer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ingest calls an address-verification provider. Suppose the provider accepted the batch and charged for it, then the connection dropped. Resubmitting elsewhere recovers latency and doubles the bill.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an operation identity before dispatch. Keep the provider's job ID. Reconcile before resubmitting, and when the provider offers no way to ask, stop with an unknown outcome and say so. A deadline ends new dispatch; it does not reverse a side effect already performed. The ledger has to hold that uncertainty, reserved money included, until the answer arrives.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Mark the moment on the timeline where your process knows less than the provider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Walkthrough: one ingest, three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23:00 to 28:00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![Recovery, quarantine and reconciliation are all legitimate outcomes of the same ingest job.](../../reveal-talks/assets/adaptive-systems/10-three-events-require-three-decisions.svg)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Compute Is a Tool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28:00 to 31:00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requests shape, size and duration inside a per-customer ceiling; the scheduler resolves it against a catalog and issues a lease.](../../reveal-talks/assets/adaptive-systems/11-scale-becomes-a-capability.svg)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Today scaling is an infra decision made once for everyone.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and it is charged to this customer or this job rather than to a shared cluster. That is a new product surface: a customer can buy a faster turnaround, and a finance team can cap a single workflow instead of a whole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same one we used for tools. The agent chooses from a catalog of approved instance classes; the scheduler enforces leases and teardown; an unapproved faster region is not a candidate no matter how good the latency looks. The mechanics and the ecosystem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Ironies of Automation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31:00 to 33:00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Promoted changes and scope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Quarantined records and reasons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Outstanding jobs, reserved spend, denied tool requests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Owner, evidence, next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daily report should tell an engineer where to look. Unresolved semantic changes above routine retries. Records affected, mapping versions in use, evidence for each promotion, outstanding external operations, and every tool request the policy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decisions and artifacts, not private reasoning. The inputs to the policy decision, the validator result, and the executed action are enough to reconstruct an incident. Urgent problems page through existing thresholds; the digest is for drift. Never make an agent the sole judge of whether its own failure deserves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warning about that report, and it is the warning for this whole talk. In 1983 Lisanne Bainbridge published a paper called Ironies of Automation. The irony is that automating the routine cases does not remove the human, it promotes them to monitoring a system that is almost always right, and people are measurably bad at that job. Skitka and colleagues put numbers on it in 1999: on the events the aid got wrong, people given a highly but imperfectly reliable aid did worse than people given no aid at all. So keep the report short, ranked, and usually almost empty. A digest nobody can finish is a digest nobody reads, and then the guard post is decorative.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Bainbridge (1983), [Ironies of Automation](https://doi.org/10.1016/0005-1098(83)90046-8), Automatica 19(6), 775 to 779.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sample report in contracts.md. Find the one item that needs an owner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Widen Per Class, Never Per Streak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33:00 to 35:00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Shadow: propose, apply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Canary: one reversible change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Expand: from correct recoveries, false repairs, cost, interventions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design with the static mapping and the pager on the same recorded incidents. Count recoveries, but also false repairs, dropped records, cost, elapsed time and human corrections. Include the incidents where the right answer was to stop. A model saying ninety percent confident settles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in shadow mode: the conjured agents propose artifacts and apply none. Then permit one reversible change class. Widen authority per class, from evidence about that class. This is the same discipline for tools and for compute. It is also the loop that lets the system adjust its own fan-out and token burn from measured acceptance: acceptance up and false repairs flat, that job class gets more parallel attempts and a bigger budget; false repairs up, both come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Watch for the failure Diane Vaughan documented at NASA before Challenger and named normalization of deviance. Every widening is locally reasonable. Each one cites the last one as precedent. Nobody ever decides to be reckless. That is exactly why authority expands per class and from measured outcomes for that class, and never from how the last six went.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Vaughan (1996), The Challenger Launch Decision, University of Chicago Press, on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Thirty seconds on the recovery card in contracts.md. Take one answer and name the evidence needed to widen that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smaller: remember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38:00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builds reports, runs shell commands or generates scripted API actions. Give it working memory for this job: the goal, constraints, draft and unresolved checks. Give it observational memory across jobs: what it generated, what actually ran, what failed, and what the checks established. Now ask it to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it reports the wrong population. An independent preflight check rejects it before dispatch. Record the draft, the failed check, the correction and the eventual result. Next time, retrieve that pattern while the agent is still drafting. Fix the omission before returning the SQL, then run the check again. That is adaptive behavior you can build with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patterns, not just anecdotes. Keep attempts as well as successes, the environment and schema version, and the last time a check passed. A command that worked on yesterday's schema is a clue, not a warranty. The runner records failures even if the model forgets. A clean exit is execution evidence; a plausible report still needs a correctness check. A lost API response stays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instruction is simple: before returning generated work, retrieve relevant memory and correct applicable mistakes; after an authorized execution, record the observed outcome and update the pattern counts. If you cannot check something safely, say what remains unverified. Remembered output is untrusted data and grants no new permissions. The copyable prompt and a small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and adapters. The runtime agent learns which evidence to consult; the offline improvement loop evaluates changes to the reusable procedure.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next surprise should cost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Return to the field that changed overnight. We did not predict its spelling. We did define what had to stay true, what evidence a repair needed, which tools this one job could have, and how far the app could go without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to. What changed is how many of its pathways are live at once. Each job gets a small agent with a tailored prompt, a short tool list, a hard budget, and a log of every time it asked for more. That is the strategy I believe in for the next few years: not one agent holding every combination, which nobody can check, but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 Id="rIdImage1" Type="http://schemas.openxmlformats.org/officeDocument/2006/relationships/image" Target="../media/slide11-1.png"/><Relationship Id="rIdSvg1" Type="http://schemas.openxmlformats.org/officeDocument/2006/relationships/image" Target="../media/slide11-1.sv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Adaptive, agentic apps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vendor renamed a field</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Bar Is a Pager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Baseline: alert, wait for a person, replay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Agent: investigate, propose, prove, continue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Win condition: faster recovery, zero new false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repairs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Sorry, You're Building It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Conjure the agent the job needs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Guard the tools that can hurt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Repair syntax; prove meaning</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repair is a versioned artifact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2dbb359f7c9040fcd9050fc87c6495205f54763b340ccc2f1b9d4a471cd71123" descr="Promote a tested mapping within its allowed scope; reconcile writes if you roll ba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agent does not write its own exam</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Held-out fixtures under separate control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Conflicting old and new fields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Watch the denominator</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lost response leaves a question</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86b18342d5b01030fa309ca30c63cddfe578d8e7d3faea08cd10ab5947a8a82" descr="Reconcile the operation identity before another submission; retain unresolved reserv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one ingest, three decisions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Compute Is a Tool Too</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af12d2cf4f8eb96ff7f1d48fcb5de85b6adf7e198168f7b8ebf9e8cb4eba2b66" descr="The orchestrator requests shape, size and duration inside a per-customer ceiling; the scheduler resolves it against a catalog and issue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Ironies of Automation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Promoted changes and scope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Quarantined records and reasons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Outstanding jobs, reserved spend, denied tool</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requests</a:t>
            </a:r>
            <a:endParaRPr lang="en-US" sz="3150"/>
          </a:p>
        </p:txBody>
      </p:sp>
      <p:sp>
        <p:nvSpPr>
          <p:cNvPr id="10" name="Text 10"/>
          <p:cNvSpPr txBox="1"/>
          <p:nvPr/>
        </p:nvSpPr>
        <p:spPr>
          <a:xfrm>
            <a:off x="685800" y="56521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04</a:t>
            </a:r>
            <a:endParaRPr lang="en-US" sz="1875"/>
          </a:p>
        </p:txBody>
      </p:sp>
      <p:sp>
        <p:nvSpPr>
          <p:cNvPr id="11" name="Text 11"/>
          <p:cNvSpPr txBox="1"/>
          <p:nvPr/>
        </p:nvSpPr>
        <p:spPr>
          <a:xfrm>
            <a:off x="2000250" y="56521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Owner, evidence, next action</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Widen Per Class, Never Per Streak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Shadow: propose, apply nothing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Canary: one reversible change class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Expand: from correct recoveries, false repairs,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cost, interventions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Start smaller: remember what happened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Before returning: check relevant memory and correct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known mistakes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After execution: record checks, outcome, correction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frequency</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Generated, executed and verified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states</a:t>
            </a:r>
            <a:endParaRPr lang="en-US" sz="3150"/>
          </a:p>
        </p:txBody>
      </p:sp>
      <p:sp>
        <p:nvSpPr>
          <p:cNvPr id="10" name="Text 10"/>
          <p:cNvSpPr txBox="1"/>
          <p:nvPr/>
        </p:nvSpPr>
        <p:spPr>
          <a:xfrm>
            <a:off x="685800" y="669226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04</a:t>
            </a:r>
            <a:endParaRPr lang="en-US" sz="1875"/>
          </a:p>
        </p:txBody>
      </p:sp>
      <p:sp>
        <p:nvSpPr>
          <p:cNvPr id="11" name="Text 11"/>
          <p:cNvSpPr txBox="1"/>
          <p:nvPr/>
        </p:nvSpPr>
        <p:spPr>
          <a:xfrm>
            <a:off x="2000250" y="669226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Memory is evidence, never permission</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next surprise should cost less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Conjure exactly enough</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Prove the repair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Remember the known case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A4D2C4"/>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screen edition generated from current reviewed talk materials</dc:description>
  <dcterms:created xsi:type="dcterms:W3CDTF">2026-09-07T02:16:43Z</dcterms:created>
</cp:coreProperties>
</file>