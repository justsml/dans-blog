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a Pager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Sorry, You're Building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Compute Is a Tool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Ironies of Automation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on the events the aid got wrong,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Per Class, Never Per Streak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 It is also the loop that lets the system adjust its own fan-out and token burn from measured acceptance: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a Pager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agent does not write its own exam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Held-out fixtures under separate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Conflicting old and new fields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Watch the denominator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Compute Is a Tool Too</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Ironies of Automation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Promoted changes and scope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Quarantined records and reasons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Outstanding jobs, reserved spend, denied tool</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requests</a:t>
            </a:r>
            <a:endParaRPr lang="en-US" sz="3150"/>
          </a:p>
        </p:txBody>
      </p:sp>
      <p:sp>
        <p:nvSpPr>
          <p:cNvPr id="10" name="Text 10"/>
          <p:cNvSpPr txBox="1"/>
          <p:nvPr/>
        </p:nvSpPr>
        <p:spPr>
          <a:xfrm>
            <a:off x="685800" y="56521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56521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 evidence, next action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Per Class, Never Per Streak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2026-09-07T01:43:59Z</dcterms:created>
</cp:coreProperties>
</file>