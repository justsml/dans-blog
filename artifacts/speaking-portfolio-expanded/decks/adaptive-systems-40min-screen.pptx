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vendor renamed a field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![HTTP success does not establish that the payload still matches your contract.](../../reveal-talks/assets/adaptive-systems/01-a-successful-response-can-break-ingest.svg)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bar is: diff the schema and page a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imagine the assistant that has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holding every customer record and every dangerous tool is a breach waiting for a typo.](../../reveal-talks/assets/adaptive-systems/03-the-assistant-with-everything.svg)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All customer data</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Tools that email, refund, delete, deploy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thing we are all building toward is an assistant with access to every customer's data and a toolbox that can send email, issue refunds, delete records and ship code. Most of the damage it will ever do will be an accident: a confident mapping, a helpful cleanup, a tool called with the wrong ID.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there are the people who mean it. That renamed field could carry a sentence aimed at the model.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for the next few years is not whether to give the assistant access. It is which strategies let us give it access and manage the risk. My answer, and what I have been building, is: never build the one assistant that has everything. Conjure a small one for each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a tool call you were glad had a dry-run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Repair syntax; prove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documented rename can preserve meaning; an undefined business state needs an owner.](../../reveal-talks/assets/adaptive-systems/04-a-rename-is-not-a-new-meaning.svg)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repair is a versioned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![Promote a tested mapping within its allowed scope; reconcile writes if you roll back.](../../reveal-talks/assets/adaptive-systems/05-a-repair-has-a-version-and-a-scope.svg)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agent does not write its own exam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21:00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Held-out fixtures under separate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Conflicting old and new fields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Watch the denominator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where we try to embarrass the repair before a customer does. The agent that proposed the mapping does not author the only tests that judge it. Regression fixtures and held-out cases live under separate control, and a generated fixture-writer agent adds to them without seeing the proposal.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Schema validation says the output has the right shape. It cannot say an address is deliverable. So release to a narrow slice, compare accepted against quarantined, and watch downstream invariants. A high success count is worthless if the denominator quietly shrank.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Keep the fixtures hidden. They are revealed in the walkthrough.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lost response leaves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![Reconcile the operation identity before another submission; retain unresolved reservations.](../../reveal-talks/assets/adaptive-systems/09-a-lost-response-leaves-an-unknown-outcome.svg)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one ingest, three decisions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![Recovery, quarantine and reconciliation are all legitimate outcomes of the same ingest job.](../../reveal-talks/assets/adaptive-systems/10-three-events-require-three-decisions.svg)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Scale becomes something the app asks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Show engineers what changed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Promoted changes and scope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Quarantined records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Outstanding jobs, reserved spend, denied tool requests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 evidence, next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daily report should tell an engineer where to look. Unresolved semantic changes above routine retries. Records affected, mapping versions in use, evidence for each promotion, outstanding external operations, and every tool request the policy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decisions and artifacts, not private reasoning. The inputs to the policy decision, the validator result, and the executed action are enough to reconstruct an incident. Urgent problems page through existing thresholds; the digest is for drift. Never make an agent the sole judge of whether its own failure deserves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warning about that report, and it is the warning for this whole talk. In 1983 Lisanne Bainbridge published a paper called Ironies of Automation. The irony is that automating the routine cases does not remove the human, it promotes them to monitoring a system that is almost always right, and people are measurably bad at that job. Skitka and colleagues put numbers on it in 1999: people given a highly but imperfectly reliable aid did worse than people given no aid at all. So keep the report short, ranked, and usually almost empty. A digest nobody can finish is a digest nobody reads, and then the guard post is decorative.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sample report in contracts.md. Find the one item that needs an owner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authority only from measured outcomes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next surprise should cost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We never built it. We built a factory for small ones, each with a tailored prompt, a short tool list, a hard budget, and a log of every time it asked for more. That is the strategy I believe in for the next few years: not one agent you have to trust, but many you can afford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bar is: diff the schema and page a human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Baseline: alert, wait for a person, replay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Agent: investigate, propose, prove, continue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Win condition: faster recovery, zero new false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repairs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imagine the assistant that has everything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f205bb45584f3452c187099cc77d62202d1ca938a5d7dfba32f6435461e10a23" descr="One agent holding every customer record and every dangerous tool is a breach waiting for a typo."/>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repair is a versioned artifact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agent does not write its own exam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Held-out fixtures under separate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Conflicting old and new fields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Watch the denominator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lost response leaves a question</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Scale becomes something the app asks for</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Show engineers what changed today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Promoted changes and scope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Quarantined records and reasons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Outstanding jobs, reserved spend, denied tool</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requests</a:t>
            </a:r>
            <a:endParaRPr lang="en-US" sz="3150"/>
          </a:p>
        </p:txBody>
      </p:sp>
      <p:sp>
        <p:nvSpPr>
          <p:cNvPr id="10" name="Text 10"/>
          <p:cNvSpPr txBox="1"/>
          <p:nvPr/>
        </p:nvSpPr>
        <p:spPr>
          <a:xfrm>
            <a:off x="685800" y="56521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56521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Owner, evidence, next action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authority only from measured outcomes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Shadow: propose, apply nothing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Canary: one reversible change class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Expand: from correct recoveries, false repairs,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cost, interventions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2026-09-06T09:11:14Z</dcterms:created>
</cp:coreProperties>
</file>