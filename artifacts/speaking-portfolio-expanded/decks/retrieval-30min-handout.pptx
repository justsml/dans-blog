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RAG · embeddings · memory · MCP · judges · traces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reading list under that pitch.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agent uses RAG over an embedding store, adds memories to context, calls MCP tools, emits structured outputs, gets evaluated by an LLM judge, and traces the whole thing through our agent observability platform.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sentence used to be the talk. Translate the nouns and everybody feels less behind. But knowing what the nouns mean does not tell us whether the retrieval works. The useful question is what the people who studied it already found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spent years calling it search. Then we called it a vector database and raised a round. The product category changed. The problem of deciding whether the returned material is useful did not wait for the funding announcement.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opening sentence quickly and straight-faced. Pause after it. Keep this hook in every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02:30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are joining an old field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an engineer's reading of information retrieval, with synthetic exercises and sources attached. The claim is that we skipped useful evaluation work, not that IR researchers solved every problem in RAG.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Eight words will do the work: term specificity, vector space model, vocabulary problem, passage retrieval, relevance judgment, the Cranfield paradigm, pooling, and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By the end we will use them to find a hole in a golden dataset. The hole will make a better retriever look worse. Then we will ask whether that happens in a collection built by people who knew to look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retrieval improvement your eval rejected because it found evidence outside the original expected set. Bring the query, old labels, new document, and rejudgment.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 term specificity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1972 → 2026 = 54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published a statistical interpretation of term specificity in 1972. A word that appears in almost every document tells you less about which document you want than a rare term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Think of an error code in a support query. The words "application error" occur everywhere. The exact identifier narrows the search. That is a concrete reason to keep lexical evidence in a retrieval system that also understands paraphrases.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Fifty-four years. We have had time to put her name on the slide. The point is that corpus frequency supplies evidence, and the evidence has a history and assumptions you can inspect.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a generic support phrase with an exact error identifier. Ask the room which term it would retain in a hybrid query.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Yang · vector space model · 1975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Deerwester and colleagues · latent semantic analysis · 1990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described a vector space model for automatic indexing in 1975. Documents become weighted representations that support comparisons. In 1990, Deerwester and colleagues described latent semantic analysis using a low-rank representation of term-document structure.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Modern neural embeddings differ in how they learn and what they represent. The useful continuity is representing text numerically so related material can be retrieved despite imperfect word matching.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vector store gives you a place to search those representations. It does not choose the right relevance definition. It does not tell you that a highly similar contract governs this customer. That work is still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07:00 to 08:30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customer says “stop billing”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document says “terminate renewal”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people can refer to the same thing using different words. Furnas, Landauer, Gomez, and Dumais studied that vocabulary problem in human-system communication in 1987.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customer says stop billing. The policy says terminate renewal. Exact matching has a problem. A semantic representation is one answer. So are aliases, expansion, and better indexing. An embedding is a method, not the reason the problem exists.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reverse it. Two documents both say cancel, but one cancels a meeting and one cancels a subscription. Shared words do not establish shared intent. Evaluation needs cases for both vocabulary mismatch and misleading overlap.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for two phrases a customer uses that never appear in the internal docs.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08:30 to 10:00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Buckley · 1993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passage may cross your boundary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Passage retrieval was being studied before our chunk-size arguments acquired a token budget. Salton, Allan, and Buckley compared approaches in 1993. Chunk size was an open research question in 1993 and a forum thread in 2024. One of those had a control group.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policy paragraph that says cancellation is allowed, followed by an exception for annual contracts. Split between those paragraphs and the first chunk becomes a very persuasive wrong answer. Make the chunk enormous and the exception competes with a page of irrelevant material.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papers do not contain the perfect chunk size for your current generator. They give you experimental questions. What unit are we retrieving? What counts as enough evidence? Are we measuring the passage, the document, or the answer produced from it? Change one and the score may mean something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10:00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BEIR, 2021: a robust lexical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lexical, dense, and hybrid on your task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BEIR's 2021 experiments found BM25 a robust baseline across heterogeneous retrieval tasks. Reranking and late-interaction models performed best on average in that study, at higher computational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a dated experimental result, not a claim that BM25 wins in 2026. It is a reason to include a cheap lexical baseline when measuring a new retriever. Exact identifiers and unfamiliar domain language are places where a semantic-looking system can disappoint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Lexical, dense, hybrid. Those are the three search methods in the trenchcoat, and the pitch usually names one of them. Run the comparison on the same corpus, queries, and judgments. Otherwise you have compared two demonstrations and called the difference a model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11:30 to 14:30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current generic policy; 30-day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signed Acme addendum; “see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expired Acme terms; immediate cancellation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 · current terms for another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 · support note; “probably immediate”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Acme asks whether it can cancel today without a fee. Which documents belong in the evidence supplied to answer it? Work in pairs for sixty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is current but generic. B is signed and specific, but refers to a schedule we have not supplied. C has the answer we might like and is expired. D is about somebody else. E is an employee's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compare answers. You just made relevance judgments. Relevant to the topic, applicable to this customer, authoritative, and sufficient to answer are different criteria. If the room agrees perfectly, change the question from "useful evidence" to "enough to authorize cancellation" and compare again. Do not manufacture disagreement for the punchline.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60 seconds in pairs and collect two judgments with reasons. Do not reveal the missing schedule until slide 10. Use contracts.md for the full synthetic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14:30 to 17:00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Corpus + queries +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1966 → 2026 = 60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Keen's Cranfield report is dated 1966. Fix a document collection, define questions, judge relevance, and compare systems under the same conditions. Sixty years later, that is a recognizable shape for an eval harness.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name is the Cranfield paradigm. It gives you a controlled comparison. It also forces choices about who writes the questions, who judges the evidence, and what the collection represents.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golden dataset is a test collection with a flattering filename. Write down its collection protocol. If it consists of whatever your first retriever happened to find, the next slide is about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17:00 to 21:00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Old pool: A, B, C, D, 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New result: F · signed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Unjudged is not a relevance 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retrievers contributed A through E to the judgment pool. Our new retriever finds F: the signed Schedule R referenced by B. It waives Acme's cancellation fee. Nobody judged it because nobody retrieved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naive scorer treats unjudged as nonrelevant. Old top two, B and A: two judged relevant, precision at two equals one. New top two, B and F: only B gets credit, precision at two equals point five. Judge F under the same rubric and the new run returns to one. We changed no retrieval output. We fixed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TREC used pooling because judging every document for every query was impractical. Zobel investigated reliability with incomplete judgments. The risk is real; universal failure is not. In a 2022 recheck, Voorhees, Soboroff, and Lin added judgments to TREC-8 and compared how the systems ranked before and after. The ordering barely moved. Deep, diverse pools had held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lesson we missed. They tested whether the shortcut damaged the comparison. We called our first results golden.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`bun artifacts/speaking-portfolio-expanded/packets/retrieval/pooling.ts` after revealing F. Walk through 2/2, 1/2, then 2/2. Explain that the metric measures topical relevance, not sufficiency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21:00 to 23:30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2000: changed judgments, stable comparisons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Test your comparison under more than one assessor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varied relevance judgments and examined the resulting system rankings. The comparative results stayed stable despite substantial judgment differences in those experiments.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absolute score and an A-versus-B ordering make different demands on the labels. That does not mean a model judge is trustworthy because it ranks two answers. It means we have a specific test to run: relabel a sample independently, then see which conclusions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disagreement as data. Was the case ambiguous? Did the rubric ask two questions at once? Did one assessor have the signed schedule and another not? A consensus label without that explanation can conceal exactly the distinction the next system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23:30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Useful to inspect ≠ sufficient to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retrieval and the resulting answer separately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person inspecting a ranked list can notice that the signed addendum refers to a missing schedule and go looking. Our generator may instead turn the generic thirty-day policy into a fluent answer about Acme.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can build abstention and verification into that system. We cannot infer that it will use them from a good retrieval score. The retrieved material must be applicable, sufficiently complete, and represented with the qualifiers the answer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Evaluate the handoff. Did retrieval find B and F? Did context assembly keep their relationship? Did the answer cite the actual exception? If the answer is wrong, those checks locate the failure instead of blaming the nearest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26:00 to 28:00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Relevance gives evidence, not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document cannot grant a tool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Put a sentence in the retrieved support note telling the assistant to ignore policy and issue a credit. It may be relevant text in a support corpus. It is still untrusted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ranking score answers how well the content matches a retrieval objective. It does not authorize an action. Keep tool permissions and policy checks outside the retrieved document's control. A signed cancellation exception can supply facts for a decision; it cannot change which account the tool is permitted to modify.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this boundary in the end-to-end evaluation. Retrieval success, answer correctness, and action authorization are separate results. A useful citation does not turn a document into a supervisor.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a harmless printed instruction in the synthetic support note. Do not connect the exercise to live tools.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name the owner who updates the corpus and invalidates stale knowledge; the R1 maintenance comparison is in the long route.</a:t>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28:00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One instrument nobody checked.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Find the documents your eval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Vector space model. Vocabulary problem. Passage retrieval. Relevance judgment. The Cranfield paradigm. Pooling.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words tell us why rare identifiers matter, why synonyms are hard, why a passage needs its exception, and why the score depends on who judged which documents. They are tools for investigating a failure, not a history quiz.</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 That is a fair joke about the retriever, and the coat is not the problem. Lexical, dense, hybrid: we inherited all three. What we left behind was the sixty years of checking whether the score underneath was telling the truth. Go find the documents your eval set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Say the title line once, flat, then drop to the instruction. Leave the B/F example up during questions. Keep all eight terms in the notes; the screen closes on the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Three Search Methods in a Fundable</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Trenchcoat</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14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14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sentence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RAG · embeddings · memory · MCP · judges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a reading list under that pitch.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agent uses RAG over an embedding store,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adds memories to context, calls MCP tools,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emits structured outputs, gets evaluated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LLM judge, and traces the whole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through our agent observability platform.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sentence used to be the talk.</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Translate the nouns and everybody feels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 behind. But knowing what the nouns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mean does not tell us whether the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The useful question is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who studied it already found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spent years calling it search. Then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called it a vector database and raised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round. The product category changed.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of deciding whether the returned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material is useful did not wait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funding announcement.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14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bet, and the eight words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You are joining an old field late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 specificity →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an engineer's reading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retrieval, with synthetic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exercises and sources attached. The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that we skipped useful evaluation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that IR researchers solved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in RAG.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Eight words will do the work: term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vector space model, vocabulary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passage retrieval, relevance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 the Cranfield paradigm, pooling,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the end we will use them to find a hole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 golden dataset. The hole will make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retriever look worse. Then we will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 whether that happens in a collection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built by people who knew to look for 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14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1972: rare words matter more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Karen Spärck Jones · term specificity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1972 → 2026 = 54 years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Karen Spärck Jones published a statistical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of term specificity in 1972.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word that appears in almost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tells you less about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you want than a rare term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Think of an error code in a support query.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words "application error" occur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everywhere. The exact identifier narrows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search. That is a concrete reason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lexical evidence in a retrieval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also understands paraphrases.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Fifty-four years. We have had time to 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 name on the slide. The point is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corpus frequency supplies evidence,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has a history and assumptions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inspect.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14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Vector Database, 1975</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Salton, Wong, Yang · vector space model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1975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Deerwester and colleagues · latent semantic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analysis · 1990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Salton, Wong, and Yang described a vector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space model for automatic indexing in 1975.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Documents become weighted representations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support comparisons. In 1990,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Deerwester and colleagues described latent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semantic analysis using a low-rank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representation of term-document structure.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Modern neural embeddings differ in how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 and what they represent. The useful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continuity is representing text numerically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related material can be retrieved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despite imperfect word matching.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vector store gives you a place to 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representations. It does not choose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right relevance definition.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tell you that a highly similar contract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governs this customer. That work is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14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vocabulary problem</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customer says “stop billing”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document says “terminate renewal”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people can refer to the same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using different words. Furnas, Landauer,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Gomez, and Dumais studied that vocabulary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in human-system communication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1987.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customer says stop billing. The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says terminate renewal. Exact matching has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problem. A semantic representation is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 So are aliases, expansion,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indexing. An embedding is a method,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the reason the problem exists.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reverse it. Two documents both say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 but one cancels a meeting and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cancels a subscription. Shared words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establish shared intent. Evaluation needs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cases for both vocabulary mismatch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misleading overlap.</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14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Chunking is passage retrieval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Salton, Allan, Buckley · 1993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useful passage may cross your boundary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Passage retrieval was being studied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chunk-size arguments acquired a token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budget. Salton, Allan, and Buckley compared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approaches in 1993. Chunk size was an open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research question in 1993 and a forum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thread in 2024. One of those had a control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group.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a policy paragraph that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is allowed, followed by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exception for annual contracts. Split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between those paragraphs and the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chunk becomes a very persuasive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 Make the chunk enormous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exception competes with a page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irrelevant material.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old papers do not contain the perfect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chunk size for your current generator.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you experimental questions. What unit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we retrieving? What counts as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Are we measuring the passage,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or the answer produced from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one and the score may mean something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else.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14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BM25 is still standing there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BEIR, 2021: a robust lexical baseline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lexical, dense, and hybrid on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BEIR's 2021 experiments found BM25 a robust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baseline across heterogeneous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tasks. Reranking and late-interaction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models performed best on average in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study, at higher computational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a dated experimental result,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 that BM25 wins in 2026. It is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reason to include a cheap lexical baseline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measuring a new retriever. Exact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identifiers and unfamiliar domain language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places where a semantic-looking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disappoint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Lexical, dense, hybrid. Those are the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search methods in the trenchcoat,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pitch usually names one of them. Run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on the same corpus, queries,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judgments. Otherwise you have compared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demonstrations and called the difference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improvement.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14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Judge these five documents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current generic policy; 30-day notice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signed Acme addendum; “see Schedule 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expired Acme terms; immediate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 · current terms for another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 · support note; “probably immediate”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Acme asks whether it can cancel today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 fee. Which documents belong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evidence supplied to answer it? Work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pairs for sixty seconds.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is current but generic. B is signed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 but refers to a schedule we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supplied. C has the answer we might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like and is expired. D is about somebody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else. E is an employee's guess.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compare answers. You just made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judgments. Relevant to the topic,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applicable to this customer, authoritative,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sufficient to answer are different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criteria. If the room agrees perfectly,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the question from "useful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"enough to authorize cancellation"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again. Do not manufacture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for the punchline.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14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Cranfield, Bedfordshire, 1966</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a6b4d212c36d475ddccc3e605d3fe5942640332d496970d4988bbc2917bbc042" descr="Cranfield, Bedfordshire, 1966"/>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Corpus + queries + relevance judgments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1966 → 2026 = 60 years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Cleverdon, Mills, and Keen's Cranfield report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dated 1966. Fix a document collection, define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questions, judge relevance, and compare systems under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same conditions. Sixty years later, that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recognizable shape for an eval harness.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name is the Cranfield paradigm. It gives you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controlled comparison. It also forces choices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who writes the questions, who judges the evidence,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what the collection represents.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golden dataset is a test collection with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flattering filename. Write down its collection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protocol. If it consists of whatever your first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retriever happened to find, the next slide is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14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Fool's Golden Dataset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Old pool: A, B, C, D, 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result: F · signed Schedule 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Unjudged is not a relevance judgment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old retrievers contributed A through 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judgment pool. Our new retriever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finds F: the signed Schedule R referenced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B. It waives Acme's cancellation fee.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judged it because nobody retrieved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naive scorer treats unjudged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nonrelevant. Old top two, B and A: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judged relevant, precision at two equals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New top two, B and F: only B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credit, precision at two equals point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 F under the same rubric and the new</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run returns to one. We changed no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We fixed the instrument.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TREC used pooling because judging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for every query was impractical.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Zobel investigated reliability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incomplete judgments. The risk is real;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universal failure is not. In a 2022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recheck, Voorhees, Soboroff, and Lin added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judgments to TREC-8 and compared how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ranked before and after.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ordering barely moved. Deep, diverse pools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had held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lesson we missed. They tested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 shortcut damaged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We called our first results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golden.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14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Assessors disagree. Rankings can survive.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Voorhees, 2000: changed judgments, stable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your comparison under more than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Voorhees varied relevance judgments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examined the resulting system rankings.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comparative results stayed stable despite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substantial judgment differences in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experiments.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absolute score and an A-versus-B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ordering make different demands on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labels. That does not mean a model judge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trustworthy because it ranks two answers.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means we have a specific test to 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relabel a sample independently, then see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conclusions survive.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disagreement as data. Was the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ambiguous? Did the rubric ask two questions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once? Did one assessor have the signed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schedule and another not? A consensus label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that explanation can conceal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the distinction the next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needs.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14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Reader Stopped Being a Person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Useful to inspect ≠ sufficient to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 retrieval and the resulting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person inspecting a ranked list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notice that the signed addendum refers 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missing schedule and go looking.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generator may instead turn the generic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thirty-day policy into a fluent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Acme.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can build abstention and verification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into that system. We cannot infer that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will use them from a good retrieval score.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retrieved material must be applicable,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sufficiently complete, and represented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qualifiers the answer needs.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Evaluate the handoff. Did retrieval find 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 Did context assembly keep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relationship? Did the answer cite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 exception? If the answer is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checks locate the failure instead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blaming the nearest model.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14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Retrieved text now sits beside instructions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Relevance gives evidence, not authority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document cannot grant a tool permission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Put a sentence in the retrieved support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note telling the assistant to ignore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issue a credit. It may be relevant 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 support corpus. It is still untrusted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ranking score answers how well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content matches a retrieval objective.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does not authorize an action. Keep tool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permissions and policy checks outside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retrieved document's control. A signed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exception can supply facts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decision; it cannot change which account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tool is permitted to modify.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this boundary in the end-to-end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Retrieval success,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correctness, and action authorization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 results. A useful citation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turn a document into a supervisor.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14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Eight words. Sixty years. One instruction.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Three search methods. One instrument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 the documents your eval never judged.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 specificity. Vector space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Vocabulary problem. Passage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 The Cranfield paradigm.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Pooling.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words tell us why rare identifiers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matter, why synonyms are hard, why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passage needs its exception, and why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score depends on who judged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documents. They are tools for investigating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failure, not a history quiz.</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search methods in a fundable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trenchcoat. That is a fair joke about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retriever, and the coat is not the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Lexical, dense, hybrid: we inherited 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What we left behind was the sixty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years of checking whether the score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underneath was telling the truth. Go find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documents your eval set never judged.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Karen Spärck Jones (1972), A statistical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of term specificity and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application in retrieval, Journal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Documentation 28(1), 11–21. Author’s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publication archive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https://www.cl.cam.ac.uk/archive/ksj21/ksjdigipapers/ksjbib3.html.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Salton, Wong, and Yang (1975), A vector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space model for automatic indexing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https://doi.org/10.1145/361219.361220),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Communications of the ACM 18(11), 613–620.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Deerwester, Dumais, Furnas, Landauer,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Harshman (1990), [Indexing by Latent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Semantic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Analysis](https://www.cs.csustan.edu/~mmartin/LDS/Deerwester-et-al.pdf),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JASIS 41(6, 391–407.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Furnas, Landauer, Gomez, and Dumais (1987),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vocabulary problem in human-system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communication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https://doi.org/10.1145/32206.32212),</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Communications of the ACM 30(11, 964–971.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Salton, Allan, and Buckley (1993),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Approaches to passage retrieval in full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text information systems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https://doi.org/10.1145/160688.160693,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SIGIR, 49–58.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Thakur et al. (2021), BEIR: A Heterogeneous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 for Zero-shot Evaluation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Retrieval Models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https://openreview.net/pdf?id=wCu6T5xFjeJ,</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NeurIPS Datasets and Benchmarks. This slide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reports the 2021 experiment.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Cleverdon, Mills, and Keen (1966), Factors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Determining the Performance of Indexing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Volume I, Design, Part 2, front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matter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https://sigir.org/files/museum/Factors%20Determining%20the%20Performance%20of%20Indexing%20Systems%20Volume%20I.%20Design%20-%20Part%202.%20Appendices/pdfs/frontmatter.pdf.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Justin Zobel (1998), How reliable are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results of large-scale information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retrieval experiments?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https://doi.org/10.1145/290941.291014),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SIGIR, 307–314. Voorhees, Soboroff, and Lin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(2022), [Can Old TREC Collections Reliably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Evaluate Modern Neural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Models?](https://arxiv.org/abs/2201.11086).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[NIST TREC</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overview](https://trec.nist.gov/overview.html,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started 1992.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Ellen M. Voorhees (2000), Variations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Judgments and the Measurement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Retrieval Effectiveness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https://www.nist.gov/publications/variations-relevance-judgments-and-measurement-retrieval-effectiveness),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Processing &amp; Management 36(5,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697–716.</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17</Slides>
  <Notes>17</Notes>
</Properties>
</file>

<file path=docProps/core.xml><?xml version="1.0" encoding="utf-8"?>
<cp:coreProperties xmlns:cp="http://schemas.openxmlformats.org/package/2006/metadata/core-properties" xmlns:dc="http://purl.org/dc/elements/1.1/" xmlns:dcterms="http://purl.org/dc/terms/" xmlns:xsi="http://www.w3.org/2001/XMLSchema-instance">
  <dc:title>Three Search Methods in a Fundable Trenchcoat</dc:title>
  <dc:creator>Dan Levy</dc:creator>
  <dc:description>handout edition generated from current reviewed talk materials</dc:description>
  <dcterms:created xsi:type="dcterms:W3CDTF">2026-09-07T01:43:58Z</dcterms:created>
</cp:coreProperties>
</file>