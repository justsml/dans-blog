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[Procurement route](../packets/evidence-learning/procurement-route.md)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smudged arithmetic sheet is the K-12 example. [Show Me the Misconception](../packets/evidence-learning/procurement-route.md), the 15-minute procurement route, uses the history-essay example instead, so a program can book both without hearing the percentage fixture twice.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18:00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20:30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with no aid at all on the trials where the aid was wrong,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22:30 to 24:30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24:30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calculator-clutching ancestors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a real trajectory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So do we. Everything today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authored fixtures, a rubric I'm proposing,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one exercise that shows evidence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Here's the plan: what we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what we protect, what we teach,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ways to actually outsmart them.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detector is the same trap in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Liang and colleagues found the detectors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tested flagged non-native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writers at alarming rates. And even if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detector were perfect, it answers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Who typed the sentence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kid can do the thing. And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assessment depends on knowing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typed a paragraph, the detector has become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your curriculum.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Pencil first. Then the tool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Pencil, paper, whiteboard, peers: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curriculum, with the reason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same document: "and we are going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 you the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trajectory down.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handwriting live, and why: the spatial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motor work a pencil activates, the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out loud with a peer, the cohort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find by talking through a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the environment where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foundations still happen with no model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in the same document, tell students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going to teach them the tool.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 Independent competence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competent tool use both belong in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need different evidence,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checkpoint should say which one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tension is older than the panic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a name. Koedinger and Aleven called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assistance dilemma in 2007: give too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much help and the learner never has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anything, give too little and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stall out. Nobody has solved it. Say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loud, because a vendor whose tutor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help level exactly right is selling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solved version of an open problem.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Privacy rides along for free. If you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Lake Tahoe, maybe not the photo of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grandparents' place on the water that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can geolocate. Nobody is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how these systems actually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assignment does.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Ration the help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price does the discount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"The original $100."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Clarify → conceptual hint → missing step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 of an example → full explanation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scripted turns. The diagnostic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where the base got lost. The tutor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neither praises the error nor dumps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solution. Attempt-first can't punish a kid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can't begin; clarifying a term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offering a parallel example may be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first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ladder. Clarification: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acts on the new price. Conceptual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hint: find the current base. Missing step: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intermediate $120. Partial example: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a different amount by 0.8.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then a fresh reconstruction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later. Write down which rung you gave,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supported and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are different evidence.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a moral failure.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four minutes inside a five-minute slide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scripted tutor turns — from the kit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 read off the card — then go live. Reveal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argument. Let the room find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 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and colleagues found 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performance and later unaided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diverge, and the safeguards that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come from teachers. So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conditions, and include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when independence is the objective.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mismatch needs a human to interpret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that finding is not news, which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useful part. Soderstrom and Bjork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 years of it in 2015: how well someone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performs while being helped and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they actually learned come apart routinely,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conditions that flatter practice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frequently damage retention. A tutor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for removing difficulty. Some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difficulty was the part where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learned. None of this convicts anyone;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integrity process stays where it is.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last time I'll say that.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in class: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resets the table. It adds social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cheating and hands you knobs on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incentive structure that today is a magical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cheating genie. Not foolproof. A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build an agent told to seem dumb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and then learn. Fine. We're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incentives, not buying 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three: read all 300 transcripts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Teacher talk · student talk · think time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Guided by you, or alone 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me five students who took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showing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count who's talking, how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silence there is, whose engagement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one factor: AI time. How much of it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guide, and how much was a student alone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view you have never had.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from a class of 30 or a course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300, and a qualitative pass run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Show me the five students who opened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line of inquiry I didn't teach. Show me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one who reached the answer by a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putting on the board tomorrow.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pass surfaces the kid who typed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right terms, or pasted a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block from somewhere. Before you conclude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 big block also looks like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voice-to-text. Look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know what you are up against when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model's summary instead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transcript. Skitka and colleagues measured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with no aid at all on the trials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aid was wrong, because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often enough that you stop checking.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summary is a place to start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a place to stop.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Write the objective to the agent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"You're my tutor. Don't give me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 here with three classmates."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whiteboard; the objective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prompt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Push the practice run first. Then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who asks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Seen in the wild: students telling a voice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not to give them answers,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arguing about Lincoln with it for twenty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So give it the objective.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photograph the whiteboard.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prediction is that we end up writing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objectives on the board addressed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"Tutor bot, help my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 holds the rigor you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explores the stretch goals, fills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remedial gaps, and tells you, the aides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parents what it saw. Write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whatever objective process you already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Lemov's 4Ms work fine.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half is discipline. At first,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pushes: want a practice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flashcards, a pop quiz? Then it rewards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who asks before the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unprompted, and it names the connection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distracted students miss: "five flashcards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hour before produced a 98; your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tests had no prep." Made-up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mechanism. As someone with ADHD,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that reorders my day and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bombed the section quizzes after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reading, take a twenty-minute walk"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luxury. It's applied cognitive science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 channel toward wellbeing.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Redesign one checkpoint this week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Capability → task → the smudge → follow-up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permitted help →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Neighbor challenges one hidden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three minutes. Write the capability,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task, the smudge that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verification feel like cheating,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purposeful follow-up, the help you'll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and the interpretation you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defend to a parent. Then estimate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minutes to review a class set, because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richer assessment nobody has time to read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worse assessment. Let the model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follow-ups and summarize with links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excerpt; grading, accusations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sensitive stay with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your neighbor challenges one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 does this also measure fluency,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paid-tool access, or comfort speaking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pressure? TEQSA's guidance backs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contextual, multiple approaches.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is our version of it. Output: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sketch you can review, then a small pilot.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kid next to the Casio owner didn't need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watch. The kid with no car never 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clay. The same tool that lets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phone it in is the one that can hand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sculptor the clay. Which one happens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decision, and it's 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Koedinger and Aleven (2007), Exploring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Assistance Dilemma in Experiments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Cognitive Tutors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https://doi.org/10.1007/s10648-007-9049-0),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Educational Psychology Review 19(3, 239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264.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(August 2025 fixes an author affiliation;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 result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Skitka, Mosier and Burdick (1999),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bias decision-making?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TEQSA (2023), Assessment reform for the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artificial intelligence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https://www.teqsa.gov.au/guides-resources/resources/corporate-publications/assessment-reform-age-artificial-intelligence.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16</Slides>
  <Notes>16</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2026-09-07T01:43:59Z</dcterms:created>
</cp:coreProperties>
</file>