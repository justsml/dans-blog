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trying to catch them. Out-design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Rewritten 2026-09-06 from Dan's dictated notes. 40 minutes, 14 slides, four audience moments, no Q&amp;A. Event-friendly title: Stop Trying to Catch Students Using AI; the title slide carries whichever the organizer chose. The fixtures are authored, the rubric is proposed, and the reconstruction shows evidence being collected, not a learning effect. Say that once, on slide 1. Integrity processes stay in place; say that once too, on slide 8, and then stop apologizing.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[Presenter scripts](../packets/evidence-learning/script-40min.md) · [Packet](../packets/evidence-learning/packet.md) · [Walkthrough](../education/demo.md) · [Evidence](../packets/evidence-learning/evidence-bank.md) · [Working notes](../packets/evidence-learning/notes-2026-09-05.md)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Worked example: $100, up 20%, then down 20%. The Skeptic talk uses a different example so the two can be booked together. The smudged arithmetic sheet is the K-12 example.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Regenerate scripts, adaptations and the browser deck with `bun artifacts/speaking-portfolio-expanded/build-talk.ts evidence-learning`. Image prompts (dark slate, one amber accent, flat vector, no text) ride along in the notes for the PPTX export.</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Horse out of the barn. Cat out of the bag.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Math class survived the Casio watch.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historical parallels have been beaten to death, so one and done: the calculator panic. Specifically the Casio calculator watch. Math class was dead. The kid sitting next to the Casio owner didn't even need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Confession: I may have used one or two on an assessment. But we're not here for that. What I did was wholesome. These kids are phoning it in. Not even trying. Infuriating, right?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calculator-clutching ancestors had to write a real trajectory into the curriculum. So do we. Everything today is authored fixtures, a rubric I'm proposing, and one exercise that shows evidence being collected. Here's the plan: what we stop doing, what we protect, what we teach, and three ways to actually outsmart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submission that made you realize the grade and the understanding had come apart.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Let the confession land before the pivot. The laugh is the title doing its job; do not explain the joke.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02:00 to 04:00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Proctoring fails. The pop quiz proves what you already knew.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Getting away with it is the reward.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Students are the original adversarial actors.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It can feel like you've lost. The proctoring tools fail readily. What still works is the cold call or the pop quiz, and all it proves is that the student can't hit the first rung of Bloom's taxonomy. Can't recall it. Can't spell it. That crushes you, and it cements the loop: the student learns they can cheat through, and the reward is getting away with it. Even when caught, there's no stigma for using something as common as a phone.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Pummeling them with gotcha quizzes proves what you already knew: Johnny ain't learning too good. Block the chatbot on the network and they share a VPN from a phone. Life finds a way. Students are the original adversarial actors.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detector is the same trap in software. Liang and colleagues found the detectors they tested flagged non-native English writers at alarming rates. And even if a detector were perfect, it answers the wrong question. Who typed the sentence is not whether the kid can do the 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Liang et al. (2023), [GPT detectors are biased against non-native English writers](https://doi.org/10.1016/j.patter.2023.100779), Patterns.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04:00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Pencil, paper, whiteboard, peers: in the curriculum, with the reason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same document: "and we are going to teach you the tool"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trajectory down. Where does handwriting live, and why: the spatial and motor work a pencil activates, the argument you have out loud with a peer, the cohort you find by talking through a problem. Build the environment where those foundations still happen with no model in the room.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in the same document, tell students you're going to teach them the tool. On purpose. Independent competence and competent tool use both belong in a course. They need different evidence, and every checkpoint should say which one it's measuring.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tension is older than the panic and it has a name. Koedinger and Aleven called it the assistance dilemma in 2007: give too much help and the learner never has to generate anything, give too little and they stall out. Nobody has solved it. Say that out loud, because a vendor whose tutor has the help level exactly right is selling you a solved version of an open problem.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05:30 to 07:00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20% rise and a 20% fall cancel."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prose is clean. The denominator is wrong.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Here's the fixture for the rest of the talk. A shop raises a $100 price by 20%, then discounts the new price by 20%. The student writes: equal and opposite, so the final price is $100. Clean sentence. Confident. Wrong 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capability we're after is narrow enough for the room to inspect: explain why a percentage acts on a base, and how the base changes across a sequence. Now imagine the correct number with this faulty explanation hiding behind it. What would a final-answer assessment have caught? Nothing.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Koedinger and Aleven (2007), [Exploring the Assistance Dilemma in Experiments with Cognitive Tutors](https://doi.org/10.1007/s10648-007-9049-0), Educational Psychology Review 19(3), 239 to 264. Cited on slide 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the room what the final answer alone would have told you. One answer, then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07:00 to 09:30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a picture of these hundred problems and make the model do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1 that looks like a 7. A smudge that turns an 8 into a 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didn't check the results? Johnny, you're not gonna make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highest-leverage assignment I know lets students feel like they're cheating. Photograph the sheet, feed it to the model, submit. The trap is in the sheet: a stroke that reads as either digit, a smudge. The wrong answers come back and the lesson teaches itself. You were supposed to check.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one experience beats every ban, filter and lockdown. Hand the prompt out like a worksheet: "paste these instructions as your first message." Expect a recorded screen or an exported session. Older students get to experiment as the objective itself: the writing challenge, the rhyming challenge, whatever riddles the English teachers love. The constraint that keeps it honest is personalization. Narrate it from summer camp. Reference this week's unit. Meet a criterion the model can't know.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Privacy rides along for free. If you share Lake Tahoe, maybe not the photo of your grandparents' place on the water that any model can geolocate. Nobody is teaching students how these systems actually work. This assignment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Thirty seconds: what would the smudge be in your subject? Take two.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09:30 to 11:00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price does the discount use?" Learner: "The original $100."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Clarify → conceptual hint → missing step → part of an example → full explanation → fresh reconstruction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scripted turns. The diagnostic question finds where the base got lost. The tutor neither praises the error nor dumps the solution. Attempt-first can't punish a kid who can't begin; clarifying a term or offering a parallel example may be the right first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the ladder. Clarification: the second change acts on the new price. Conceptual hint: find the current base. Missing step: the intermediate $120. Partial example: multiply a different amount by 0.8. Full explanation, then a fresh reconstruction later. Write down which rung you gave, because supported and independent performance are different evidence. Never as a moral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11:00 to 15:30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$100 → $120 → $96. Why does the second base change?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$80 → +25% → −20%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two scripted learners from the runbook, then go live. Reveal the wrong argument. Let the room find the base. Reveal $120 only after the diagnostic question. Ask for $96 and one sentence explaining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change the numbers: $80, up 25%, down 20%. It comes back to $80, because 1.25 times 0.8 is 1. That breaks the shortcut the room just formed, "opposite changes never cancel," and that's the point. A transfer item with the same invariant and different numbers is where you find out whether they learned the rule or memorized the example.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room is quiet, present the prepared learner response. Never pressure an individual into a public assessment.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Runbook section 5 for the scripted turns. Two-minute compression: skip the kit, run only the $100 sequence, state the $80 item.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15:30 to 18:00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Base identified 0–2 · Calculation justified 0–2 · Transfer explained 0–2 · Help in its own column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Record: concept · what they said · what help they got · next check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Never "weak at reasoning." Never "likely cheated."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Zero: the wrong base persists. One: the right number, no explanation. Two: the learner explains the current amount. Help goes in its own column so a human can read it, and asking a question costs nothing. Try the rubric on sample work before it touches a grade.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record is four lines. Concept: changing percentage base. Observed: used the original amount for the second change. Support: conceptual hint. Next check: a new item after practice. Keep what the learner said separate from what a model inferred. Follow-ups come from a blueprint, not chatbot curiosity: "does reversing the multipliers change the result?" probes structure; a harder question is not a fair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Bastani and colleagues found supported performance and later unaided performance can diverge, and the safeguards that matter come from teachers. So record the conditions, and include an independent check when independence is the objective. A mismatch needs a human to interpret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that finding is not news, which is the useful part. Soderstrom and Bjork reviewed fifty years of it in 2015: how well someone performs while being helped and how much they actually learned come apart routinely, and the conditions that flatter practice frequently damage retention. A tutor is a machine for removing difficulty. Some of that difficulty was the part where they learned. None of this convicts anyone; your integrity process stays where it is. This is the last time I'll say that.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Bastani et al. (2025), [Generative AI without guardrails can harm learning](https://doi.org/10.1073/pnas.2422633122), PNAS. A [correction](https://doi.org/10.1073/pnas.2518204122) exists; check it before quoting figures.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Soderstrom and Bjork (2015), [Learning versus performance: an integrative review](https://doi.org/10.1177/1745691615569000), Perspectives on Psychological Science 10(2), 176 to 199.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15:30 to 18:00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Base identified 0–2 · Calculation justified 0–2 · Transfer explained 0–2 · Help in its own column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Record: concept · what they said · what help they got · next check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Never "weak at reasoning." Never "likely cheated."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Zero: the wrong base persists. One: the right number, no explanation. Two: the learner explains the current amount. Help goes in its own column so a human can read it, and asking a question costs nothing. Try the rubric on sample work before it touches a grade.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record is four lines. Concept: changing percentage base. Observed: used the original amount for the second change. Support: conceptual hint. Next check: a new item after practice. Keep what the learner said separate from what a model inferred. Follow-ups come from a blueprint, not chatbot curiosity: "does reversing the multipliers change the result?" probes structure; a harder question is not a fair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Bastani and colleagues found supported performance and later unaided performance can diverge, and the safeguards that matter come from teachers. So record the conditions, and include an independent check when independence is the objective. A mismatch needs a human to interpret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that finding is not news, which is the useful part. Soderstrom and Bjork reviewed fifty years of it in 2015: how well someone performs while being helped and how much they actually learned come apart routinely, and the conditions that flatter practice frequently damage retention. A tutor is a machine for removing difficulty. Some of that difficulty was the part where they learned. None of this convicts anyone; your integrity process stays where it is. This is the last time I'll say that.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Bastani et al. (2025), [Generative AI without guardrails can harm learning](https://doi.org/10.1073/pnas.2422633122), PNAS. A [correction](https://doi.org/10.1073/pnas.2518204122) exists; check it before quoting figures.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Soderstrom and Bjork (2015), [Learning versus performance: an integrative review](https://doi.org/10.1177/1745691615569000), Perspectives on Psychological Science 10(2), 176 to 199.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18:00 to 20:30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Recall errors and reading errors are different animals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 groups, speaking: the incentives reset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Voice is biometric. Offline. Zero retention. Age-appropriate. Written alternative.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Answering from memory and reading a model's output aloud produce different mistakes. The reader falls behind as the text wraps and jumps. They mispronounce a word they'd never have chosen. Spoken language carries enough tells to sort likely from unlikely, never to convict.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 groups, speaking, in class: that resets the table. It adds social pressure against cheating and hands you knobs on an incentive structure that today is a magical cheating genie. Not foolproof. A student can build an agent told to seem dumb at first and then learn. Fine. We're changing incentives, not buying certainty.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care, and it's real. A student's voice identifies them and can be cloned. Fingerprinting voices is plausible technology; that's a reason for caution, not a feature. Newer offline models claim to detect frustration and distress in speech, and offline is what lets them meet zero-retention, no-sharing district rules on modest hardware. Any student-facing voice tool gets maximum privacy, a written alternative, age-appropriate use only, and a retention rule written before the first recording. A replay is context, never proof.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20:30 to 22:30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Teacher talk · student talk · think time · AI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Guided by you, or alone with the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"Show me five students who took a path worth showing the room."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already count who's talking, how much silence there is, whose engagement it is. Add one factor: AI time. How much of it did you guide, and how much was a student alone with the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the view you have never had. Every transcript from a class of 30 or a course of 300, and a qualitative pass run by the model. Show me the five students who opened a line of inquiry I didn't teach. Show me the one who reached the answer by a path worth putting on the board tomorrow. The same pass surfaces the kid who typed exactly the right terms, or pasted a big block from somewhere. Before you conclude anything: a big block also looks like voice-to-text. Look first.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know what you are up against when you read the model's summary instead of the transcript. Skitka and colleagues measured it in 1999: people given a highly but imperfectly reliable aid did worse than people given no aid at all, because it is right often enough that you stop checking. The summary is a place to start looking, never a place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Skitka, Mosier and Burdick (1999), [Does automation bias decision-making?](https://doi.org/10.1006/ijhc.1999.0252), International Journal of Human-Computer Studies 51(5), 991 to 1006.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transcript that showed you a path to the answer you would not have taught.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22:30 to 24:30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"You're my tutor. Don't give me answers. I'm here with three classmates."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Photograph the whiteboard; the objective is the system prompt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Push the practice run first. Then reward the kid who asks for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Seen in the wild: students telling a voice assistant not to give them answers, then arguing about Lincoln with it for twenty minutes. So give it the objective. Have them photograph the whiteboard. My prediction is that we end up writing objectives on the board addressed to the agent: "Tutor bot, help my students with..." It holds the rigor you set, explores the stretch goals, fills the remedial gaps, and tells you, the aides and the parents what it saw. Write it in whatever objective process you already use; Lemov's 4Ms work fine.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other half is discipline. At first, the agent pushes: want a practice run, flashcards, a pop quiz? Then it rewards the student who asks before the test unprompted, and it names the connection distracted students miss: "five flashcards an hour before produced a 98; your last three tests had no prep." Made-up numbers, real mechanism. As someone with ADHD, an assistant that reorders my day and says "you bombed the section quizzes after that reading, take a twenty-minute walk" is not a luxury. It's applied cognitive science with a channel toward wellbeing.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student who told the tutor not to give answers.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the same tool that lets a kid phone it in is the one that hands a sculptor the clay; that story is in the long version.</a:t>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13. 24:30 to 28:00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Capability → task → the smudge → follow-up → permitted help → rubric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Minutes to review a class 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Neighbor challenges one hidden assumption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Pairs, three minutes. Write the capability, the task, the smudge that makes verification feel like cheating, one purposeful follow-up, the help you'll permit, and the interpretation you could defend to a parent. Then estimate the minutes to review a class set, because a richer assessment nobody has time to read is a worse assessment. Let the model draft the follow-ups and summarize with links to the excerpt; grading, accusations and anything sensitive stay with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your neighbor challenges one hidden assumption: does this also measure fluency, paid-tool access, or comfort speaking under pressure? TEQSA's guidance backs contextual, multiple approaches. This worksheet is our version of it. Output: a sketch you can review, then a small pilot.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TEQSA (2023), [Assessment reform for the age of artificial intelligence](https://www.teqsa.gov.au/guides-resources/resources/corporate-publications/assessment-reform-age-artificial-intelligence).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minutes writing, one minute of challenge. Call time on the challenge, not the writing.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28:00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Explain it. Challenge it. Change it. Apply it. Defend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Too much power to hold casually. Prove the value constantly.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Stop trying to prove who typed the sentence. Ask whether the student can explain it, challenge it, change it, apply it, and defend it. That means teaching changes: how we put agents in the room, how we model using them, how we design group work around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kid next to the Casio owner didn't need a watch. The kid with no car never touched the clay. The same tool that lets Johnny phone it in is the one that can hand a sculptor the clay. Which one happens is a design decision, and it's 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 great deal of data and a great deal of power. Too much to hold casually. The value has to be proven, constantly, for educators and students, or the data should not exist. No ambling through conversations dispensing answers. A purpose-built machine. There are technical ways to build one; come find me after.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Land on "come find me after."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Liang et al. (2023), [GPT detectors are biased against non-native English writers](https://doi.org/10.1016/j.patter.2023.100779), Patterns.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Koedinger and Aleven (2007), [Exploring the Assistance Dilemma in Experiments with Cognitive Tutors](https://doi.org/10.1007/s10648-007-9049-0), Educational Psychology Review 19(3), 239 to 264. Cited on slide 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Bastani et al. (2025), [Generative AI without guardrails can harm learning](https://doi.org/10.1073/pnas.2422633122), PNAS. A [correction](https://doi.org/10.1073/pnas.2518204122) exists; check it before quoting figures.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Soderstrom and Bjork (2015), [Learning versus performance: an integrative review](https://doi.org/10.1177/1745691615569000), Perspectives on Psychological Science 10(2), 176 to 199.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Skitka, Mosier and Burdick (1999), [Does automation bias decision-making?](https://doi.org/10.1006/ijhc.1999.0252), International Journal of Human-Computer Studies 51(5), 991 to 1006.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TEQSA (2023), [Assessment reform for the age of artificial intelligence](https://www.teqsa.gov.au/guides-resources/resources/corporate-publications/assessment-reform-age-artificial-intelligence).</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Outsmart Your Lying, Cheating</a:t>
            </a:r>
            <a:endParaRPr lang="en-US" sz="3750"/>
          </a:p>
          <a:p>
            <a:pPr marL="0" indent="0">
              <a:lnSpc>
                <a:spcPts val="4500"/>
              </a:lnSpc>
              <a:spcAft>
                <a:spcPts val="0"/>
              </a:spcAft>
              <a:buNone/>
            </a:pPr>
            <a:r>
              <a:rPr lang="en-US" sz="3750" b="1">
                <a:solidFill>
                  <a:srgbClr val="202B33"/>
                </a:solidFill>
                <a:latin typeface="Arial"/>
                <a:ea typeface="Arial"/>
                <a:cs typeface="Arial"/>
              </a:rPr>
              <a:t xml:space="preserve">Students</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30-minute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13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13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cat is out of the bag</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Horse out of the barn. Cat out of the bag.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Math class survived the Casio watch.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historical parallels have been beaten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death, so one and done: the calculator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panic. Specifically the Casio calculator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watch. Math class was dead. The kid sitting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next to the Casio owner didn't even need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Confession: I may have used one or two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assessment. But we're not here for that.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What I did was wholesome. These kids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phoning it in. Not even trying.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Infuriating, right?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calculator-clutching ancestors had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a real trajectory into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curriculum. So do we. Everything today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authored fixtures, a rubric I'm proposing,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one exercise that shows evidence being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collected. Here's the plan: what we stop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doing, what we protect, what we teach,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three ways to actually outsmart them.</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13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doom loop</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Proctoring fails. The pop quiz proves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already knew.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Getting away with it is the reward.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Students are the original adversarial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actors.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can feel like you've lost.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proctoring tools fail readily. What still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works is the cold call or the pop quiz,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all it proves is that the student can't hit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first rung of Bloom's taxonomy. Can't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recall it. Can't spell it. That crushes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and it cements the loop: the student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learns they can cheat through,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reward is getting away with it. Even when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caught, there's no stigma for using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something as common as a phone.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Pummeling them with gotcha quizzes proves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you already knew: Johnny ain't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learning too good. Block the chatbot on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network and they share a VPN from a phone.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Life finds a way. Students are the original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adversarial actors.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detector is the same trap in software.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Liang and colleagues found the detectors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they tested flagged non-native English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writers at alarming rates. And even if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detector were perfect, it answers the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question. Who typed the sentence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whether the kid can do the thing.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13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Write down where the foundations happen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Pencil, paper, whiteboard, peers: in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curriculum, with the reason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same document: "and we are going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teach you the tool"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the trajectory down. Where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handwriting live, and why: the spatial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motor work a pencil activates, the argument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have out loud with a peer, the cohort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find by talking through a problem.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Build the environment where those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foundations still happen with no model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room.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in the same document, tell students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you're going to teach them the tool.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purpose. Independent competence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competent tool use both belong in a course.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They need different evidence, and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checkpoint should say which one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tension is older than the panic and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has a name. Koedinger and Aleven called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assistance dilemma in 2007: give too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much help and the learner never has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generate anything, give too little and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stall out. Nobody has solved it. Say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 loud, because a vendor whose tutor has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help level exactly right is selling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solved version of an open problem.</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13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polished answer with a hole in it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20% rise and a 20% fall cancel."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prose is clean. The denominator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Here's the fixture for the rest of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talk. A shop raises a $100 price by 20%,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discounts the new price by 20%.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student writes: equal and opposite, so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final price is $100. Clean sentence.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Confident. Wrong base.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capability we're after is narrow enough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the room to inspect: explain why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percentage acts on a base, and how the base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changes across a sequence. Now imagine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correct number with this faulty explanation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hiding behind it. What would a final-answer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assessment have caught? Nothing.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13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Outsmart move one: make verification feel like</a:t>
            </a:r>
            <a:endParaRPr lang="en-US" sz="2550"/>
          </a:p>
          <a:p>
            <a:pPr marL="0" indent="0">
              <a:lnSpc>
                <a:spcPts val="3060"/>
              </a:lnSpc>
              <a:spcAft>
                <a:spcPts val="0"/>
              </a:spcAft>
              <a:buNone/>
            </a:pPr>
            <a:r>
              <a:rPr lang="en-US" sz="2550" b="1">
                <a:solidFill>
                  <a:srgbClr val="202B33"/>
                </a:solidFill>
                <a:latin typeface="Arial"/>
                <a:ea typeface="Arial"/>
                <a:cs typeface="Arial"/>
              </a:rPr>
              <a:t xml:space="preserve">cheating</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"Take a picture of these hundred problems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make the model do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1 that looks like a 7. A smudge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turns an 8 into a 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didn't check the results? Johnny,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you're not gonna make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highest-leverage assignment I know lets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students feel like they're cheating.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Photograph the sheet, feed it to the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submit. The trap is in the sheet: a stroke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reads as either digit, a smudge.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wrong answers come back and the lesson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teaches itself. You were supposed to check.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one experience beats every ban, filter</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and lockdown. Hand the prompt out like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worksheet: "paste these instructions 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first message." Expect a recorded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screen or an exported session. Older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students get to experiment as the objective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itself: the writing challenge, the rhyming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challenge, whatever riddles the English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teachers love. The constraint that keeps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honest is personalization. Narrate it from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summer camp. Reference this week's unit.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Meet a criterion the model can't know.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Privacy rides along for free. If you share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Lake Tahoe, maybe not the photo of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grandparents' place on the water that any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can geolocate. Nobody is teaching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students how these systems actually 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assignment does.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13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Ask for an attempt, then ration the help</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"Which price does the discount 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Learner: "The original $100."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Clarify → conceptual hint → missing step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part of an example → full explanation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fresh reconstruction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Two scripted turns. The diagnostic question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finds where the base got lost. The tutor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neither praises the error nor dumps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solution. Attempt-first can't punish a kid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who can't begin; clarifying a term 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offering a parallel example may be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right first move.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the ladder. Clarification: the second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 acts on the new price. Conceptual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hint: find the current base. Missing step: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intermediate $120. Partial example: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multiply a different amount by 0.8. Full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explanation, then a fresh reconstruction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later. Write down which rung you gave,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supported and independent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performance are different evidence. Never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 a moral failure.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13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Demo: the four-minute reconstruction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$100 → $120 → $96. Why does the second base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$80 → +25% → −20%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Run the two scripted learners from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runbook, then go live. Reveal the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argument. Let the room find the base.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Reveal $120 only after the diagnostic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question. Ask for $96 and one sentence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explaining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change the numbers: $80, up 25%, down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20%. It comes back to $80, because 1.25</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times 0.8 is 1. That breaks the shortcut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room just formed, "opposite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never cancel," and that's the point.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transfer item with the same invariant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numbers is where you find 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whether they learned the rule or memorized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example.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If the room is quiet, present the prepared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learner response. Never pressure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individual into a public assessment.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13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Score the reasoning, then write down what you saw</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Base identified 0–2 · Calculation justified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0–2 · Transfer explained 0–2 · Help in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own column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Record: concept · what they said ·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help they got · next check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Never "weak at reasoning." Never "likely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cheated."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Zero: the wrong base persists. One: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right number, no explanation. Two: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learner explains the current amount. Help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goes in its own column so a human can read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and asking a question costs nothing.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Try the rubric on sample work before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touches a grade.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record is four lines. Concept: changing</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percentage base. Observed: used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original amount for the second change.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Support: conceptual hint. Next check: a new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item after practice. Keep what the learner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said separate from what a model inferred.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Follow-ups come from a blueprint,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chatbot curiosity: "does reversing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multipliers change the result?" probes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structure; a harder question is not a fair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comparison.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Bastani and colleagues found supported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performance and later unaided performance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diverge, and the safeguards that matter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come from teachers. So record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conditions, and include an independent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check when independence is the objective.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mismatch needs a human to interpret it.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13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Score the reasoning, then write down what you saw</a:t>
            </a:r>
            <a:endParaRPr lang="en-US" sz="2550"/>
          </a:p>
          <a:p>
            <a:pPr marL="0" indent="0">
              <a:lnSpc>
                <a:spcPts val="3060"/>
              </a:lnSpc>
              <a:spcAft>
                <a:spcPts val="0"/>
              </a:spcAft>
              <a:buNone/>
            </a:pPr>
            <a:r>
              <a:rPr lang="en-US" sz="2550" b="1">
                <a:solidFill>
                  <a:srgbClr val="202B33"/>
                </a:solidFill>
                <a:latin typeface="Arial"/>
                <a:ea typeface="Arial"/>
                <a:cs typeface="Arial"/>
              </a:rPr>
              <a:t xml:space="preserve">(continued)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And that finding is not news, which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useful part. Soderstrom and Bjork reviewed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fifty years of it in 2015: how well someone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performs while being helped and how much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they actually learned come apart routinely,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the conditions that flatter practice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frequently damage retention. A tutor is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machine for removing difficulty. Some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difficulty was the part where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learned. None of this convicts anyone;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integrity process stays where it is. This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the last time I'll say that.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13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Outsmart move two: make them say it out loud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Recall errors and reading errors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animals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groups, speaking: the incentives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Voice is biometric. Offline. Zero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retention. Age-appropriate. Written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alternative.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Answering from memory and reading a model's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output aloud produce different mistakes.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reader falls behind as the text wraps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jumps. They mispronounce a word they'd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never have chosen. Spoken language carries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enough tells to sort likely from unlikely,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never to convict.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groups, speaking, in class: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resets the table. It adds social pressure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against cheating and hands you knobs on an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incentive structure that today is a magical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cheating genie. Not foolproof. A student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build an agent told to seem dumb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first and then learn. Fine. We're changing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incentives, not buying certainty.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the care, and it's real. A student's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voice identifies them and can be cloned.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Fingerprinting voices is plausible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technology; that's a reason for caution,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a feature. Newer offline models claim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detect frustration and distress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speech, and offline is what lets them meet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zero-retention, no-sharing district rules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modest hardware. Any student-facing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voice tool gets maximum privacy, a written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alternative, age-appropriate use only,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retention rule written before the first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recording. A replay is context, never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proof.</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13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Outsmart move three: count AI time, then read all 300</a:t>
            </a:r>
            <a:endParaRPr lang="en-US" sz="2550"/>
          </a:p>
          <a:p>
            <a:pPr marL="0" indent="0">
              <a:lnSpc>
                <a:spcPts val="3060"/>
              </a:lnSpc>
              <a:spcAft>
                <a:spcPts val="0"/>
              </a:spcAft>
              <a:buNone/>
            </a:pPr>
            <a:r>
              <a:rPr lang="en-US" sz="2550" b="1">
                <a:solidFill>
                  <a:srgbClr val="202B33"/>
                </a:solidFill>
                <a:latin typeface="Arial"/>
                <a:ea typeface="Arial"/>
                <a:cs typeface="Arial"/>
              </a:rPr>
              <a:t xml:space="preserve">transcripts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Teacher talk · student talk · think time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AI 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Guided by you, or alone with the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"Show me five students who took a path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worth showing the room."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already count who's talking, how much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silence there is, whose engagement it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Add one factor: AI time. How much of it did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guide, and how much was a student alone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the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the view you have never had.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transcript from a class of 30 or a course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300, and a qualitative pass run by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Show me the five students who opened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line of inquiry I didn't teach. Show 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one who reached the answer by a path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worth putting on the board tomorrow.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pass surfaces the kid who typed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exactly the right terms, or pasted a big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block from somewhere. Before you conclude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anything: a big block also looks like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voice-to-text. Look first.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know what you are up against when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read the model's summary instead of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transcript. Skitka and colleagues measured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in 1999: people given a highly but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imperfectly reliable aid did worse than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people given no aid at all, because it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right often enough that you stop checking.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summary is a place to start looking,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never a place to stop.</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13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Write the objective to the agent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"You're my tutor. Don't give me answers.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 here with three classmates."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Photograph the whiteboard; the objective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system prompt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Push the practice run first. Then reward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kid who asks for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Seen in the wild: students telling a voice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assistant not to give them answers, then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arguing about Lincoln with it for twenty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minutes. So give it the objective.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them photograph the whiteboard. My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prediction is that we end up writing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objectives on the board addressed to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"Tutor bot, help my students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It holds the rigor you set,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explores the stretch goals, fills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remedial gaps, and tells you, the aides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parents what it saw. Write it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whatever objective process you already 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Lemov's 4Ms work fine.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other half is discipline. At first,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pushes: want a practice run,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flashcards, a pop quiz? Then it rewards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student who asks before the test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unprompted, and it names the connection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distracted students miss: "five flashcards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hour before produced a 98; your last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three tests had no prep." Made-up numbers,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real mechanism. As someone with ADHD,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assistant that reorders my day and says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bombed the section quizzes after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reading, take a twenty-minute walk"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luxury. It's applied cognitive science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a channel toward wellbeing.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13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Redesign one checkpoint this week</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Capability → task → the smudge → follow-up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permitted help → rubric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Minutes to review a class set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Neighbor challenges one hidden assumption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Pairs, three minutes. Write the capability,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task, the smudge that makes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verification feel like cheating,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purposeful follow-up, the help you'll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permit, and the interpretation you could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defend to a parent. Then estimate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minutes to review a class set, because a</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richer assessment nobody has time to read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a worse assessment. Let the model draft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follow-ups and summarize with links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excerpt; grading, accusations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anything sensitive stay with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your neighbor challenges one hidden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assumption: does this also measure fluency,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paid-tool access, or comfort speaking under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pressure? TEQSA's guidance backs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contextual, multiple approaches. This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worksheet is our version of it. Output: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sketch you can review, then a small pilot.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13 / 13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 purpose-built machine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Explain it. Challenge it. Change it. Apply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Defend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Too much power to hold casually. Prove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value constantly.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Stop trying to prove who typed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sentence. Ask whether the student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explain it, challenge it, change it, apply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and defend it. That means teaching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changes: how we put agents in the room, how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model using them, how we design group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 around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kid next to the Casio owner didn't need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watch. The kid with no car never touched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clay. The same tool that lets Johnny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phone it in is the one that can hand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sculptor the clay. Which one happens is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design decision, and it's ours.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is a great deal of data and a great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deal of power. Too much to hold casually.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value has to be proven, constantly,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educators and students, or the data should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exist. No ambling through conversations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dispensing answers. A purpose-built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machine. There are technical ways to build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come find me after.</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Liang et al. (2023), GPT detectors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biased against non-native English writers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https://doi.org/10.1016/j.patter.2023.100779,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Patterns.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Koedinger and Aleven (2007), Exploring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Assistance Dilemma in Experiments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Cognitive Tutors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https://doi.org/10.1007/s10648-007-9049-0),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Educational Psychology Review 19(3, 239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264. Cited on slide 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Bastani et al. (2025), Generative AI</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guardrails can harm learning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https://doi.org/10.1073/pnas.2422633122),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PNAS.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[correction](https://doi.org/10.1073/pnas.2518204122</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exists; check it before quoting figures.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Soderstrom and Bjork (2015), Learning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versus performance: an integrative review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https://doi.org/10.1177/1745691615569000),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Perspectives on Psychological Science 10(2,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176 to 199.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Skitka, Mosier and Burdick (1999),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automation bias decision-making?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https://doi.org/10.1006/ijhc.1999.0252),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International Journal of Human-Computer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Studies 51(5, 991 to 1006.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TEQSA (2023), Assessment reform for the 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artificial intelligence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https://www.teqsa.gov.au/guides-resources/resources/corporate-publications/assessment-reform-age-artificial-intelligence.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16</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16</Slides>
  <Notes>16</Notes>
</Properties>
</file>

<file path=docProps/core.xml><?xml version="1.0" encoding="utf-8"?>
<cp:coreProperties xmlns:cp="http://schemas.openxmlformats.org/package/2006/metadata/core-properties" xmlns:dc="http://purl.org/dc/elements/1.1/" xmlns:dcterms="http://purl.org/dc/terms/" xmlns:xsi="http://www.w3.org/2001/XMLSchema-instance">
  <dc:title>Outsmart Your Lying, Cheating Students</dc:title>
  <dc:creator>Dan Levy</dc:creator>
  <dc:description>handout edition generated from current reviewed talk materials</dc:description>
  <dcterms:created xsi:type="dcterms:W3CDTF">2026-09-06T09:11:14Z</dcterms:created>
</cp:coreProperties>
</file>