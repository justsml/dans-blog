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down where the foundations happen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Ask for an attempt, then 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room is quiet, present the prepared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response. Never pressure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individual into a public assessment.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count AI time, then read all 300</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2026-09-07T01:22:59Z</dcterms:created>
</cp:coreProperties>
</file>