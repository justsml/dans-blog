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[Procurement route](../packets/evidence-learning/procurement-route.md)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smudged arithmetic sheet is the K-12 example. [Show Me the Misconception](../packets/evidence-learning/procurement-route.md), the 15-minute procurement route, uses the history-essay example instead, so a program can book both without hearing the percentage fixture twice.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Koedinger and Aleven called this the assistance dilemma in 2007 - too much help and they coast, too little and they flounder - and nobody has closed it.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Soderstrom and Bjork reviewed fifty years of evidence that performance during practice and learning that lasts come apart routinely; supported and unaided go in separate columns.</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17:30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know what you are up against when you read a model's summary instead of the transcripts.</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 And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assessment depends on knowing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typed a paragraph, the detector has become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your curriculum.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Pencil first. Then the tool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four minutes inside a five-minute slide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scripted tutor turns — from the kit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 read off the card — then go live. Reveal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argument. Let the room find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 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read all 300 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(August 2025 fixes an author affiliation;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 result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2026-09-07T02:16:43Z</dcterms:created>
</cp:coreProperties>
</file>