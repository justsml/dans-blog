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Price, cost, and value are three different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Those enormous commitments are moves, not measurements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not. They are evidence about strategy, and Thomas Schelling gave us the word in 1960: a credible commitment. You deliberately destroy your own ability to back out, precisely so everyone else updates. Burn the boats. A ten-year contract you cannot walk away from is not a disclosure of your margins. It is a signal that you intend to still be here, aimed at competitors and at customers who are nervous about picking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the argument famous with QWERTY in 1985, and I want to be straight with you, because it matters for how you use this: economists have been fighting about that example ever since. Liebowitz and Margolis published a paper in 1990 called The Fable of the Keys arguing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acceptance rate is a price multiplier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change one assumption, watch the unit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change one assumption, watch the unit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 Quality is held fixed, which is itself an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on the next three slides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Reversibility has a price and you can compute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ten dollars and you should never do it. Identical project. The sweep is what tells you which world you are living in. And preserved acceptance is an assumption until an eval says otherwise;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Reversibility has a price and you can compute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ten dollars and you should never do it. Identical project. The sweep is what tells you which world you are living in. And preserved acceptance is an assumption until an eval says otherwise;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 Leave the table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Leave the sweep table on screen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Cry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Price, cost, and value are three different numbers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Those enormous commitments are moves, not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measurements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$250B incremental Azure services contracted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OpenAI · Microsoft, 28 Oct 2025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$100B AWS commitment over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 Amazon, 20 Apr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Up to $200K AWS Activate credits · offer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 5 Sep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everyone quotes. Microsoft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announced in October 2025 that OpenAI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contracted to purchase an incremental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billion dollars of Azure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services. Amazon announced in April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Anthropic committed more than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billion over ten years. AWS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Activate offers eligible startups up to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thousand in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reads these as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They are not. They are evidence about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strategy, and Thomas Schelling gave us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in 1960: a credible commitment.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deliberately destroy your own ability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out, precisely so everyone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updates. Burn the boats. A ten-year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you cannot walk away from is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disclosure of your margins. It is a signal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you intend to still be here, aimed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competitors and at customers who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nervous about picking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tells you something about the game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Two well-funded players racing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acquire the same customers, both burning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capital, neither able to stop first,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war of attrition. In that model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low for as long as both sides can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it there. Note who is not a player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game. You are not a combatant.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the terrain.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has fallen off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cliff over the last few years,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bill went up. Everyone in this room has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conversation with a CFO and lost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not being gouged and you did not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wrong. Spend is price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and consumption is jobs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Cheapness moved every term on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Epoch's data through 2025 shows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fixed capability falling fast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unevenly by task, which is real and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and is also exactly the condition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 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Both things can be fine. A falling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growing bill coexist comfortably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 as customer value grows faster.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is the relationship to measure, and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measures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lots are already built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Repealing the parking minimum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asphalt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four: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test: try to remove one model call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hours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that should worry you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the price. Shoup won. Cities have been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repealing parking minimums for a decade.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lots are still there. The businesses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could have opened on that land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open. The environment outlived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that produced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path dependence, word four: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 get to depends on how you got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reversal costs more than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did. Paul David made the argument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famous with QWERTY in 1985, and I want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 straight with you, because it matters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how you use this: economists have been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fighting about that example ever since.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Liebowitz and Margolis published a paper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1990 called The Fable of the Keys arguing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was thin. The concept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survives. The canonical example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is instructive, because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dependence is very easy to assert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hard to prove, including about your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codebase. So do not assert it. Measure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model call in your product and try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remove it. Count the hours. That number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your lock-in, and it is the only version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this argument that will survive contact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your staff engineer.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it, and give the money back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and it is not a policy forbidding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It is putting the number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 of the person making the choice,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moment they make it.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acceptance rate is a price multiplier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change one assumption, watch the unit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 Quality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held fixed, which is itself an assumption.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change one assumption, watch the unit cost</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three slides is just a way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reducing specificity or pricing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Reversibility has a price and you can compute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eight: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option has value. It also has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abstraction tax, eval upkeep,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rehearsal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project, different answer,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which world you are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in this field says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like it is a personality trait.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not. It is an option,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financial sense, and Dixit and Pindyck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wrote the book on valuing exactly this kind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flexibility under uncertainty. The right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 switch providers has a value that 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how uncertain the price is and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exposed you are. It also has a premium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every month: the abstraction tax,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eval suite, rehearsal time,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generic wrapper that hides real differences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models and occasionally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do not argue about portability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it. Your exposure is the three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slide times your volume.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is the engineering you would spend.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two numbers.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Reversibility has a price and you can compute it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Same for optimization. Take a cache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router that halves inference per attempt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acceptance rate. In our fixture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saves one cent per attempt at one-times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ten cents at ten-times. Divide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build cost by that, divide by monthly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and you have payback in months.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a million attempts a month, ten cents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is a hundred thousand dollars a month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you should have started yesterday.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it is ten dollars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you should never do it. Identical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project. The sweep is what tells you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you are living in. And preserved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is an assumption until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otherwise; a router that costs more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than it saves is not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 Leave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table up.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Microsoft, 28 Oct 2025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https://blogs.microsoft.com/blog/2025/10/28/the-next-chapter-of-the-microsoft-openai-partnership/)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[Amazon, Apr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2026](https://www.aboutamazon.com/news/company-news/amazon-invests-additional-5-billion-anthropic-ai)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[AWS Activate, accessed 5 Sep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2026](https://aws.amazon.com/startups/credits/.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Schelling (1960), The Strategy of Conflict,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Harvard University Press. Nobel 2005.</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David (1985), Clio and the Economics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QWERTY, American Economic Review 75(2).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Contested by Liebowitz and Margolis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Fable of the Keys, Journal of Law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Economics 33(1). Arthur (1989),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Technologies, Increasing Returns,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Lock-In by Historical Events, The Economic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Journal 99(394).</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Dixit and Pindyck (1994), Investment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Princeton University Press.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Cry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Cry Me a Free Tier</dc:title>
  <dc:creator>Dan Levy</dc:creator>
  <dc:description>handout edition generated from current reviewed talk materials</dc:description>
  <dcterms:created xsi:type="dcterms:W3CDTF">2026-09-06T09:11:14Z</dcterms:created>
</cp:coreProperties>
</file>