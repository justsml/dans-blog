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 id="276" r:id="rIdSlide21"/>
    <p:sldId id="277" r:id="rIdSlide22"/>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 Id="rIdSlide21" Type="http://schemas.openxmlformats.org/officeDocument/2006/relationships/slide" Target="slides/slide21.xml"/><Relationship Id="rIdSlide22" Type="http://schemas.openxmlformats.org/officeDocument/2006/relationships/slide" Target="slides/slide2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Slide" Type="http://schemas.openxmlformats.org/officeDocument/2006/relationships/slide" Target="../slides/slide21.xml"/><Relationship Id="rIdMaster"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Slide" Type="http://schemas.openxmlformats.org/officeDocument/2006/relationships/slide" Target="../slides/slide2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the cheap input taught your architecture to expect.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40 minutes, 15 slides, four audience moments, no Q&amp;A. Nobody outside a provider knows its margins and this talk never estimates one; the fixture arithmetic is synthetic. Say that once, on slide 1, then argue.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scripts](../packets/free-tier/script-40min.md) · [Packet](../packets/free-tier/packet.md) · [Runbook section 4](../demos/DEMO-RUNBOOK.md#4-cry-me-a-free-tier) · [Kit](../demos/index.html) · [Evidence](../packets/free-tier/evidence-bank.md)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talk hands the room eight words: externality, induced demand, Jevons paradox, path dependence, moral hazard, credible commitment, asset specificity, real option. Each one is a thing engineers already feel and cannot name in a budget meeting. Slide 15 lists them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Recheck the dated announcements and the credit offer on slide 4 before every delivery. Regenerate scripts, adaptations and the browser deck with `bun artifacts/speaking-portfolio-expanded/build-talk.ts free-tier`.</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small startup office at night lit by one bare bulb, power cable running out the window to a distant power plant, dark slate background, one amber accent on the bulb,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Price, cost, and value are three different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four separate cardboard boxes in a row, each a different size, one open and empty, dark slate background, amber accent on the open box,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Price paid · Resources consumed · Cost allocated · Value delivered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gap between the last two is why nobody is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boxes. The invoice is the first one. It tells you what you paid and nothing about utilization, depreciation, amortized training, or margin. The second box is what the machine actually burned. The third is how a provider chooses to allocate that internally, which you will never see. The fourth is what the customer 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what you pay and what you would have been willing to pay has a name: consumer surplus. Yours is enormous right now. That is the pleasant explanation for why nobody in your organization is measuring any of this. When something is dramatically cheaper than it is worth to you, measuring it is not worth the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these four does your system actually measure, and which does it assume?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four boxes with your hands. Ask for a show of hands on box two. Count them; it is usually a third of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Why would anyone sell below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four respectable explanations for a low price, and an engineer arguing about this in a meeting should be able to name all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Those enormous commitments are moves, not measurements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$250B incremental Azure services contracted by OpenAI · Microsoft, 28 Oct 2025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More than $100B AWS commitment over ten years · Amazon, 20 Apr 2026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Up to $200K AWS Activate credits · offer checked 5 Sep 2026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everyone quotes. Microsoft announced in October 2025 that OpenAI contracted to purchase an incremental two hundred and fifty billion dollars of Azure services. Amazon announced in April 2026 that Anthropic committed more than a hundred billion over ten years. AWS Activate offers eligible startups up to two hundred thousand in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Everyone reads these as evidence about cost. They are not. They are evidence about strategy, and Thomas Schelling gave us the word in 1960: a credible commitment. You deliberately destroy your own ability to back out, precisely so everyone else updates. Burn the boats. A ten-year contract you cannot walk away from is not a disclosure of your margins. It is a signal that you intend to still be here, aimed at competitors and at customers who are nervous about picking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tells you something about the game underneath. Two well-funded players racing to acquire the same customers, both burning capital, neither able to stop first, is a war of attrition. In that model the price stays low for as long as both sides can pay to keep it there. Note who is not a player in that game. You are not a combatant. You are the terrain.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[Microsoft, 28 Oct 2025](https://blogs.microsoft.com/blog/2025/10/28/the-next-chapter-of-the-microsoft-openai-partnership/) · [Amazon, Apr 2026](https://www.aboutamazon.com/news/company-news/amazon-invests-additional-5-billion-anthropic-ai) · [AWS Activate, accessed 5 Sep 2026](https://aws.amazon.com/startups/credits/).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Schelling (1960), The Strategy of Conflict, Harvard University Press. Nobel 2005.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Recheck all three items the week of the talk. If a number has moved, the frame still works; say the new number.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Free parking was never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an enormous empty parking lot at dusk with a tiny storefront at the far edge, painted lines stretching to the horizon, dark slate background, amber accent on the storefront window,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environment reorganized around it. Buildings spread apart, so density fell. Formats that need a big lot won; the storefront that could not fit one never opened. Every apartment carried a parking space, paid for by tenants who do not drive. Transit lost, because everything was far apart and parking was free at the other end. Every single step was locally reasonable.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Jevons, coal, and the extra lane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12:30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lines on a chart crossing, one falling steeply and one rising, drawn as ribbons, dark slate background, amber accent on the rising ribbon,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your per-token price has fallen off a cliff over the last few years, and your bill went up. Everyone in this room has had that conversation with a CFO and lost it. You are not being gouged and you did not do anything wrong. Spend is price times consumption, and consumption is jobs times calls per job times tokens per call. Cheapness moved every term on the right. Epoch's data through 2025 shows the price of a fixed capability falling fast and very unevenly by task, which is real and worth knowing, and is also exactly the condition under which total spend 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Jevons, coal, and the extra lane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12:30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lines on a chart crossing, one falling steeply and one rising, drawn as ribbons, dark slate background, amber accent on the rising ribbon,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your per-token price has fallen off a cliff over the last few years, and your bill went up. Everyone in this room has had that conversation with a CFO and lost it. You are not being gouged and you did not do anything wrong. Spend is price times consumption, and consumption is jobs times calls per job times tokens per call. Cheapness moved every term on the right. Epoch's data through 2025 shows the price of a fixed capability falling fast and very unevenly by task, which is real and worth knowing, and is also exactly the condition under which total spend 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Now do it to software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same aerial strip mall, but the parking lots are replaced with glowing server racks and the small buildings are tiny code windows, dark slate background, amber accent on the code windows,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lots are already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concentric ripple rings on dark water from a single coin drop, outermost ring reaching the frame edge, dark slate background, amber accent on the coin,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Repealing the parking minimum does not remove the asphalt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four: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test: try to remove one model call and count the hours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should worry you more than the price. Shoup won. Cities have been repealing parking minimums for a decade. The lots are still there. The businesses that could have opened on that land still did not open. The environment outlived the rule that produced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path dependence, word four: where you can get to depends on how you got here, and reversal costs more than the original decision did. Paul David made the argument famous with QWERTY in 1985, and I want to be straight with you, because it matters for how you use this: economists have been fighting about that example ever since. Liebowitz and Margolis published a paper in 1990 called The Fable of the Keys arguing the evidence was thin. The concept survives. The canonical example is contested.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is instructive, because path dependence is very easy to assert and very hard to prove, including about your own codebase. So do not assert it. Measure it. Pick one model call in your product and try to remove it. Count the hours. That number is your lock-in, and it is the only version of this argument that will survive contact with your staff engineer.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David (1985), Clio and the Economics of QWERTY, American Economic Review 75(2). Contested by Liebowitz and Margolis (1990), The Fable of the Keys, Journal of Law and Economics 33(1). Arthur (1989), Competing Technologies, Increasing Returns, and Lock-In by Historical Events, The Economic Journal 99(394).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Whoever chooses is not whoever pays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22:00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five: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architecture is chosen in a design review. The bill arrives 60 days later, somewhere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Shoup's fix was never a ban. It was a meter.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and this one is about your org chart, not your vendor. Moral hazard: when the person making a decision does not bear its cost, they make a different decision. Not a worse person. A different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engineer picks the architecture in a design review on a Tuesday. Finance sees the consequence in an aggregated line item sixty days later, in a different building, attributed to nothing in particular. Nobody in that loop is behaving badly. The meter is invisible at the moment of choice, so consumption is not a moral failure, it is the equilibrium. This is the same structure as the parking lot, running inside your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notice what Shoup actually recommended, because everyone gets this wrong. He never said ban parking. He said charge the right price for it, and give the money back to the neighborhood. Same here. The fix is not austerity and it is not a policy forbidding the model. It is putting the number in front of the person making the choice, at the moment they make it. Estimated cost per accepted outcome, in the design doc, next to the latency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can see a per-feature inference cost without filing a ticket. Very few hands. That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acceptance rate is a price multiplier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22:00 to 25:00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long division symbol drawn large, a pile of coins above the line and a single green checkmark below it, dark slate background, amber accent on the checkmark,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fixture, synthetic and deliberately small: a thousand attempts a month, two cents of inference and one cent of everything else per attempt, seventy-five percent accepted. Thirty dollars, seven hundred and fifty accepted outcomes, four cents each.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change one assumption, watch the unit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29:00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single dial being turned by a hand, the needle sweeping from 1x to 10x, a bar chart behind it rising steeply, dark slate background, amber accent on the needle,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Sensitivity, not prediction. Quality is held fixed, which is itself an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Inference price | Monthly cost | Cost / accepted outcome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 | $30 | $0.040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2× | $50 | $0.067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5× | $110 | $0.147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10× | $210 | $0.280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change one assumption, watch the unit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29:00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single dial being turned by a hand, the needle sweeping from 1x to 10x, a bar chart behind it rising steeply, dark slate background, amber accent on the needle,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Sensitivity, not prediction. Quality is held fixed, which is itself an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Inference price | Monthly cost | Cost / accepted outcome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 | $30 | $0.040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2× | $50 | $0.067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5× | $110 | $0.147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10× | $210 | $0.280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 are not shopping, you are contracting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29:00 to 32:00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boxing ring with one empty corner stool under a spotlight, dark slate background, amber spotlight accent,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shape is always the same. You make an investment that is worth a great deal here and very little anywhere else. That surplus, the part that exists only because you are locked in, is a prize, and at renewal your counterparty can reach for it. Nobody has to be a villain. It is simply what the structure permits, and rational parties do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on the next three slides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 are not shopping, you are contracting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29:00 to 32:00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boxing ring with one empty corner stool under a spotlight, dark slate background, amber spotlight accent,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shape is always the same. You make an investment that is worth a great deal here and very little anywhere else. That surplus, the part that exists only because you are locked in, is a prize, and at renewal your counterparty can reach for it. Nobody has to be a villain. It is simply what the structure permits, and rational parties do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on the next three slides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Reversibility has a price and you can compute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same bar chart with every bar cut in half by a horizontal slice, the removed top halves fading away, dark slate background, amber accent on the cut line,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eight: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option has value. It also has a premium: abstraction tax, eval upkeep, rehearsal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Same project, different answer, depending on which world you are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Everyone in this field says "keep it reversible" like it is a personality trait. It is not. It is an option, in the financial sense, and Dixit and Pindyck wrote the book on valuing exactly this kind of flexibility under uncertainty. The right to switch providers has a value that rises with how uncertain the price is and how exposed you are. It also has a premium you pay every month: the abstraction tax, a second eval suite, rehearsal time, and a generic wrapper that hides real differences between models and occasionally makes everything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do not argue about portability on vibes. Price it. Your exposure is the three prices on the next slide times your volume. Your premium is the engineering you would spend. Compare the two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Same for optimization. Take a cache or a router that halves inference per attempt at the same acceptance rate. In our fixture it saves one cent per attempt at one-times pricing and ten cents at ten-times. Divide your build cost by that, divide by monthly attempts, and you have payback in months. At a million attempts a month, ten cents each is a hundred thousand dollars a month and you should have started yesterday. At a thousand attempts a month it is ten dollars and you should never do it. Identical project. The sweep is what tells you which world you are living in. And preserved acceptance is an assumption until an eval says otherwise; a router that costs more to run than it saves is not better engineering.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Dixit and Pindyck (1994), Investment Under Uncertainty, Princeton University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Reversibility has a price and you can compute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same bar chart with every bar cut in half by a horizontal slice, the removed top halves fading away, dark slate background, amber accent on the cut line,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eight: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option has value. It also has a premium: abstraction tax, eval upkeep, rehearsal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Same project, different answer, depending on which world you are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Everyone in this field says "keep it reversible" like it is a personality trait. It is not. It is an option, in the financial sense, and Dixit and Pindyck wrote the book on valuing exactly this kind of flexibility under uncertainty. The right to switch providers has a value that rises with how uncertain the price is and how exposed you are. It also has a premium you pay every month: the abstraction tax, a second eval suite, rehearsal time, and a generic wrapper that hides real differences between models and occasionally makes everything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do not argue about portability on vibes. Price it. Your exposure is the three prices on the next slide times your volume. Your premium is the engineering you would spend. Compare the two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Same for optimization. Take a cache or a router that halves inference per attempt at the same acceptance rate. In our fixture it saves one cent per attempt at one-times pricing and ten cents at ten-times. Divide your build cost by that, divide by monthly attempts, and you have payback in months. At a million attempts a month, ten cents each is a hundred thousand dollars a month and you should have started yesterday. At a thousand attempts a month it is ten dollars and you should never do it. Identical project. The sweep is what tells you which world you are living in. And preserved acceptance is an assumption until an eval says otherwise; a router that costs more to run than it saves is not better engineering.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Dixit and Pindyck (1994), Investment Under Uncertainty, Princeton University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prices for the next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price tags hanging from strings at different heights, the highest one slightly singed at the edge, dark slate background, amber accent on the singed tag,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we pay today · What we pay without the offer · What we can survive paying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gross usage separately from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an acceptance suite · Rehearse one replacement · Price the portability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and if you take nothing else, take these. The effective rate you pay today. The gross rate with no promotional treatment, which is your exposure if the offer ends. And the highest rate at which this product still makes sense, which is the number nobody has ever calculated and everybody should. Sweep downward too, so you can cancel the optimization project when efficiency makes it pointless.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actions, and each one is one of the words. Record gross consumption separately from credits, so price and subsidy stop being the same number on your dashboard. Keep a small representative acceptance suite, because that is the strike test on your option. Rehearse one provider replacement before you need it, latency and recovery included, because that is how you reduce asset specificity from a slide into a fact. And put the estimated cost per accepted outcome in the design doc next to the latency budget, because that is the meter, and the meter is the fix for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45 seconds in pairs on the third price. Most rooms have never computed it and the silence is useful.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bare bulb from slide 1 now on a desk beside a small solar panel and a battery, the long cable coiled unused, dark slate background, amber accent on the bulb,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 low prices are temporary. Some are a preview of genuinely cheaper production. You do not have to know which. You have to measure outcomes and keep the big choices reversible either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 Leave the table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Say the last line slowly. Leave the sweep table on screen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[Microsoft, 28 Oct 2025](https://blogs.microsoft.com/blog/2025/10/28/the-next-chapter-of-the-microsoft-openai-partnership/) · [Amazon, Apr 2026](https://www.aboutamazon.com/news/company-news/amazon-invests-additional-5-billion-anthropic-ai) · [AWS Activate, accessed 5 Sep 2026](https://aws.amazon.com/startups/credits/).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Schelling (1960), The Strategy of Conflict, Harvard University Press. Nobel 2005.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David (1985), Clio and the Economics of QWERTY, American Economic Review 75(2). Contested by Liebowitz and Margolis (1990), The Fable of the Keys, Journal of Law and Economics 33(1). Arthur (1989), Competing Technologies, Increasing Returns, and Lock-In by Historical Events, The Economic Journal 99(394).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Dixit and Pindyck (1994), Investment Under Uncertainty, Princeton University Press.</a:t>
            </a:r>
            <a:endParaRPr 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[Microsoft, 28 Oct 2025](https://blogs.microsoft.com/blog/2025/10/28/the-next-chapter-of-the-microsoft-openai-partnership/) · [Amazon, Apr 2026](https://www.aboutamazon.com/news/company-news/amazon-invests-additional-5-billion-anthropic-ai) · [AWS Activate, accessed 5 Sep 2026](https://aws.amazon.com/startups/credits/).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Schelling (1960), The Strategy of Conflict, Harvard University Press. Nobel 2005.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David (1985), Clio and the Economics of QWERTY, American Economic Review 75(2). Contested by Liebowitz and Margolis (1990), The Fable of the Keys, Journal of Law and Economics 33(1). Arthur (1989), Competing Technologies, Increasing Returns, and Lock-In by Historical Events, The Economic Journal 99(394).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Dixit and Pindyck (1994), Investment Under Uncertainty, Princeton University Press.</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Cry Me a Free Tier</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electricity for a year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What survives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Sit with that for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because the answer is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thing, but cheaper." It builds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company. Now: what survives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Swap electricity for inference and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whole talk. Here is my one disclaimer,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I am done qualifying: nobody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outside a provider knows its margins, I 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going to guess at one, and every dollar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figure in my arithmetic is invented. What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have is a hundred and fifty years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economists working on exactly this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coal, parking, highways and car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factories, and they gave it names.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what you are getting today.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Engineers lose this argument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meetings because the best we can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"it feels wasteful," and finance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bill looks fine." These eight words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how you say it so it lands.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Price, cost, and value are three different numbers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Price paid · Resources consumed ·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allocated · Value delivered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gap between the last two is why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measuring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boxes. The invoice is the first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tells you what you paid and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utilization, depreciation, amortized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training, or margin. The second box is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machine actually burned. The third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how a provider chooses to allocate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internally, which you will never see.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fourth is what the customer got.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gap between what you pay and what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have been willing to pay has a name: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consumer surplus. Yours is enormous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That is the pleasant explanation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why nobody in your organization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measuring any of this. When something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dramatically cheaper than it is worth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measuring it is not worth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afternoon.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these four does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which does it assume?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Why would anyone sell below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Penetration pricing ·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 Predation · It is genuinely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price cannot tell you which.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next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four respectable explanations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low price, and an engineer arguing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in a meeting should be able to name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pricing: buy the market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raise later. Standard, legal, taught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business school.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the cheap thing funds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 next to it, which is what a two-sided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market does for a living. Predation: below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specifically to remove rivals. In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law that is not a vibe, it is a test.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1993: you need below-cost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pricing and a dangerous probability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And the fourth explanation,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that keeps me honest: it is genuinely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and getting cheaper,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engineering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useful part. You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these from the price.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them from what happens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predicts prices rise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renewal, after switching gets hard.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Predation predicts a rival disappears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prices rise. Genuine efficiency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predicts prices keep falling without anyone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tightening the terms. So watch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terms, watch rate limits, watch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free tier, and stop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read a margin off a token rate.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Those enormous commitments are moves, not</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measurements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$250B incremental Azure services contracted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OpenAI · Microsoft, 28 Oct 2025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than $100B AWS commitment over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 Amazon, 20 Apr 2026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Up to $200K AWS Activate credits · offer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checked 5 Sep 2026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numbers everyone quotes. Microsoft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announced in October 2025 that OpenAI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contracted to purchase an incremental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fifty billion dollars of Azure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services. Amazon announced in April 2026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Anthropic committed more than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billion over ten years. AWS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Activate offers eligible startups up to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thousand in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Everyone reads these as evidence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They are not. They are evidence about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strategy, and Thomas Schelling gave us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in 1960: a credible commitment.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deliberately destroy your own ability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out, precisely so everyone else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updates. Burn the boats. A ten-year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 you cannot walk away from is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disclosure of your margins. It is a signal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you intend to still be here, aimed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competitors and at customers who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nervous about picking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tells you something about the game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underneath. Two well-funded players racing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acquire the same customers, both burning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capital, neither able to stop first,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war of attrition. In that model the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stays low for as long as both sides can pay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keep it there. Note who is not a player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that game. You are not a combatant.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the terrain.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parking was never free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driver sees no meter, so demand looks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cost moves into rents, prices, and land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one: externality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Shoup spent a career on the least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glamorous subject in urban economics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right about all of it. Cities required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developers to build minimum parking.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paid at the meter, so the cost went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somewhere else: into rents, into retail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prices, into land that became asphalt.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drivers saw no price, demand looked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so the minimums grew to match.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That is your first word: externality.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that is real, and paid, but not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making the decision.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 It relocates, and it usually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relocates somewhere you are not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environment reorganized around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Buildings spread apart, so density fell.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Formats that need a big lot won;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storefront that could not fit one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opened. Every apartment carried a parking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paid for by tenants who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drive. Transit lost, because everything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far apart and parking was free at the 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end. Every single step was locally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Jevons, coal, and the extra lane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1865: better engines burned more coal,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a lane, get traffic. Elasticity near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 price × jobs × calls per job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tokens per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1865 William Stanley Jevons noticed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that annoyed everyone. Steam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engines had gotten dramatically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efficient, and Britain was burning far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than before, not less. Efficiency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useful for more things, so people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for more things. That is the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and it is word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transport version is word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induced demand. Add a lane to a congested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highway and you get more traffic. Duranton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Turner measured it across US cities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2011 and found the elasticity of driving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respect to lane-kilometres is roughly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Build ten percent more road, get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more driving. The congestion 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your per-token price has fallen off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cliff over the last few years,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bill went up. Everyone in this room has had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conversation with a CFO and lost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are not being gouged and you did not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wrong. Spend is price times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consumption, and consumption is jobs times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calls per job times tokens per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Cheapness moved every term on the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Epoch's data through 2025 shows the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 fixed capability falling fast and 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unevenly by task, which is real and worth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knowing, and is also exactly the condition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 which total spend rises.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Jevons, coal, and the extra lane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Both things can be fine. A falling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growing bill coexist comfortably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long as customer value grows faster. That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is the relationship to measure, and almost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measures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Now do it to software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Density: a frontier call where a lookup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Business mix: products viable only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today's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Bundled rent: unlimited usage promised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format: deterministic code loses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Walk the same chain through your stack.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Density: a frontier call where a cache,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regex, or a dictionary lookup would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done, because the call looked free. Longer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 more retries, more competing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branches, frontier by default. Business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mix: products whose unit economics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at promotional rates, crowding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products that would have worked 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Bundled rent: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promises to customers, baked into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 priced against an input you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control. And the small format: boring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deterministic code losing the 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"just ask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call it architectural obesity.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any one of those calls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Redundancy is worth paying for, big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worth paying for, three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are sometimes exactly right.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is that nobody measured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extra call bought, because at these prices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had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lots are already built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Repealing the parking minimum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remove the asphalt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four: path dependence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test: try to remove one model call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the hours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part that should worry you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the price. Shoup won. Cities have been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repealing parking minimums for a decade.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lots are still there. The businesses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could have opened on that land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not open. The environment outlived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rule that produced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path dependence, word four: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can get to depends on how you got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reversal costs more than the original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did. Paul David made the argument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famous with QWERTY in 1985, and I want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 straight with you, because it matters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how you use this: economists have been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fighting about that example ever since.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Liebowitz and Margolis published a paper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1990 called The Fable of the Keys arguing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was thin. The concept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survives. The canonical example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is instructive, because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dependence is very easy to assert and 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hard to prove, including about your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codebase. So do not assert it. Measure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Pick one model call in your product and try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remove it. Count the hours. That number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your lock-in, and it is the only version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this argument that will survive contact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your staff engineer.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Whoever chooses is not whoever pays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five: moral hazard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architecture is chosen in a design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The bill arrives 60 days later,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somewhere else.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Shoup's fix was never a ban. It was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five, and this one is about your org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chart, not your vendor. Moral hazard: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person making a decision does not bear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 cost, they make a different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worse person. A different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engineer picks the architecture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 on a Tuesday. Finance sees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consequence in an aggregated line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sixty days later, in a different building,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attributed to nothing in particular.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that loop is behaving badly. The meter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invisible at the moment of choice,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consumption is not a moral failure,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equilibrium. This is the same structure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the parking lot, running inside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notice what Shoup actually recommended,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everyone gets this wrong. He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ban parking. He said charge the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for it, and give the money back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neighborhood. Same here. The fix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austerity and it is not a policy forbidding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It is putting the number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front of the person making the choice,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moment they make it. Estimated cost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outcome, in the design doc,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latency budget.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acceptance rate is a price multiplier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Cost per accepted outcome = total spend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jobs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75% accepted means you pay 1.33× sticker.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45% means 2.22×.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30-point acceptance drop costs exactly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doubling every token price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 dollar figure, define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An accepted outcome meets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rule you wrote down. An impressive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 human quietly repairs afterwards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success, it is a success plus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hidden salary. Count inference,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and recovery. A blended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rate is not a unit economics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fixture, synthetic and deliberately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a thousand attempts a month, two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cents of inference and one cent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else per attempt, seventy-five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accepted. Thirty dollars,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fifty accepted outcomes,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cents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part worth remembering. Divide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rate and you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 on your sticker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percent acceptance means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paying one and a third times the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for every result you keep. Forty-five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means two point two. Run those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numbers together: dropping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to forty-five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costs you exactly the same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token in your stack doubling in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overnight. One of those is on the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page. The other one is a Tuesday.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change one assumption, watch the unit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Sensitivity, not prediction. Quality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held fixed, which is itself an assumption.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Multiply by your volume before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the one-times row, then the ten-times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row. Then move the acceptance rate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it beat the price change, which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thing nobody expects.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Then multiply by your own volume,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table is meaningless without it.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attempts a month this entire talk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not worth an engineer's afternoon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should go build features. At a million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 month the same four rows are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hiring plan. The most expensive mistake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available in this room is not overspending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inference. It is spending three weeks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optimizing a thirty-dollar bill because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conference talk made you anxious.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TABLE</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change one assumption, watch the unit cost</a:t>
            </a:r>
            <a:endParaRPr lang="en-US" sz="2550"/>
          </a:p>
        </p:txBody>
      </p:sp>
      <p:graphicFrame>
        <p:nvGraphicFramePr>
          <p:cNvPr id="4" name="Editable table"/>
          <p:cNvGraphicFramePr/>
          <p:nvPr/>
        </p:nvGraphicFramePr>
        <p:xfrm>
          <a:off x="457200" y="1905000"/>
          <a:ext cx="9144000" cy="2302669"/>
        </p:xfrm>
        <a:graphic>
          <a:graphicData uri="http://schemas.openxmlformats.org/drawingml/2006/main/table">
            <a:tbl>
              <a:tblPr firstRow="1" bandRow="0"/>
              <a:tblGrid>
                <a:gridCol w="3048000"/>
                <a:gridCol w="3048000"/>
                <a:gridCol w="3048000"/>
              </a:tblGrid>
              <a:tr h="460534">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Inference price</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Monthly cost</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Cost / accepted outcome</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$30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$0.040</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2×</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$50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$0.067</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5×</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$0.147</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$210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$0.280</a:t>
                      </a:r>
                      <a:endParaRPr lang="en-US" sz="1575"/>
                    </a:p>
                  </a:txBody>
                  <a:tcPr marL="95250" marR="95250" marT="95250" marB="95250">
                    <a:lnB w="6350">
                      <a:solidFill>
                        <a:srgbClr val="CBD2CF"/>
                      </a:solidFill>
                    </a:lnB>
                    <a:noFill/>
                  </a:tcPr>
                </a:tc>
              </a:tr>
            </a:tbl>
          </a:graphicData>
        </a:graphic>
      </p:graphicFrame>
      <p:sp>
        <p:nvSpPr>
          <p:cNvPr id="5" name="Text 5"/>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6" name="Text 6"/>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are not shopping, you are contracting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six: asset specificity. Word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investment worth a lot inside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and little outside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prompts, evals, fine-tunes, 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unlimited-usage clause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the slide I would keep if you 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other one. Oliver Williamson won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Nobel in 2009 for working out what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two parties make investments that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off inside their relationship. 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asset specificity,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trouble it produces is called 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shape is always the same. You make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investment that is worth a great deal here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very little anywhere else.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surplus, the part that exists only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are locked in, is a prize, and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renewal your counterparty can reach for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has to be a villain. It is simply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the structure permits, and rational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parties do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inventory your specific assets. Prompts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tuned against one model's quirks. An 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that only means anything against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provider's outputs. A fine-tune. A latency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that assumes one serving stack.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sharpest one, an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 you made to your customers, priced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an input you do not control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cannot cap. Every one of those is worth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inside the relationship than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are not shopping, you are contracting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 stop thinking of this as shopping,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 holds the power because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leave. You are contracting, with a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capitalized counterparty,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the collateral. That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reframe is the whole talk, and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next three slides is just a way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reducing specificity or pricing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Reversibility has a price and you can compute it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eight: real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option has value. It also has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premium: abstraction tax, eval upkeep,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rehearsal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project, different answer, depending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which world you are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Everyone in this field says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like it is a personality trait.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not. It is an option,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financial sense, and Dixit and Pindyck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wrote the book on valuing exactly this kind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flexibility under uncertainty. The right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to switch providers has a value that rises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how uncertain the price is and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exposed you are. It also has a premium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every month: the abstraction tax,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eval suite, rehearsal time,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generic wrapper that hides real differences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between models and occasionally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worse.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do not argue about portability on vibes.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it. Your exposure is the three prices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next slide times your volume.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premium is the engineering you would spend.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the two numbers.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Reversibility has a price and you can compute it</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Same for optimization. Take a cache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router that halves inference per attempt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acceptance rate. In our fixture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saves one cent per attempt at one-times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pricing and ten cents at ten-times. Divide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build cost by that, divide by monthly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and you have payback in months.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a million attempts a month, ten cents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each is a hundred thousand dollars a month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you should have started yesterday.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attempts a month it is ten dollars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you should never do it. Identical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project. The sweep is what tells you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world you are living in. And preserved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is an assumption until an 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says otherwise; a router that costs more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than it saves is not better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Three prices for the next design review</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we pay today · What we pay without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 What we can survive paying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gross usage separately from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an acceptance suite · Rehearse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replacement · Price the portability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numbers, and if you take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take these. The effective rate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today. The gross rate with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promotional treatment, which is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if the offer ends. And the highest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rate at which this product still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sense, which is the number nobody has 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calculated and everybody should. Sweep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downward too, so you can cancel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optimization project when efficiency makes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pointless.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actions, and each one is one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Record gross consumption 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credits, so price and subsidy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the same number on your dashboard.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a small representative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because that is the strike test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option. Rehearse one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replacement before you need it, latency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included, because that is how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reduce asset specificity from a slide into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fact. And put the estimated cost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outcome in the design doc next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latency budget, because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meter, and the meter is the fix for moral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hazard.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Cheap intelligence changes incentives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Externality · Induced demand ·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 Path dependence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Moral hazard · Credible commitment · Asset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 Real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for more than one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electricity. Use the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 It is genuinely great and I am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asking anyone to be miserable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 understand what it encouraged you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and keep the expensive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while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your eight words. Externality,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cost moved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vanished. Induced demand and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cheaper made you use more,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Path dependence, because the lots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stay built. Moral hazard, because whoever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chooses is not whoever pays. Credible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commitment, because those contracts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moves in a game and not disclosures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Asset specificity, because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worth more here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anywhere else. And real option,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reversibility is something you buy,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 low prices are temporary. Some are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preview of genuinely cheaper production.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do not have to know which. You have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outcomes and keep the big choices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either way.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intelligence changes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changes organizations. Leave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table up.</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Ltd. v. Brown &amp; Williamson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Tobacco Corp., 509 U.S. 209 (1993),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requirement in predatory-pricing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Rochet and Tirole (2003),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Competition in Two-Sided Markets, Journal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 European Economic Association,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cross-subsidy between sides of a market.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Microsoft, 28 Oct 2025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https://blogs.microsoft.com/blog/2025/10/28/the-next-chapter-of-the-microsoft-openai-partnership/)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[Amazon, Apr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2026](https://www.aboutamazon.com/news/company-news/amazon-invests-additional-5-billion-anthropic-ai)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[AWS Activate, accessed 5 Sep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2026](https://aws.amazon.com/startups/credits/.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Schelling (1960), The Strategy of Conflict,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Harvard University Press. Nobel 2005.</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Shoup (2005, updated 2011), The High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Free Parking, American Planning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Association. Also Shoup (2011),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parking or free markets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https://www.accessmagazine.org/spring-2011/free-parking-free-markets/,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Magazine.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Jevons (1865), The Coal Question, chapter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VII. Duranton and Turner (2011),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Fundamental Law of Road Congestion,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American Economic Review 101(6).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Cottier, Snodin, Owen, Adamczewski (Epoch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March 2025), LLM inference prices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fallen rapidly but unequally across tasks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https://epoch.ai/data-insights/llm-inference-price-trends.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for a newer edition before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21</a:t>
            </a:r>
            <a:endParaRPr lang="en-US" sz="97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David (1985), Clio and the Economics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QWERTY, American Economic Review 75(2).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Contested by Liebowitz and Margolis (1990),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Fable of the Keys, Journal of Law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Economics 33(1). Arthur (1989), Competing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Technologies, Increasing Returns,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Lock-In by Historical Events, The Economic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99(394).</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Holmstrom (1979), Moral Hazard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Observability, Bell Journal of Economics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10(1), 74 to 91. Nobel 2016.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Dixit and Pindyck (1994), Investment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Uncertainty, Princeton University Press.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Cry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22</Slides>
  <Notes>22</Notes>
</Properties>
</file>

<file path=docProps/core.xml><?xml version="1.0" encoding="utf-8"?>
<cp:coreProperties xmlns:cp="http://schemas.openxmlformats.org/package/2006/metadata/core-properties" xmlns:dc="http://purl.org/dc/elements/1.1/" xmlns:dcterms="http://purl.org/dc/terms/" xmlns:xsi="http://www.w3.org/2001/XMLSchema-instance">
  <dc:title>Cry Me a Free Tier</dc:title>
  <dc:creator>Dan Levy</dc:creator>
  <dc:description>handout edition generated from current reviewed talk materials</dc:description>
  <dcterms:created xsi:type="dcterms:W3CDTF">2026-09-07T01:22:59Z</dcterms:created>
</cp:coreProperties>
</file>