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Burn the boats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$250B incremental Azure services contracted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OpenAI · Microsoft, 28 Oct 2025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$100B AWS commitment over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 Amazon, 20 Apr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 to $200K AWS Activate credits · offer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 5 Sep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everyone quotes. Microsoft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announced in October 2025 that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contracted to purchase an incremental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billion dollars of Azure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services. Amazon announced in April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Anthropic committed more than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billion over ten years. AWS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Activate offers eligible startups up to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thousand in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reads these as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They are not. They are evidence about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strategy, and Thomas Schelling gave us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in 1960: a credible commitment.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destroy your own ability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out, precisely so everyone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updates. Burn the boats. A ten-year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you cannot walk away from is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disclosure of your margins. It is a signal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you intend to still be here, aimed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competitors and at customers who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nervous about picking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tells you something about the game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Two well-funded players racing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acquire the same customers, both burning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capital, neither able to stop first,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war of attrition. In that model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low for as long as both sides can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it there. Note who is not a player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game. Somebody is buying your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tier, and it is not you. You are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combatant. You are the terrain.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lots are already built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Repealing the parking minimum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asphalt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four: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test: try to remove one model call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hours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that should worry you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the price. Shoup won. Cities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repealing parking minimums for a decade.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lots are still there. The businesses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could have opened on that land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open. The environment outlived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that produced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path dependence, word four: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 get to depends on how you got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reversal costs more than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did. Paul David made the argument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famous with QWERTY in 1985, and I want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straight with you, because it matters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how you use this: economists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about that example ever since.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Liebowitz and Margolis published a paper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1990 called The Fable of the Keys arguing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was thin. The concept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survives. The canonical example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is instructive, because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dependence is very easy to assert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hard to prove, including about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codebase. So do not assert it. Measure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model call in your product and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remove it. Count the hours. That number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your lock-in, and it is the only version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this argument that will survive contact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your staff engineer.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eight: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option has value. It also has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abstraction tax, eval upkeep,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project, different answer,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which world you are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in this field says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like it is a personality trait.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not. It is an option,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financial sense, and Dixit and Pindyck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wrote the book on valuing exactly this kind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flexibility under uncertainty. The right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switch providers has a value that 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how uncertain the price is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exposed you are. It also has a premium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every month: the abstraction tax,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eval suite, rehearsal time,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generic wrapper that hides real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models and occasionally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do not argue about portability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it. Your exposure is the three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slide times your volume.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is the engineering you would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two numbers.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Same for optimization. Take a cache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router that halves inference per attempt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acceptance rate. In our fixture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saves one cent per attempt at one-times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ten cents at ten-times. Divide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build cost by that, divide by monthly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and you have payback in months.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 million attempts a month, ten cents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each is a hundred thousand dollars a 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should have started yesterday.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it is a hundred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dollars, ten at today's price,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never do it. Identical project.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sweep is what tells you which world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living in. A router that costs more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it saves is not better engineering.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Microsoft, 28 Oct 2025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https://blogs.microsoft.com/blog/2025/10/28/the-next-chapter-of-the-microsoft-openai-partnership/)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[Amazon, Apr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2026](https://www.aboutamazon.com/news/company-news/amazon-invests-additional-5-billion-anthropic-ai)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[AWS Activate, accessed 5 Sep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2026](https://aws.amazon.com/startups/credits/.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Schelling (1960), The Strategy of Conflict,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Harvard University Press. Nobel 2005.</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David (1985), Clio and the Economics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QWERTY, American Economic Review 75(2).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 by Liebowitz and Margolis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Fable of the Keys, Journal of Law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Economics 33(1). Arthur (1989),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Technologies, Increasing Returns,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Lock-In by Historical Events, The 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99(394).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Dixit and Pindyck (1994), Investment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Princeton University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2026-09-07T01:36:06Z</dcterms:created>
</cp:coreProperties>
</file>