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leaderboard, and the question it isn't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Same three models, your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Campbell, and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is a measuring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One number is a comforting fiction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"Cancel my account."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Run it five times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21:30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green cases. About one in seven.](../../reveal-talks/assets/benchmarks/bound.svg)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grader is an instrument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had a test collection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 corpus. Queries.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TREC started in 1992. It studied its own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documented the Cranfield test collections in 1966. Fix the documents, fix the questions, judge relevance, and compare systems. NIST started TREC in 1992 and built a shared evaluation program around this kind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discipline also investigated its weak points. Incomplete judgments and disagreement among assessors affect what a score means. Voorhees found comparative rankings remarkably stable under changed judgments in the experiments she studied. That is evidence about those comparisons, not permission to trust any automated grader.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talk follows that history and its pooling problem. The point here is shorter: instrument validation is part of building the benchmark. It is not the ceremony after the launch.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Contamination and the reusable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Public tests may have entered training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Repeated tuning spends the holdout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different leaks. A public test may already be in the training data. Oren and colleagues show a way to detect contamination in black-box models under their method's assumptions. That does not make every public score meaningless. It makes provenance a question you must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second leak is ours. We inspect the holdout, tune a prompt, inspect it again, and repeat until the result looks good. The holdout became development data one honest decision at a time. Dwork and colleagues formalized this adaptive-data-analysis problem and studied controlled reuse.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development cases separate from release evidence. Log every evaluation used to choose the candidate. Refresh with newly collected cases, retain regressions, and report which set served which purpose. Calling a file holdout.json does not make it held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averaging away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30:30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Use the cheapest check that can honestly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State and schema belong in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 judgment where the criterion requires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Check the account state with code. Check whether a required field exists with code. Do not ask a model whether a JSON parser would accept the payload.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model grader where the criterion requires language judgment, and validate it against labeled cases. Use people for disputed policy, hard ambiguity, and consequential decisions that need their authority. Each layer should be capable of rejecting a plausible wrong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ladder is a division of questions. It is not a contest to see how many things we can put behind an LLM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Make it a release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does good mean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[Cranfield report front matter](https://sigir.org/files/museum/Factors%20Determining%20the%20Performance%20of%20Indexing%20Systems%20Volume%20I.%20Design%20-%20Part%202.%20Appendices/pdfs/frontmatter.pdf). [NIST TREC overview](https://trec.nist.gov/overview.html). Voorhees (2000), [Variations in Relevance Judgments](https://www.nist.gov/publications/variations-relevance-judgments-and-measurement-retrieval-effectiveness).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Oren et al. (2024), [Proving Test Set Contamination in Black-Box Language Models](https://proceedings.iclr.cc/paper_files/paper/2024/hash/46e624c244cff669223d488defd4e835-Abstract-Conference.html). Dwork et al. (2015), [The reusable holdout](https://pubmed.ncbi.nlm.nih.gov/26250683/), Science 349(6248), 636–638.</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leaderboard, and the question it isn't answering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Same three models, your work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71% pass · $0.34/run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82% pass · $0.28/run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90% pass · $0.20/run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same models attempt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workflow. C has the best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in this fixture. The winner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question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need to know what pass meant.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system cancel the right account, or did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write a reassuring answer?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perform an authorized action, or did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merely mention policy? If the scorer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reads the chat, a polite failure can beat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terse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can help choose among acceptable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They cannot tell us which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acceptable. The cost-per-success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belongs to Cry Me a Free Tier.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 the question is whether this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means anything.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is a measuring instrument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it five times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green cases. About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grader is an instrument too</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had a test collection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 corpus. Queries. Relevance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started in 1992. It studied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documented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Cranfield test collections in 1966. Fix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fix the questions,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and compare systems. NIST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TREC in 1992 and built a shared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program around this kind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discipline also investigated its weak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points. Incomplete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among assessors affect what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means. Voorhees found comparative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rankings remarkably stable under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in the experiments she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evidence about those 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permission to trust any automated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Retrieval talk follows that history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pooling problem. The point here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shorter: instrument validation is part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 the benchmark. It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ceremony after the launch.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Contamination and the reusable holdout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Public tests may have entered training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tuning spends the holdout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different leaks. A public test may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be in the training data. Oren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colleagues show a way to detect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models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method's assumptions. That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every public score meaningless.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provenance a question you must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second leak is ours. We inspect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tune a prompt, inspect it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repeat until the result looks good.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 became development data one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 time. Dwork and colleagues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formalized this adaptive-data-analysis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and studied controlled reuse.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development cases separate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 evidence. Log every evaluation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choose the candidate. Refresh with newly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collected cases, retain regressions,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which set served which purpose.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Calling a file holdout.json does not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held 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Stop averaging away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Slice by failure mechanism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Show counts, variation, and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overall pass rate weights whatever mix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put in the file. Add easy cases and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rises. Nothing about the hard cases had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cancellation by account type,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state, language, and tool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Start with slices that correspond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plausible failure mechanisms. Show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in each slice and repeat-run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variation. A two-case slice should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two cases, not a confident percentage.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critical violations separately.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friendly answers do not compensate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 wrong account.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visible when the corpus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a new score does not quietly answer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question.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Use the cheapest check that can honestly fail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State and schema belong in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judgment where the criterion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the account state with code.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required field exists with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ask a model whether a JSON parser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accept the payload.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 model grader where the criterion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requires language judgment, and 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labeled cases. Use people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disputed policy, hard ambiguity,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consequential decisions that need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Each layer should be capable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rejecting a plausible wrong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ladder is a division of questions.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a contest to see how many things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put behind an LLM call.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Make it a release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Version cases, scorer, rubric,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rejection rule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flattering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release comparison needs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prompt, tool configuration,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revision, scorer revision, and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the difference between two scores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may be a difference between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Set the rejection rule before viewing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by slice. Keep critical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violations visible and inspect uncertainty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celebrating a small gain.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 production failure should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regression case with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 while fresh sampling checks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incident archive misses.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would block your next rollout?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answer that the current suite could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detect. If nothing would,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report, not a gate.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Then use it to make a decision.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Campbell (1979), Assessing the impact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supplied article. The sequence is reused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teaching fixture, not a fresh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[Self-Preference 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Cranfield report front matter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(2000), [Variations in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Oren et al. (2024), Proving Test 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in Black-Box Language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https://proceedings.iclr.cc/paper_files/paper/2024/hash/46e624c244cff669223d488defd4e835-Abstract-Conference.html).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Dwork et al. (2015),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holdout](https://pubmed.ncbi.nlm.nih.gov/26250683/),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Science 349(6248, 636–638.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19</Slides>
  <Notes>19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2026-09-06T09:11:12Z</dcterms:created>
</cp:coreProperties>
</file>