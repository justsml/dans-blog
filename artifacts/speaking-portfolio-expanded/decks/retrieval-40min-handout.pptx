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1975 and 1990: the vector was already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hole in the golden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changed: the next reader is a generator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 not a cautionary fable about people foolish enough to use rules.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Your Eval Suite Has a Grandfather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Sparck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every rare word is relevant. A typo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be rare. The point is that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1975 and 1990: the vector was already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comparison on the same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queries, and judgments. Otherwise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compared two demonstrations and called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difference a 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hole in the golden 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expanded TREC-8 judgments and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system-rank correlations above point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 Deep, diverse pools 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changed: the next reader is a generator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 IR also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consumers before modern RAG;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here is this particular generative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and its failure modes.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old cost of keeping knowledge current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McDermott’s R1: a real configuration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updates the knowledge when the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McDermott's R1 configured computer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DEC. The journal paper is from 1982.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was working software, not a cautionary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fable about people foolish enough to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question is who supplies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maintains the domain knowledge. 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retrieved policies and signed schedules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the same operational obligation: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must know when they change,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supersedes them, and which decisions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does not remove that obligation.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stale knowledge easier to turn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sentence. Name the owner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and the invalidation path. We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 a grand theory of why expert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declined to ask who updates Schedule 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 eval suite has a grandfather.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years since the Cranfield report.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did not just build evaluations.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investigated when they could be trusted.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set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John McDermott (1982), R1: A rule-based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configurer of computer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https://www.sciencedirect.com/science/article/abs/pii/0004370282900212),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Artificial Intelligence 19(1, 39–88.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application is the speaker’s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not a claim that this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explains the industry’s decline.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Your Eval Suite Has a Grandfather</dc:title>
  <dc:creator>Dan Levy</dc:creator>
  <dc:description>handout edition generated from current reviewed talk materials</dc:description>
  <dcterms:created xsi:type="dcterms:W3CDTF">2026-09-06T09:11:11Z</dcterms:created>
</cp:coreProperties>
</file>