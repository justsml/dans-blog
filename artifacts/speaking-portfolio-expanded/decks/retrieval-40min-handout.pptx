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Vector Database,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Fool's Golden Dataset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Reader Stopped Being a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John McDermott (1982), [R1: A rule-based configurer of computer systems](https://www.sciencedirect.com/science/article/abs/pii/0004370282900212), Artificial Intelligence 19(1), 39–88.</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Three Search Methods in a Fundable</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Trenchcoat</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Spärck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Vector Database, 1975</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 Chunk size was an open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question in 1993 and a forum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thread in 2024. One of those had a control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Those are the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search methods in the trenchcoat,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pitch usually names one of them. Run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on the same corpus, queries,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Otherwise you have compared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demonstrations and called the difference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Fool's Golden Dataset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 added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judgments to TREC-8 and compared how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ranked before and after.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barely moved. Deep, diverse pools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Reader Stopped Being a Person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old cost of keeping knowledge current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McDermott’s R1: a real configuration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 updates the knowledge when the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McDermott's R1 configured computer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DEC. The journal paper is from 1982.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was working software.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question is who supplies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maintains the domain knowledge.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policies and signed schedules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have the same operational obligation: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must know when they change,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supersedes them, and which decisions depend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model does not remove that obligation.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makes stale knowledge easier to turn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sentence. Name the owner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corpus and the invalidation path. We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 a grand theory of why expert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declined to ask who updates Schedule 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search methods. One instrument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search methods in a fundable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trenchcoat. That is a fair joke about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retriever, and the coat is not the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Lexical, dense, hybrid: we inherited 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What we left behind was the sixty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of checking whether the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was telling the truth. Go find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documents your eval set never 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Spärck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John McDermott (1982), R1: A rule-based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configurer of computer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https://www.sciencedirect.com/science/article/abs/pii/0004370282900212),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Artificial Intelligence 19(1, 39–88.</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Three Search Methods in a Fundable Trenchcoat</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18</Slides>
  <Notes>18</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handout edition generated from current reviewed talk materials</dc:description>
  <dcterms:created xsi:type="dcterms:W3CDTF">2026-09-07T01:32:15Z</dcterms:created>
</cp:coreProperties>
</file>