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sentence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bet, and the eight words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1972: rare words matter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Karen Spärck Jones · term specificity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1972 → 2026 = 54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published a statistical interpretation of term specificity in 1972. A word that appears in almost every document tells you less about which document you want than a rare term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Think of an error code in a support query. The words "application error" occur everywhere. The exact identifier narrows the search. That is a concrete reason to keep lexical evidence in a retrieval system that also understands paraphrases.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Fifty-four years. We have had time to put her name on the slide. The point is that corpus frequency supplies evidence, and the evidence has a history and assumptions you can inspect.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Compare a generic support phrase with an exact error identifier. Ask the room which term it would retain in a hybrid query.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Vector Database,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Salton, Wong, Yang · vector space model ·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Deerwester and colleagues · latent semantic analysis · 1990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described a vector space model for automatic indexing in 1975. Documents become weighted representations that support comparisons. In 1990, Deerwester and colleagues described latent semantic analysis using a low-rank representation of term-document structure.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Modern neural embeddings differ in how they learn and what they represent. The useful continuity is representing text numerically so related material can be retrieved despite imperfect word matching.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vector store gives you a place to search those representations. It does not choose the right relevance definition. It does not tell you that a highly similar contract governs this customer. That work is still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vocabulary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customer says “stop billing”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document says “terminate renewal”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people can refer to the same thing using different words. Furnas, Landauer, Gomez, and Dumais studied that vocabulary problem in human-system communication in 1987.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customer says stop billing. The policy says terminate renewal. Exact matching has a problem. A semantic representation is one answer. So are aliases, expansion, and better indexing. An embedding is a method, not the reason the problem exists.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reverse it. Two documents both say cancel, but one cancels a meeting and one cancels a subscription. Shared words do not establish shared intent. Evaluation needs cases for both vocabulary mismatch and misleading overlap.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for two phrases a customer uses that never appear in the internal docs.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Chunking is passage retrieval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12:30 to 14:30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Salton, Allan, Buckley · 1993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useful passage may cross your boundary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Passage retrieval was being studied before our chunk-size arguments acquired a token budget. Salton, Allan, and Buckley compared approaches in 1993. Chunk size was an open research question in 1993 and a forum thread in 2024. One of those had a control group.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policy paragraph that says cancellation is allowed, followed by an exception for annual contracts. Split between those paragraphs and the first chunk becomes a very persuasive wrong answer. Make the chunk enormous and the exception competes with a page of irrelevant material.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papers do not contain the perfect chunk size for your current generator. They give you experimental questions. What unit are we retrieving? What counts as enough evidence? Are we measuring the passage, the document, or the answer produced from it? Change one and the score may mean something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BM25 is still standing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14:30 to 16:30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BEIR, 2021: a robust lexical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Compare lexical, dense, and hybrid on your task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BEIR's 2021 experiments found BM25 a robust baseline across heterogeneous retrieval tasks. Reranking and late-interaction models performed best on average in that study, at higher computational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a dated experimental result, not a claim that BM25 wins in 2026. It is a reason to include a cheap lexical baseline when measuring a new retriever. Exact identifiers and unfamiliar domain language are places where a semantic-looking system can disappoint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Lexical, dense, hybrid. Those are the three search methods in the trenchcoat, and the pitch usually names one of them. Run the comparison on the same corpus, queries, and judgments. Otherwise you have compared two demonstrations and called the difference a model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Judge these five documents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20:00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Cranfield, Bedfordshire, 1966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![Cranfield, Bedfordshire, 1966](../../reveal-talks/assets/retrieval/history.svg)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Fool's Golden Dataset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23:00 to 27:00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 `bun artifacts/speaking-portfolio-expanded/packets/retrieval/pooling.ts`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Assessors disagree. Rankings can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27:00 to 30:00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Reader Stopped Being a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Retrieved text now sits beside instructions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Relevance gives evidence, not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document cannot grant a tool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Put a sentence in the retrieved support note telling the assistant to ignore policy and issue a credit. It may be relevant text in a support corpus. It is still untrusted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ranking score answers how well the content matches a retrieval objective. It does not authorize an action. Keep tool permissions and policy checks outside the retrieved document's control. A signed cancellation exception can supply facts for a decision; it cannot change which account the tool is permitted to modify.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this boundary in the end-to-end evaluation. Retrieval success, answer correctness, and action authorization are separate results. A useful citation does not turn a document into a supervisor.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a harmless printed instruction in the synthetic support note. Do not connect the exercise to live tools.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old cost of keeping knowledge current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35:30 to 38:00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McDermott’s R1: a real configuration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updates the knowledge when the product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McDermott's R1 configured computer systems at DEC. The journal paper is from 1982. This was working software.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question is who supplies and maintains the domain knowledge. Our retrieved policies and signed schedules have the same operational obligation: somebody must know when they change, what supersedes them, and which decisions depend on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model does not remove that obligation. It makes stale knowledge easier to turn into a confident sentence. Name the owner of the corpus and the invalidation path. We do not need a grand theory of why expert systems declined to ask who updates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John McDermott (1982), [R1: A rule-based configurer of computer systems](https://www.sciencedirect.com/science/article/abs/pii/0004370282900212), Artificial Intelligence 19(1), 39–88.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Eight words. Sixty years. One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John McDermott (1982), [R1: A rule-based configurer of computer systems](https://www.sciencedirect.com/science/article/abs/pii/0004370282900212), Artificial Intelligence 19(1), 39–88.</a:t>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John McDermott (1982), [R1: A rule-based configurer of computer systems](https://www.sciencedirect.com/science/article/abs/pii/0004370282900212), Artificial Intelligence 19(1), 39–88.</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Three Search Methods in a Fundable</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Trenchcoat</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sentence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RAG · embeddings · memory · MCP · judges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reading list under that pitch.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agent uses RAG over an embedding store,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adds memories to context, calls MCP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emits structured outputs, gets evaluated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LLM judge, and traces the whole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 our agent observability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sentence used to be the talk.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Translate the nouns and everybody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behind. But knowing what the nouns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mean does not tell us whether the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The useful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who studied it already found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spent years calling it search. Then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 vector database and raised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round. The product category changed.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of deciding whether the returned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material is useful did not wait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funding announcement.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bet, and the eight words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 are joining an old field late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an engineer's reading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retrieval, with synthetic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exercises and sources attached. The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that we skipped useful evaluation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that IR researchers solved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in RAG.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 words will do the work: term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vector space model, vocabulary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passage retrieval, relevance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 the Cranfield paradigm, pooling,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the end we will use them to find a hole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 golden dataset. The hole will make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retriever look worse. Then we will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whether that happens in a collection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built by people who knew to look for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1972: rare words matter more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Karen Spärck Jones · term specificity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1972 → 2026 = 54 years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Karen Spärck Jones published a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of term specificity in 1972.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word that appears in almost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tells you less about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you want than a rare term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Think of an error code in a support query.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words "application error" occur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everywhere. The exact identifier narrows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search. That is a concrete reason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lexical evidence in a retrieval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also understands paraphrases.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Fifty-four years. We have had time to 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 name on the slide. The point is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corpus frequency supplies evidence,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has a history and assumptions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inspect.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Vector Database, 1975</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Salton, Wong, Yang · vector space model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1975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and colleagues · latent semantic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analysis · 1990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Wong, and Yang described a vector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model for automatic indexing in 1975.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become weighted representations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support comparisons. In 1990,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and colleagues described latent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semantic analysis using a low-rank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representation of term-document structure.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Modern neural embeddings differ in how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 and what they represent. The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continuity is representing text numerically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related material can be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despite imperfect word matching.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vector store gives you a place to 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representations. It does not choose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right relevance definition.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that a highly similar 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governs this customer. That work is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vocabulary problem</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customer says “stop billing”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document says “terminate renewal”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people can refer to the same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using different words. Furnas, Landauer,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Gomez, and Dumais studied that vocabulary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in human-system communication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customer says stop billing. The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says terminate renewal. Exact matching has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problem. A semantic representation is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 So are aliases, expansion,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indexing. An embedding is a method,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the reason the problem exists.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reverse it. Two documents both 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 but one cancels a meeting and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cancels a subscription. Shared words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establish shared intent. Evaluation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cases for both vocabulary mismatch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misleading overlap.</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Chunking is passage retrieval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Salton, Allan, Buckley · 1993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passage may cross your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Passage retrieval was being studied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chunk-size arguments acquired a token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Salton, Allan, and Buckley compared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approaches in 1993. Chunk size was an open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research question in 1993 and a forum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thread in 2024. One of those had a control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policy paragraph that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is allowed, followed by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 for annual contracts. Split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between those paragraphs and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chunk becomes a very persuasive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 Make the chunk enormous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exception competes with a page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irrelevant material.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old papers do not contain the perfect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chunk size for your current generator.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you experimental questions. What unit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we retrieving? What counts as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Are we measuring the passage,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or the answer produced from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one and the score may mean something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BM25 is still standing there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BEIR, 2021: a robust lexical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lexical, dense, and hybrid on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BEIR's 2021 experiments found BM25 a robust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baseline across heterogeneous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tasks. Reranking and late-interaction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models performed best on average in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study, at higher computational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a dated experimental result,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 that BM25 wins in 2026. It is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reason to include a cheap lexical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measuring a new retriever. Exact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identifiers and unfamiliar domain language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places where a semantic-looking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disappoint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Lexical, dense, hybrid. Those are the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search methods in the trenchcoat,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pitch usually names one of them. Run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on the same corpus, queries,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Otherwise you have compared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demonstrations and called the difference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improvement.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Judge these five documents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current generic policy; 30-day notice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signed Acme addendum; “see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expired Acme terms;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 · current terms for another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 · support note; “probably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Acme asks whether it can cancel 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 fee. Which documents belong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supplied to answer it? Work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for sixty seconds.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is current but generic. B is signed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but refers to a schedule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supplied. C has the answer we might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and is expired. D is about somebody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 E is an employee's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compare answers. You just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Relevant to the topic,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applicable to this customer, authoritative,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sufficient to answer are different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criteria. If the room agrees perfectly,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the question from "useful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"enough to authorize cancellation"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 Do not manufacture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for the punchline.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Cranfield, Bedfordshire, 1966</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Cleverdon, Mills, and Keen's Cranfield report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dated 1966. Fix a document collection, define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questions, judge relevance, and compare systems under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conditions. Sixty years later, that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recognizable shape for an eval harness.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name is the Cranfield paradigm. It gives you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controlled comparison. It also forces choices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who writes the questions, who judges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what the collection represents.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golden dataset is a test collection with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flattering filename. Write down its collection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protocol. If it consists of whatever your first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retriever happened to find, the next slide is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Fool's Golden Dataset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Old pool: A, B, C, D,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result: F · signed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Unjudged is not a relevance judgment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old retrievers contributed A through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judgment pool. Our new retriever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finds F: the signed Schedule R referenced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B. It waives Acme's cancellation fee.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judged it because nobody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naive scorer treats unjudged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nonrelevant. Old top two, B and A: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judged relevant, precision at two equals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New top two, B and F: only B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precision at two equals point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 F under the same rubric and the new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run returns to one. We changed no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We fixed the instrument.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TREC used pooling because judging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for every query was impractical.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Zobel investigated reliability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incomplete judgments. The risk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universal failure is not. In a 2022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recheck, Voorhees, Soboroff, and Lin added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to TREC-8 and compared 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ranked before and after.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barely moved. Deep, diverse pools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had held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lesson we missed. They tested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 shortcut damaged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We called our first results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golden.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Assessors disagree. Rankings can survive.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Voorhees, 2000: changed judgments,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your comparison under more than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Voorhees varied relevance judgments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examined the resulting system rankings.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comparative results stayed stable despite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substantial judgment differences in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absolute score and an A-versus-B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make different demands 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labels. That does not mean a model judge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trustworthy because it ranks two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means we have a specific test to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relabel a sample independently, then see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conclusions survive.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disagreement as data. Was the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ambiguous? Did the rubric ask two questions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once? Did one assessor have the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 and another not? A consensus label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that explanation can conceal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distinction the next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Reader Stopped Being a Person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Useful to inspect ≠ sufficient to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retrieval and the resulting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person inspecting a ranked list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that the signed addendum refers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schedule and go looking.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generator may instead turn the generic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thirty-day policy into a fluent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Acme.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can build abstention and verification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into that system. We cannot infer that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will use them from a good retrieval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retrieved material must be applicable,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sufficiently complete, and represented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qualifiers the answer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 the handoff. Did retrieval find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 Did context assembly keep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Did the answer cite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 exception? If the answer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checks locate the failure instead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blaming the nearest model.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Retrieved text now sits beside instructions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Relevance gives evidence, not authority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document cannot grant a tool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Put a sentence in the retrieved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note telling the assistant to ignore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issue a credit. It may be relevant 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 support corpus. It is still untrusted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ranking score answers how well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content matches a retrieval objective.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does not authorize an action. Keep tool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permissions and policy checks outside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retrieved document's control. A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exception can supply facts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decision; it cannot change which account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tool is permitted to modify.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this boundary in the end-to-end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Retrieval success,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correctness, and action authorization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 results. A useful citation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turn a document into a supervisor.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old cost of keeping knowledge current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McDermott’s R1: a real configuration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updates the knowledge when the product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McDermott's R1 configured computer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DEC. The journal paper is from 1982.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was working software.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question is who supplies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maintains the domain knowledge.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retrieved policies and signed schedules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have the same operational obligation: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must know when they change,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supersedes them, and which decisions depend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model does not remove that obligation.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makes stale knowledge easier to turn into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sentence. Name the owner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corpus and the invalidation path. We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 a grand theory of why expert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declined to ask who updates Schedule 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Eight words. Sixty years. One instruction.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search methods. One instrument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 the documents your eval never judged.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Vector space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Vocabulary problem. Passage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 The Cranfield paradigm.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Pooling.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words tell us why rare identifiers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why synonyms are hard,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passage needs its exception, and why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score depends on who judged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They are tools for investigating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failure, not a history quiz.</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search methods in a fundable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trenchcoat. That is a fair joke about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retriever, and the coat is not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Lexical, dense, hybrid: we inherited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What we left behind was the sixty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of checking whether the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underneath was telling the truth. Go find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documents your eval set never judged.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Karen Spärck Jones (1972), A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of term specificity and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in retrieval, Journal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Documentation 28(1), 11–21. Author’s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publication archive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https://www.cl.cam.ac.uk/archive/ksj21/ksjdigipapers/ksjbib3.html.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Wong, and Yang (1975), A vector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model for automatic indexing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https://doi.org/10.1145/361219.361220),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Communications of the ACM 18(11), 613–620.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Deerwester, Dumais, Furnas, Landauer,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Harshman (1990), [Indexing by Latent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Semantic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Analysis](https://www.cs.csustan.edu/~mmartin/LDS/Deerwester-et-al.pdf),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JASIS 41(6, 391–407.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Furnas, Landauer, Gomez, and Dumais (1987),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vocabulary problem in human-system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communication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https://doi.org/10.1145/32206.32212),</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Communications of the ACM 30(11, 964–971.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Salton, Allan, and Buckley (1993),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Approaches to passage retrieval in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text information 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https://doi.org/10.1145/160688.160693,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SIGIR, 49–58.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Thakur et al. (2021), BEIR: A Heterogeneous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 for Zero-shot Evaluation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Retrieval Models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https://openreview.net/pdf?id=wCu6T5xFjeJ,</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NeurIPS Datasets and Benchmarks. This slide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reports the 2021 experiment.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Cleverdon, Mills, and Keen (1966), Factors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Determining the Performance of Indexing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Volume I, Design, Part 2,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https://sigir.org/files/museum/Factors%20Determining%20the%20Performance%20of%20Indexing%20Systems%20Volume%20I.%20Design%20-%20Part%202.%20Appendices/pdfs/frontmatter.pdf.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Justin Zobel (1998), How reliable are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results of large-scale information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experiments?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https://doi.org/10.1145/290941.291014),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SIGIR, 307–314. Voorhees, Soboroff, and Lin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(2022), [Can Old TREC Collections Reliably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 Modern Neural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Models?](https://arxiv.org/abs/2201.11086).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[NIST TREC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overview](https://trec.nist.gov/overview.html,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started 1992.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Ellen M. Voorhees (2000), Variations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and the Measurement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Effectiveness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https://www.nist.gov/publications/variations-relevance-judgments-and-measurement-retrieval-effectiveness),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Processing &amp; Management 36(5,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697–716.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John McDermott (1982), R1: A rule-based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configurer of computer 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https://www.sciencedirect.com/science/article/abs/pii/0004370282900212),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Artificial Intelligence 19(1, 39–88.</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18</Slides>
  <Notes>18</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handout edition generated from current reviewed talk materials</dc:description>
  <dcterms:created xsi:type="dcterms:W3CDTF">2026-09-07T02:31:11Z</dcterms:created>
</cp:coreProperties>
</file>