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does the work actually wait?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ceiling is the stage you did not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Use that distinction here without turning his old forecast into a timeless speed limit.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![Knowing when to stop](../../reveal-talks/assets/judgment/queue.svg)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does the work actually wait?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at the queue before buying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Neither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says your team is literally one server.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ceiling is the stage you did not speed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Fixed-work example: review is 30%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generation speed → 1 / 0.30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3.33×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fixed job. Seventy percent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 is producing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thirty percent is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generation instantaneous. Thirty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remains. One divided by point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three and a third. That is the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Amdahl's argument applied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of work. Put your own fraction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put queueing delay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unchanged fraction and then pretend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delay stays fixed while arrivals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 want more than that ceiling,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remaining work. Specify the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Eliminate an unnecessary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what a reviewer must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speedup in generation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untouched 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 to reduce service-time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claim that a document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 coefficient.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Automation-bias 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what happens when people defer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aid despite other evidence.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 were not code-review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fixture is how the concern shows up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queue: the green signal gets 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Essence and accident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Generating a branch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Choosing the permission boundary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Brooks distinguished the essential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conceptual work of software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accidental difficulty of expressing it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Use that distinction here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turning his old forecast into a timeless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speed limit.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syntax of the role check is the easy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part. Deciding what a tenant boundary means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product and security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code generation gives us more 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express a decision we still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invest the saved time in the model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problem. Who is the actor? Which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authoritative? What happens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Those questions reduce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of plausible wrong implementations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they reach the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It includes declining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implementation after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met the need. Comparing fleets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agents belongs to Dynamic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Scaling. Here we are protecting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the resulting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gives a nineteen-times wait in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our model. We can argue about the model by measuring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arrivals, service time, and variability. We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argue the queue away by pointing at how quickly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 M. Amdahl (1967), Validity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single processor approach to achieving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large scale computing capabilities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https://doi.org/10.1145/1465482.1465560,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AFIPS Spring Joint Computer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483–485.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Deming’s Point 3, discussed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Deming Institute on software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Skitka (1999), [Automation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Bias](https://journals.sagepub.com/doi/10.1177/154193129904300346.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Frederick P. Brooks Jr., No Silver Bullet: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Essence and Accidents of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https://www.cs.unc.edu/techreports/86-020.pdf),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 technical report, 1986; published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Computer 20(4, 1987, 10–19.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2026-09-06T09:11:12Z</dcterms:created>
</cp:coreProperties>
</file>