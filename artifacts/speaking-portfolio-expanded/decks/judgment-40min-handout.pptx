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Point at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stage you didn't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His forecast expired in 1996. The distinction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Point at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Idea → specification → code →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where it takes skill. Where it sits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does your work wait? Not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take skill. Where does it sit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team can have an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Monday and a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Friday. Faster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changes the arrival rate at the next stage.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that stage was already close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capacity, the wait grows even when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takes exactly as long as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Draw a boundary around the review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a change when it is ready for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stop the clock when it leaves.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service time from waiting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to start. Otherwise we will call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three-day wait a three-day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optimize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stage you didn't speed up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Fixed-work example: review is 30%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generation speed → 1 / 0.30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3.33×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fixed job. Seventy percent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 is producing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thirty percent is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generation instantaneous. Thirty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remains. One divided by point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three and a third. That is the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Amdahl's argument applied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sequence of work. Put your own fraction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put queueing delay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unchanged fraction and then pretend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delay stays fixed while arrivals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 want more than that ceiling,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remaining work. Specify the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Eliminate an unnecessary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what a reviewer must reconstruct.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speedup in generation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untouched stage.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cannot inspect quality 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Fewer arrivals. Smaller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process producing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Deming's third point says to stop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inspection to achieve quality and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into the process. That is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objection to the default plan for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produce more, then ask somebody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catch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review. Change what it receives.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unasked-for abstraction, an unexplained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change, and a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all consume the same person's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Rejecting them before generation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cheaper than having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reverse-engineer why they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can increase capacity. It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fixing arrivals first. Otherwise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reviewer inherits the same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and missing context,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longer onboarding document.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review actually catches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Understanding is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finding · knowledge transfer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Bacchelli and Bird studied modern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at Microsoft. Finding defects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main motivation, but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benefits included more knowledge transfer,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awareness, and alternative solutions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motivation suggests. Understanding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was central.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gives the review queue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A check that proves a local invariant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teach another engineer how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subsystem behaves. An agent summary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guarantee that anyone could repair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junior engineers in the reasoning. 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write the acceptance case, explain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rejection, and follow a change through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If all the practice becomes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watching green checks, we are removing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that builds the next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 not appoint a crumple zone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Responsibility must come with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recovers, and maintains?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Elish calls the human who absorbs blame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enough control a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 Put an engineer at the end of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pipeline, give them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approve a diff, and announce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 stayed human. The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excellent. We did not remove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We moved it onto one person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gave them a keyboard shortcut for approving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 that person stop arrivals? Can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demand another test? Can they reject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without missing a throughput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they own the rollback and have time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 it? Those are controls.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in the approval log is a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permissions change, name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accepts the behavior, who receives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 and who maintains the policy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 Give each the context and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job requires. Accountability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controls is just a convenient place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send the postmortem.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Essence and accident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Generating a branch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Choosing the permission boundary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Brooks distinguished the essential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conceptual work of software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accidental difficulty of expressing it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His forecast expired in 1996.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distinction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syntax of the role check is the easy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part. Deciding what a tenant boundary means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product and security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code generation gives us more 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express a decision we still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invest the saved time in the model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problem. Who is the actor? Which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authoritative? What happens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Those questions reduce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of plausible wrong implementations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they reach the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wait, not the output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Ready → first review → accepted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 available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age and escaped defects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timestamps. When was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ready, when did somebody first inspect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when was it accepted? Then sample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separately. You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the queue and the service time to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a delay.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 review utilization against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available for review,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 and incident duty. Do not infer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how many green squares somebody has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GitHub. Keep the estimate beside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 rework, and escaped defects.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forty-five seconds. Estimate yours,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the missing measurement.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field is a better next action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dashboard of generated lines.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 M. Amdahl (1967), Validity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single processor approach to achieving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large scale computing capabilities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https://doi.org/10.1145/1465482.1465560,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AFIPS Spring Joint Computer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483–485.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 Edwards Deming (1986), Out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Crisis, MIT Center for Advanced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Point 3 of the Fourteen Points.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Applied to review by the Deming Institute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https://deming.org/software-code-reviews-from-a-deming-perspective/.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Alberto Bacchelli and Christian Bird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(2013), Expectations, Outcomes,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Challenges of Modern Code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https://www.cabird.com/pubs/bacchelli2013eoc.pdf,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ICSE 2013.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Madeleine Clare Elish (2019),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Zones: Cautionary Tales in Human-Robot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Interaction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https://estsjournal.org/index.php/ests/article/download/260/177/,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Engaging Science, Technology, and Society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 40–60.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Frederick P. Brooks Jr., No Silver Bullet: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Essence and Accidents of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https://www.cs.unc.edu/techreports/86-020.pdf),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 technical report, 1986; published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Computer 20(4, 1987, 10–19.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2026-09-07T01:43:59Z</dcterms:created>
</cp:coreProperties>
</file>