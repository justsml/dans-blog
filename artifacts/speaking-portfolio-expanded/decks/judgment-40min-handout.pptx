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morning four good implementations arrive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does the work actually wait?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Idea → specification → code → review → release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Point at the queue before buying more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Where does your work wait? Not where does it take skill. Where does it sit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team can have an implementation bottleneck on Monday and a review bottleneck on Friday. Faster generation changes the arrival rate at the next stage. If that stage was already close to capacity, the wait grows even when each review takes exactly as long as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a boundary around the review system. Count a change when it is ready for review and stop the clock when it leaves. Separate hands-on service time from waiting for somebody to start. Otherwise we will call a three-day wait a three-day review and optimize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Budget 45 seconds for hands on each stage. Take one answer about where work waits and use it for the diagram.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queue does not care how you feel about it](../../reveal-talks/assets/judgment/queue.svg)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Neither result says your team is literally one server.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ceiling is the stage you did not speed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08:00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Fixed-work example: review is 30% of service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Infinite generation speed → 1 / 0.30 = 3.33×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fixed job. Seventy percent of its service time is producing the implementation, thirty percent is review. Make generation instantaneous. Thirty percent remains. One divided by point three is three and a third. That is the ceiling for this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Amdahl's argument applied to a sequence of work. Put your own fraction in. Do not put queueing delay into the unchanged fraction and then pretend that delay stays fixed while arrivals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 want more than that ceiling, change the remaining work. Specify the request better. Eliminate an unnecessary change. Reduce what a reviewer must reconstruct. Another speedup in generation does not remove the untouched 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cannot inspect quality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Fewer arrivals. Smaller surprises.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Fix the process producing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Deming's third point says to stop depending on inspection to achieve quality and build quality into the process. That is a useful objection to the default plan for generated code: produce more, then ask somebody to catch everything.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review. Change what it receives. An unasked-for abstraction, an unexplained permission change, and a speculative feature all consume the same person's attention. Rejecting them before generation is cheaper than having a reviewer reverse-engineer why they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Hiring can increase capacity. It is still worth fixing arrivals first. Otherwise the new reviewer inherits the same variance, interruptions, and missing context, with a longer onboarding document.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"Add enterprise permissions"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sixty seconds with the person next to you. Write the questions you need answered before implementing it. You do not get a second page of requirements; that is the point.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request once. Give pairs a full 60 seconds,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spec reduces variance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an attempt to reduce service-time variance, not a claim that a document automatically changes a coefficient.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review actually catches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Understanding is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Defect finding · knowledge transfer · alternative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Bacchelli and Bird studied modern code review at Microsoft. Finding defects was the main motivation, but the observed benefits included more knowledge transfer, awareness, and alternative solutions than that motivation suggests. Understanding the change was central.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gives the review queue more than one job. A check that proves a local invariant does not teach another engineer how this subsystem behaves. An agent summary does not guarantee that anyone could repair it next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junior engineers in the reasoning. Let them write the acceptance case, explain a rejection, and follow a change through its consequences. If all the practice becomes watching green checks, we are removing the work that builds the next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Spend 45 seconds on how a junior engineer would learn the permission boundary from this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the rubber stamp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canEdit(user)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Automation-bias experiments ask what happens when people defer to a decision aid despite other evidence. Those experiments were not code-review trials. This fixture is how the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 not appoint a crumple zone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29:00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Responsibility must come with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accepts, recovers, and maintains?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Elish calls the human who absorbs blame without enough control a moral crumple zone. Put an engineer at the end of an automated pipeline, give them two minutes to approve a diff, and announce that responsibility stayed human. The org chart looks excellent.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 that person stop arrivals? Can they demand another test? Can they reject the change without missing a throughput target? Do they own the rollback and have time to understand it? Those are controls. Their name in the approval log is a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the permissions change, name who accepts the behavior, who receives the incident, and who maintains the policy next year. Give each the context and authority their job requires. Accountability without those controls is just a convenient place to send the postmortem.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Essence and accident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Generating a branch is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Choosing the permission boundary is still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Brooks distinguished the essential conceptual work of software from the accidental difficulty of expressing it in a machine. Use that distinction here without turning his old forecast into a timeless speed limit.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syntax of the role check is the easy part. Deciding what a tenant boundary means is the product and security decision. Faster code generation gives us more ways to express a decision we still have to make.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invest the saved time in the model of the problem. Who is the actor? Which state is authoritative? What happens after revocation? Those questions reduce the space of plausible wrong implementations before they reach the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Frederick P. Brooks Jr., [No Silver Bullet: Essence and Accidents of Software Engineering](https://www.cs.unc.edu/techreports/86-020.pdf), UNC technical report, 1986; published in Computer 20(4), 1987, 10–19.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levers on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It includes declining a second implementation after the first already met the need. Comparing fleets of candidate agents belongs to Dynamic Scaling. Here we are protecting the person who accepts the resulting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wait, not the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Ready → first review → accepted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Hands-on review time ÷ available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age and escaped defects beside throughput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timestamps. When was the change ready, when did somebody first inspect it, and when was it accepted? Then sample hands-on review time separately. You need both the queue and the service time to explain a delay.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Estimate review utilization against time actually available for review, after meetings and incident duty. Do not infer it from how many green squares somebody has on GitHub. Keep the estimate beside backlog age, rework, and escaped defects.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forty-five seconds. Estimate yours, or write down the missing measurement. The missing field is a better next action than another dashboard of generated lines.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Invite one estimate and ask what counted as available time. Do not prescribe a universal utilization threshold.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Knowing when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![Knowing when to stop](../../reveal-talks/assets/judgment/queue.svg)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gives a nineteen-times wait in our model. We can argue about the model by measuring arrivals, service time, and variability. We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 M. Amdahl (1967), [Validity of the single processor approach to achieving large scale computing capabilities](https://doi.org/10.1145/1465482.1465560), AFIPS Spring Joint Computer Conference, 483–485.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 Edwards Deming’s Point 3, discussed by the [Deming Institute on software code reviews](https://deming.org/software-code-reviews-from-a-deming-perspective/).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Alberto Bacchelli and Christian Bird (2013), [Expectations, Outcomes, and Challenges of Modern Code Review](https://www.cabird.com/pubs/bacchelli2013eoc.pdf), ICSE 2013.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automation](https://www.sciencedirect.com/science/article/pii/0005109883900468). Mosier and Skitka (1999), [Automation Use and Automation Bias](https://journals.sagepub.com/doi/10.1177/154193129904300346).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Madeleine Clare Elish (2019), [Moral Crumple Zones: Cautionary Tales in Human-Robot Interaction](https://estsjournal.org/index.php/ests/article/download/260/177/), Engaging Science, Technology, and Society 5, 40–60.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Frederick P. Brooks Jr., [No Silver Bullet: Essence and Accidents of Software Engineering](https://www.cs.unc.edu/techreports/86-020.pdf), UNC technical report, 1986; published in Computer 20(4), 1987, 10–19.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Code Is Cheap. Judgment Is</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Expensive.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morning four good implementations arrive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95% utilized → 19× waiting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plausible implementations.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good implementations arrive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lunch. The reviewer is still on yesterday's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Generation got cheaper. Delivery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acquired a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your organization uses AI to build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feature machine,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tragically missed the potential of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magic AI genie. We can spend the gain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defects and smaller changes. We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have to spend it all on more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scope once: the queue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examples are teaching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measurements of your team.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nineteen-times wait assumes one server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variability factor of one. We will do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arithmetic. The argument is that protecting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capacity belongs upstream, where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decide what enters the queue.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does the work actually wait?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Idea → specification → code →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 at the queue before buying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does your work wait? Not where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take skill. Where does it sit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team can have an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Monday and a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bottleneck on Friday. Faster generation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changes the arrival rate at the next stage.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that stage was already close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capacity, the wait grows even when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takes exactly as long as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Draw a boundary around the review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a change when it is ready for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stop the clock when it leaves.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service time from waiting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to start. Otherwise we will call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three-day wait a three-day review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optimize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queue does not care how you feel about it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A queue does not care how you feel about i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Kingman's single-server approximation separates three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things: variability, utilization, and mean service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time. Call the variability term V. Set V to one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curve. At eighty percent utilization, point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eight divided by point two is four. At ninety-five,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point nine five divided by point zero five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Fifteen percentage points of utilization bought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nearly five times the wait. That is the price of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last bit of headroom. The multiplier is waiting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divided by hands-on review time. It does not include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review itself.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Little's law gives a separate accounting identity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stable system: average work in progress equals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throughput times average time in the system. Neither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result says your team is literally one server. They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 us what to measure before claiming the reviewer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just needs to try harder.</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ceiling is the stage you did not speed up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Fixed-work example: review is 30%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generation speed → 1 / 0.30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3.33×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fixed job. Seventy percent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 time is producing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implementation, thirty percent is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 generation instantaneous. Thirty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remains. One divided by point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three and a third. That is the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Amdahl's argument applied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sequence of work. Put your own fraction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put queueing delay into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unchanged fraction and then pretend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delay stays fixed while arrivals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you want more than that ceiling,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remaining work. Specify the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Eliminate an unnecessary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what a reviewer must reconstruct.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speedup in generation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untouched stage.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cannot inspect quality 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Fewer arrivals. Smaller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process producing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Deming's third point says to stop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inspection to achieve quality and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quality into the process. That is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objection to the default plan for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 produce more, then ask somebody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catch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review. Change what it receives.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unasked-for abstraction, an unexplained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change, and a speculative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feature all consume the same person's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attention. Rejecting them before generation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cheaper than having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reverse-engineer why they exist.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can increase capacity. It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worth fixing arrivals first. Otherwise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reviewer inherits the same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and missing context,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longer onboarding document.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"Add enterprise permissions"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Who can do what, in which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happens when access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must never happen?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enterprise permissions.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entire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sixty seconds with the person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Write the questions you need answered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implementing it. You do not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page of requirements;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point.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can grant a role? Does it apply to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or every tenant? What happens to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existing session after revocation?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the audit record need to show?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several plausible implementations,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disagree about behavior the ticket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specified.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made code cheap and left the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expensive. Writing down the answer is part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implementation. It just happens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diff.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spec reduces variance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Actor + tenant + action + resource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changes the next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Denied actions leave state unchanged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example, an administrator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 a role only inside the tenant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administer. A revoked role cannot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operation. A denied change leaves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protected state untouched and records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attempt.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statements produce cases. An admin 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tenant A requests a change in A: allow.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admin requests a change in B: deny.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Revoke the role, repeat the A request: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deny. Check the resulting state, not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status message.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 this back to the curve. Clear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boundaries reduce the number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interpretations arriving at review. Bounded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diffs reduce the amount of code a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has to reconstruct at once. That is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 to reduce service-time variance,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claim that a document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 coefficient.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review actually catches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Understanding is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finding · knowledge transfer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Bacchelli and Bird studied modern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at Microsoft. Finding defects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main motivation, but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benefits included more knowledge transfer,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awareness, and alternative solutions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motivation suggests. Understanding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was central.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gives the review queue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job. A check that proves a local invariant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not teach another engineer how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subsystem behaves. An agent summary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guarantee that anyone could repair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week.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junior engineers in the reasoning. 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write the acceptance case, explain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rejection, and follow a change through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If all the practice becomes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watching green checks, we are removing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that builds the next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rubber stamp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canEdit(user)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user.roles.includes("admin")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admin user → allowed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implementation. Here is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The user has the admin role.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function allows the edit. The test passes.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you approve it? Now run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that administrator belongs to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and the resource belongs to tenant B.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was accurate about the behavior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checked. The behavior was incomplete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same way as the implementation.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wrote the test that agrees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bug. Both of them are very confident.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asks what automation leaves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operator doing. Automation-bias 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what happens when people defer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aid despite other evidence.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 were not code-review trials.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fixture is how the concern shows up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queue: the green signal gets attention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missing case did not.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 not appoint a crumple zone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Responsibility must come with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recovers, and maintains?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Elish calls the human who absorbs blame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enough control a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 Put an engineer at the end of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pipeline, give them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approve a diff, and announce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 stayed human. The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looks excellent.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that person stop arrivals? Can they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demand another test? Can they reject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without missing a throughput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they own the rollback and have time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understand it? Those are controls.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in the approval log is a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permissions change, name who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accepts the behavior, who receives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 and who maintains the policy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 Give each the context and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their job requires. Accountability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controls is just a convenient place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send the postmortem.</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Essence and accident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Generating a branch is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Choosing the permission boundary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Brooks distinguished the essential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conceptual work of software from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accidental difficulty of expressing it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Use that distinction here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turning his old forecast into a timeless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speed limit.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syntax of the role check is the easy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part. Deciding what a tenant boundary means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the product and security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Faster code generation gives us more 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express a decision we still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invest the saved time in the model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problem. Who is the actor? Which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authoritative? What happens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revocation? Those questions reduce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of plausible wrong implementations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they reach the reviewer.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levers on the queue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Arrivals: decline work before generating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Variance: bounded diffs and explicit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Utilization: reserve actual review capacity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Fewer arrivals means deciding which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exist. It includes declining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implementation after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met the need. Comparing fleets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agents belongs to Dynamic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Scaling. Here we are protecting the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accepts the resulting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Smaller variance means reducing surprises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review. Keep one purpose per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include the behavioral cases, and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mechanical changes from policy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in line count is useful only when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also small in meaning.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 slack by reserving review time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limiting work in progress. If the reviewer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on call, their calendar is not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hours of service capacity.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interruptions before declaring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underutilized. Pilot these changes on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recurring workflow and keep the baseline.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Measure the wait, not the output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Ready → first review → accepted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 available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age and escaped defects beside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timestamps. When was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ready, when did somebody first inspect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when was it accepted? Then sample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hands-on review time separately. You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both the queue and the service time to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a delay.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Estimate review utilization against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available for review, after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meetings and incident duty. Do not infer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how many green squares somebody has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GitHub. Keep the estimate beside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 rework, and escaped defects.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forty-five seconds. Estimate yours,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the missing measurement.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field is a better next action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dashboard of generated lines.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Knowing when to stop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8de9aa7b0e58010a491d155d2a0aaafbe5d48c9d4da5759fad5af686b3fce993" descr="Knowing when to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curve. The reviewer did not get slower.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filled the space that let them absorb uneven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Ninety-five percent gives a nineteen-times wait in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our model. We can argue about the model by measuring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arrivals, service time, and variability. We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argue the queue away by pointing at how quickly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code appeared.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the right result is a smaller change.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Sometimes it is no change. Cheap code makes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decisions more valuable.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 F. C. Kingman (1961), The single server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in heavy traffic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https://www.cambridge.org/core/journals/mathematical-proceedings-of-the-cambridge-philosophical-society/article/abs/single-server-queue-in-heavy-traffic/81C55BC00A68FE6D5385638AA0B0AF37),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57(4), 902–904. John D. C. Little (1961),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Proof for the Queuing Formula: 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λW](https://pubsonline.informs.org/doi/abs/10.1287/opre.9.3.383),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Operations Research 9(3, 383–387.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 M. Amdahl (1967), Validity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single processor approach to achieving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large scale computing capabilities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https://doi.org/10.1145/1465482.1465560,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AFIPS Spring Joint Computer Conference,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483–485.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 Edwards Deming’s Point 3, discussed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Deming Institute on software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https://deming.org/software-code-reviews-from-a-deming-perspective/.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Alberto Bacchelli and Christian Bird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(2013), Expectations, Outcomes,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Challenges of Modern Code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https://www.cabird.com/pubs/bacchelli2013eoc.pdf,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ICSE 2013.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 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Mosier and Skitka (1999), [Automation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Bias](https://journals.sagepub.com/doi/10.1177/154193129904300346.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Madeleine Clare Elish (2019), Moral Crumple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Zones: Cautionary Tales in Human-Robot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Interaction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https://estsjournal.org/index.php/ests/article/download/260/177/,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Engaging Science, Technology, and Society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5, 40–60.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Frederick P. Brooks Jr., No Silver Bullet: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Essence and Accidents of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https://www.cs.unc.edu/techreports/86-020.pdf),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 technical report, 1986; published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Computer 20(4, 1987, 10–19.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Code Is Cheap. Judgment Is Expensive.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handout edition generated from current reviewed talk materials</dc:description>
  <dcterms:created xsi:type="dcterms:W3CDTF">2026-09-07T01:22:58Z</dcterms:created>
</cp:coreProperties>
</file>