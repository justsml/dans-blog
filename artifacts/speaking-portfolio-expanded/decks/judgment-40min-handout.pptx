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Point at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stage you didn't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His forecast expired in 1996. The distinction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Point at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where it takes skill. Where it sits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stage you didn't speed up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Fixed-work example: review is 30%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generation speed → 1 / 0.30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3.33×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fixed job. Seventy percent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 is producing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thirty percent is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generation instantaneous. Thirty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remains. One divided by point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three and a third. That is the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Amdahl's argument applied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sequence of work. Put your own fraction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put queueing delay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unchanged fraction and then pretend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delay stays fixed while arrivals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 want more than that ceiling,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remaining work. Specify the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Eliminate an unnecessary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what a reviewer must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speedup in generation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untouched 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 We did not remove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We moved it onto one person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gave them a keyboard shortcut for approving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Essence and accident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Generating a branch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Choosing the permission boundary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Brooks distinguished the essential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conceptual work of software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accidental difficulty of expressing it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His forecast expired in 1996.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distinction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syntax of the role check is the easy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part. Deciding what a tenant boundary means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product and security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code generation gives us more 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express a decision we still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invest the saved time in the model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problem. Who is the actor? Which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authoritative? What happens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Those questions reduce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of plausible wrong implementations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they reach the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 M. Amdahl (1967), Validity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single processor approach to achieving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large scale computing capabilities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https://doi.org/10.1145/1465482.1465560,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AFIPS Spring Joint Computer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483–485.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 (1986), Out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Crisis, MIT Center for Advanced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Point 3 of the Fourteen Points.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Applied to review by the Deming Institute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Frederick P. Brooks Jr., No Silver Bullet: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Essence and Accidents of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https://www.cs.unc.edu/techreports/86-020.pdf),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 technical report, 1986; published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Computer 20(4, 1987, 10–19.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2026-09-07T02:16:43Z</dcterms:created>
</cp:coreProperties>
</file>