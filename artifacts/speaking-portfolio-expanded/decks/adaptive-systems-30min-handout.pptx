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 id="273" r:id="rIdSlide18"/>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 Id="rIdSlide18" Type="http://schemas.openxmlformats.org/officeDocument/2006/relationships/slide" Target="slides/slide18.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_rels/notesSlide18.xml.rels><?xml version="1.0" encoding="UTF-8" standalone="yes"?><Relationships xmlns="http://schemas.openxmlformats.org/package/2006/relationships"><Relationship Id="rIdSlide" Type="http://schemas.openxmlformats.org/officeDocument/2006/relationships/slide" Target="../slides/slide18.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Give each job exactly enough agent. Prove every repair. Let the app ask for its own scale.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notes. 40 minutes, 15 slides, four audience moments, no Q&amp;A. Add five minutes for a 45-minute booking. The design is Dan's; the incidents are composites of real integrations with the names filed off. Say that once, on slide 1, and never apologize for it again.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scripts](../packets/adaptive-systems/script-40min.md) · [Contracts](../packets/adaptive-systems/contracts.md) · [Memory pattern and prompt](../packets/adaptive-systems/memory-pattern.md) · [Walkthrough](../packets/adaptive-systems/demo.md) · [Evidence](../packets/adaptive-systems/evidence-bank.md)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adaptive-systems`.</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Yesterday: zip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Today: postal_code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ingest stops. The status page is green.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API still returns 200. Authentication works. The vendor's status page is green. Your ingest is broken because somebody renamed a field. If you work around B2B integrations, this is a very boring way to have a very expensive morning.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promise of this talk. An application can notice that, investigate it, propose a fix, prove the fix, and keep the other ninety-eight percent of records flowing, all before you wake up. And it can do that without ever holding a permission you would be scared to give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design is mine. The incidents are composites; I have had this exact morning more than once. We will follow one address ingest job through a rename, a change in meaning, and a provider that stops answering.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vendor rename you actually lived through. Name the field, the hour you noticed, and what it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Hands up for a 200 response that carried a breaking change. Take one story, thirty seconds, and return to the ingest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02:00 to 03:30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Baseline: alert, wait for a person, replay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 investigate, propose, prove, continue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Win condition: faster recovery, zero new false repairs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anyone gets excited about agents, name the boring alternative. A schema diff, an alert, and a human who replays the batch after coffee. It works. It costs a morning per surprise, and it does nothing for the unaffected records that are stuck behind the broken ones.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agent has to beat that. Not on vibes. On time to recover, on records kept moving, and on a number the baseline gets for free: false repairs. Alert-and-wait never turns a rename into plausible wrong data. If the adaptive version does, even once, it has made operations worse.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three metrics on the board and leave them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03:30 to 07:15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Browsers, CLIs, every SaaS: an agent layer you opt out of with --no-agent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Ten tools is forty-five pairs. One more integration is not one more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Accidents first. Then people who mean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Zoom out from the ingest job. The assistant with every customer's data and a toolbox that can send email, issue refunds, delete records and ship code is not a design we get to decline. It is arriving one integration at a time, and not only in our products.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here is the hazard, and it applies to the small systems too. Risk does not grow with the number of tools. It grows with the number of pathways between them, and every integration multiplies those. Ten tools is forty-five pairs before you count chains. Plug in one SaaS with a dozen endpoints and you did not add twelve capabilities; you added hundreds of routes from something the agent can read to something it can do. Nobody reviews those combinations. Not your security team, not the model, not you at three in the morning. The dangerous pairing is never on the roadmap. It gets discovered.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question is not whether to give the assistant access. It is how to keep the number of live pathways small enough to reason about, one job at a time. That is what the rest of this talk builds. The big assistant still exists. It just never has all of its hands full at once: it conjures a small agent per job, with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own near miss with an over-permissioned agent, or the tool pairing you only noticed after it fired.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10 → 45 on the board. Ask who could list every read-to-write pathway in the agent they run today. Pause on the third line; let the room feel that the accident case is the common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most of the damage will be accidents — a confident mapping, a helpful cleanup, a tool called with the wrong ID — and a renamed field is untrusted input read by something that can act.</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03:30 to 07:15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Browsers, CLIs, every SaaS: an agent layer you opt out of with --no-agent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Ten tools is forty-five pairs. One more integration is not one more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Accidents first. Then people who mean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Zoom out from the ingest job. The assistant with every customer's data and a toolbox that can send email, issue refunds, delete records and ship code is not a design we get to decline. It is arriving one integration at a time, and not only in our products.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here is the hazard, and it applies to the small systems too. Risk does not grow with the number of tools. It grows with the number of pathways between them, and every integration multiplies those. Ten tools is forty-five pairs before you count chains. Plug in one SaaS with a dozen endpoints and you did not add twelve capabilities; you added hundreds of routes from something the agent can read to something it can do. Nobody reviews those combinations. Not your security team, not the model, not you at three in the morning. The dangerous pairing is never on the roadmap. It gets discovered.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question is not whether to give the assistant access. It is how to keep the number of live pathways small enough to reason about, one job at a time. That is what the rest of this talk builds. The big assistant still exists. It just never has all of its hands full at once: it conjures a small agent per job, with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own near miss with an over-permissioned agent, or the tool pairing you only noticed after it fired.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10 → 45 on the board. Ask who could list every read-to-write pathway in the agent they run today. Pause on the third line; let the room feel that the accident case is the common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most of the damage will be accidents — a confident mapping, a helpful cleanup, a tool called with the wrong ID — and a renamed field is untrusted input read by something that can act.</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07:15 to 10:45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Tailored prompt, minimum tools, hard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Tool search on request, policy decides, request logged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Orchestrator loops: done, more help, or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shape. An orchestrator reads the failure and writes a job: goal, evidence it may read, actions it may take, deadline, spend, and the conditions that end it. Then it generates an agent for that job with a tailored prompt and only the tools it expects to need. A schema-diff agent gets read access to two samples and a contract. It does not get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agent needs something else, it asks. Dynamic tool search lets it discover a tool; policy decides whether this job may have it; the request and the answer are logged whether or not it was granted. That log is the most interesting file in the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runs the result through a loop: is the job done, does it need another specialist, or must it stop? A diff agent hands to a fixture-writer agent hands to a reviewer, each with its own blast radius, each disposable when finished. Nobody rents a committee every time a CSV arrives; the known mapping runs as code, and only the unfamiliar case conjures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this working as a prototype on my own integrations. I am not going to give you a success rate today, because I do not have one I trust yet. I can tell you the log of denied tool requests taught me more about my own permissions than any audit.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the prototype's first denied tool request was, and what it revealed.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three boxes: orchestrator, generated agent, tool catalog with policy gate. Show one request crossing the gate and being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07:15 to 10:45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Tailored prompt, minimum tools, hard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Tool search on request, policy decides, request logged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Orchestrator loops: done, more help, or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shape. An orchestrator reads the failure and writes a job: goal, evidence it may read, actions it may take, deadline, spend, and the conditions that end it. Then it generates an agent for that job with a tailored prompt and only the tools it expects to need. A schema-diff agent gets read access to two samples and a contract. It does not get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agent needs something else, it asks. Dynamic tool search lets it discover a tool; policy decides whether this job may have it; the request and the answer are logged whether or not it was granted. That log is the most interesting file in the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runs the result through a loop: is the job done, does it need another specialist, or must it stop? A diff agent hands to a fixture-writer agent hands to a reviewer, each with its own blast radius, each disposable when finished. Nobody rents a committee every time a CSV arrives; the known mapping runs as code, and only the unfamiliar case conjures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this working as a prototype on my own integrations. I am not going to give you a success rate today, because I do not have one I trust yet. I can tell you the log of denied tool requests taught me more about my own permissions than any audit.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the prototype's first denied tool request was, and what it revealed.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three boxes: orchestrator, generated agent, tool catalog with policy gate. Show one request crossing the gate and being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10:45 to 13:15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High-risk classes: write, send, pay, delete, deploy, export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Reads customer data? Then it never posts to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signed URL is a credential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guards do most of the work. First, tools come in risk classes. Read is cheap to grant. Write, send, pay, delete, deploy and export each need their own approval path, and a generated agent gets at most one of them per job. Do not smuggle a destructive migration through a tool called repair mapping.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least privilege, and Saltzer and Schroeder wrote it down in 1975: every program runs with the least set of privileges the job needs. We have all been nodding at that for fifty years and shipping service accounts that can do anything. A per-job agent is the first thing I have built where complying is genuinely easier than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watch the boundary between systems. An agent that can read customer data and an agent that can post to a vendor are two agents, with a filter between them. That is where data leaks: not through the model being evil, but through a tool result flowing into the next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client setup with local models for sensitive data and a frontier orchestrator. Say which parts were real and which are the stronger design you would build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Point at the filter between worker and planner. Ask what else crosses it: prompts, traces, error bodies, notification previews.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signed download URL is a bearer credential; handing it to a model while asking the model not to use it is hope, not isolation.</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10:45 to 13:15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High-risk classes: write, send, pay, delete, deploy, export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Reads customer data? Then it never posts to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signed URL is a credential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guards do most of the work. First, tools come in risk classes. Read is cheap to grant. Write, send, pay, delete, deploy and export each need their own approval path, and a generated agent gets at most one of them per job. Do not smuggle a destructive migration through a tool called repair mapping.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least privilege, and Saltzer and Schroeder wrote it down in 1975: every program runs with the least set of privileges the job needs. We have all been nodding at that for fifty years and shipping service accounts that can do anything. A per-job agent is the first thing I have built where complying is genuinely easier than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watch the boundary between systems. An agent that can read customer data and an agent that can post to a vendor are two agents, with a filter between them. That is where data leaks: not through the model being evil, but through a tool result flowing into the next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client setup with local models for sensitive data and a frontier orchestrator. Say which parts were real and which are the stronger design you would build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Point at the filter between worker and planner. Ask what else crosses it: prompts, traces, error bodies, notification previews.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signed download URL is a bearer credential; handing it to a model while asking the model not to use it is hope, not isolation.</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13:15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zip → postal_code: investigate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status: true → pending: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ingest. A name resemblance is a hypothesis, not evidence. A postal code is not always a US ZIP. Keep the leading zero, keep the country, and remember ZIP+4 has a four-digit extension that somebody, somewhere, is joining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Boolean status becoming an enum is harder. Does true mean active, eligible, verified, or anything except cancelled? Pending cannot become true just because both are truthy in JavaScript.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generated agent may propose a reversible mapping when evidence supports equivalence, and it must quarantine the rest. An unexplained business-state change goes to an owner with samples and a question. Automatic recovery is useful precisely because it has somewhere honest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{zip:"02108"} and {postal_code:"02108"}, then {status:"pending"}. Ask what evidence is missing in each. Two answers,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15:00 to 16:15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Input fingerprint + mapping version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Evidence + fixtures + rollback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 silent mutation of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agent produces a mapping artifact, not a paragraph saying it fixed things. Parent version, input fingerprint, the transforms, the rejected cases, the evidence it read, and the fixture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 mapping change can pass a pre-authorized canary policy. A schema migration has a different blast radius and its own approval path. Keep the source records so you can replay; keep the old mapping so you can restore. Rollback changes future processing. It does not un-write yesterday's downstream rows; those need reconciliation.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the mapping artifact in contracts.md. Point at parent version, activation scope, replay reference.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repair also has to survive an exam it did not write; the walkthrough shows those fixtures.</a:t>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16:15 to 17:30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Did it fail?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Or did the answer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ingest calls an address-verification provider. Suppose the provider accepted the batch and charged for it, then the connection dropped. Resubmitting elsewhere recovers latency and doubles the bill.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an operation identity before dispatch. Keep the provider's job ID. Reconcile before resubmitting, and when the provider offers no way to ask, stop with an unknown outcome and say so. A deadline ends new dispatch; it does not reverse a side effect already performed. The ledger has to hold that uncertainty, reserved money included, until the answer arrives.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Mark the moment on the timeline where your process knows less than the provider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17:30 to 21:30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Rename → validated mapping, canary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Unknown status → quarantine, owner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Lost response → reconcile, hold the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design. The rename has contract evidence. The conjured diff agent proposes copy-string; now reveal the fixtures one at a time and let the room reject the one that must not be repaired. Passing both, policy permits a canary of that mapping version and the job continues for matching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status change has no semantic evidence. The job isolates affected records, reports what is incomplete, and hands an owner the samples and the exact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provider timeout has an uncertain outcome. The controller queries the saved job ID instead of submitting again, and where it cannot, it holds the unresolved operation and its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events, three different right answers, none of them success or failure. If your dashboard only has two states, it is hiding the most interesting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Five minutes from demo.md. Reveal fixtures before expected results. Ask the room for the next decision before showing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21:30 to 23:15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Old: ops sizes the fleet for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New: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Per-customer, per-job cost controls and pay-for-performance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more thing the orchestrator can conjure: compute. Today scaling is an infra decision made once for everyone. Replica counts, instance classes, an autoscaler watching CPU. The agent inverts that. It knows this batch is mostly waiting on a provider, that eight sandboxes for six minutes would clear the backlog, and what this customer's plan allows.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it asks. The request names shape, size, duration and a cost cap, and it is charged to this customer or this job rather than to a shared cluster. That is a new product surface: a customer can buy a faster turnaround, and a finance team can cap a single workflow instead of a whole environment.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job where per-customer compute would have changed the pricing conversation.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a customer could be billed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compute guard is the tool guard — an approved catalog, enforced leases, and no unapproved region no matter how good the latency looks. Whatever the app changed today, an engineer sees it in one report, and authority widens only from measured outcomes on the same recorded incidents: recoveries, but also false repairs, dropped records, cost and human corrections.</a:t>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23:15 to 25:15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Shadow: propose, apply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Canary: one reversible change class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Expand: from correct recoveries, false repairs, cost, interventions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in shadow mode: the conjured agents propose artifacts and apply none. Then permit one reversible change class. Widen authority per class, from evidence about that class. This is the same discipline for tools and for compute. It is also the loop that lets the system adjust its own fan-out and token burn from measured acceptance: acceptance up and false repairs flat, that job class gets more parallel attempts and a bigger budget; false repairs up, both come 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Watch for the failure Diane Vaughan documented at NASA before Challenger and named normalization of deviance. Every widening is locally reasonable. Each one cites the last one as precedent. Nobody ever decides to be reckless. That is exactly why authority expands per class and from measured outcomes for that class, and never from how the last six went.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Vaughan (1996), The Challenger Launch Decision, University of Chicago Press, on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Thirty seconds on the recovery card in contracts.md. Take one answer and name the evidence needed to widen that authority.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25:15 to 27:30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check relevant memory and correct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After execution: record checks, outcome, correction and frequency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Generated, executed and verified are different states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Memory is evidence, never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do not need the whole agent factory to start. Take one agent that writes SQL, builds reports, runs shell commands or generates scripted API actions. Give it working memory for this job: the goal, constraints, draft and unresolved checks. Give it observational memory across jobs: what it generated, what actually ran, what failed, and what the checks established. Now ask it to consult that history before it hands you the next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a reporting query keeps forgetting the tenant filter. It runs perfectly well; it reports the wrong population. An independent preflight check rejects it before dispatch. Record the draft, the failed check, the correction and the eventual result. Next time, retrieve that pattern while the agent is still drafting. Fix the omission before returning the SQL, then run the check again. That is adaptive behavior you can build with one agent and a small 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the prompt in memory-pattern.md. Ask which observation proves the query ran and which proves it answered the right question. Use the tenant-filter example; no live execution is needed.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remembered output is untrusted data and grants no new permissions; the copyable prompt and record format are in the handout.</a:t>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27:30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Conjure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Prove the repair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Remember the known case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return to the assistant with everything. It is still coming; nothing on these slides stops it, and I would not want to. What changed is how many of its pathways are live at once. Each job gets a small agent with a tailored prompt, a short tool list, a hard budget, and a log of every time it asked for more. That is the strategy I believe in for the next few years: not one agent holding every combination, which nobody can check, but many small ones you can afford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Pick one integration that already costs your team mornings. Give it a conjured agent with a bounded way to investigate, a test it did not write, and a place to record what happened. Or start with one reporting agent: keep its execution observations, make it check them before returning work, and measure whether the same mistake comes back. That is enough to 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Land on the third line.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Vaughan (1996), The Challenger Launch Decision, University of Chicago Press, on normalization of deviance.</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 Id="rIdImage1" Type="http://schemas.openxmlformats.org/officeDocument/2006/relationships/image" Target="../media/slide11-1.png"/><Relationship Id="rIdSvg1" Type="http://schemas.openxmlformats.org/officeDocument/2006/relationships/image" Target="../media/slide11-1.svg"/></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 Id="rIdImage1" Type="http://schemas.openxmlformats.org/officeDocument/2006/relationships/image" Target="../media/slide12-1.png"/><Relationship Id="rIdSvg1" Type="http://schemas.openxmlformats.org/officeDocument/2006/relationships/image" Target="../media/slide12-1.svg"/></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 Id="rIdImage1" Type="http://schemas.openxmlformats.org/officeDocument/2006/relationships/image" Target="../media/slide13-1.png"/><Relationship Id="rIdSvg1" Type="http://schemas.openxmlformats.org/officeDocument/2006/relationships/image" Target="../media/slide13-1.svg"/></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 Id="rIdImage1" Type="http://schemas.openxmlformats.org/officeDocument/2006/relationships/image" Target="../media/slide14-1.png"/><Relationship Id="rIdSvg1" Type="http://schemas.openxmlformats.org/officeDocument/2006/relationships/image" Target="../media/slide14-1.svg"/></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Adaptive, agentic apps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30-minute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13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13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vendor renamed a field</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e213641347c0f0d86f4d985b64e0e6c7512779956fa14ed978d3f3b7b34adca0" descr="HTTP success does not establish that the payload still matches your contrac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Yesterday: zip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Today: postal_code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ingest stops. The status page is green.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API still returns 200. Authentication works.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vendor's status page is green. Your ingest is broken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because somebody renamed a field. If you work around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B2B integrations, this is a very boring way to have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very expensive morning.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Here is the promise of this talk. An application can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notice that, investigate it, propose a fix, prove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fix, and keep the other ninety-eight percent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records flowing, all before you wake up. And it can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 that without ever holding a permission you would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 scared to give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design is mine. The incidents are composites; 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have had this exact morning more than once. We will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follow one address ingest job through a rename,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change in meaning, and a provider that stops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answering.</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13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Bar Is a Pager</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Baseline: alert, wait for a person, replay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investigate, propose, prove,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continue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Win condition: faster recovery, zero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false repairs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anyone gets excited about agents,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name the boring alternative. A schema diff,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alert, and a human who replays the batch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coffee. It works. It costs a morning</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per surprise, and it does nothing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unaffected records that are stuck behind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broken ones.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agent has to beat that. Not on vibes.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time to recover, on records kept moving,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on a number the baseline gets for free: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false repairs. Alert-and-wait never turns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rename into plausible wrong data. If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adaptive version does, even once, it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made operations worse.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13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Sorry, You're Building It</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c6f0fbb68e5ce78026448103d918b67135212db9e9f49deb90f1f192122fe3b4" descr="Every integration multiplies the pathways from something the agent can read to something it can do; nobody reviews the combination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Browsers, CLIs, every SaaS: an agent layer you opt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out of with --no-agent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Ten tools is forty-five pairs. One more integration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 not one more path.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Accidents first. Then people who mean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Zoom out from the ingest job. The assistant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 customer's data and a toolbox that can send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email, issue refunds, delete records and ship code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a design we get to decline. It is arriving 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integration at a time, and not only in our products.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here is the hazard, and it applies to the small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systems too. Risk does not grow with the number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tools. It grows with the number of pathways between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them, and every integration multiplies those. Ten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tools is forty-five pairs before you count chains.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Plug in one SaaS with a dozen endpoints and you did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add twelve capabilities; you added hundreds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routes from something the agent can read to something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 can do. Nobody reviews those combinations. Not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security team, not the model, not you at three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 the morning. The dangerous pairing is never on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roadmap. It gets discovered.</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13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Sorry, You're Building It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So the question is not whether to give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assistant access. It is how to keep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number of live pathways small enough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 about, one job at a time. That is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the rest of this talk builds. The big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assistant still exists. It just never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of its hands full at once: it conjures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small agent per job, with exactly enough.</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13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Conjure the agent the job needs</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49192e4dea5444b92308c41ff8684a327f20855daa9a1cd61a760fa369e7fb39" descr="The orchestrator writes a tailored prompt, selects the minimum tools from a catalog, and loops until the job is done or must sto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Tailored prompt, minimum tools, hard budget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search on request, policy decides, request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logged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Orchestrator loops: done, more help, or stop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Here is the shape. An orchestrator reads the failure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writes a job: goal, evidence it may read, actions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 may take, deadline, spend, and the conditions that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end it. Then it generates an agent for that job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tailored prompt and only the tools it expects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need. A schema-diff agent gets read access to two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samples and a contract. It does not get the database.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If the agent needs something else, it asks. Dynamic</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search lets it discover a tool; policy decides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whether this job may have it; the request and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 are logged whether or not it was granted.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log is the most interesting file in the system.</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13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Conjure the agent the job needs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orchestrator runs the result through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loop: is the job done, does it need another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specialist, or must it stop? A diff agent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hands to a fixture-writer agent hands 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reviewer, each with its own blast radius,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each disposable when finished. Nobody rents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committee every time a CSV arrives;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known mapping runs as code, and only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unfamiliar case conjures anything.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 have this working as a prototype on my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own integrations. I am not going to give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 success rate today, because I do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have one I trust yet. I can tell you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log of denied tool requests taught me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my own permissions than any audit.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13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Guard the tools that can hurt</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85c7c5e5c6397daf9bbbe87ad34332d968ebbb3adc9c16b8b4f1195b93398de8" descr="Proposed boundary: the dispatcher grants worker access; only allowlisted status returns to the plan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High-risk classes: write, send, pay, delete, deploy,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export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Reads customer data? Then it never posts to a vendor.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signed URL is a credential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Two guards do most of the work. First, tools come in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risk classes. Read is cheap to grant. Write, send,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 delete, deploy and export each need their 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approval path, and a generated agent gets at most one</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of them per job. Do not smuggle a destructive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migration through a tool called repair mapping.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is least privilege, and Saltzer and Schroeder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wrote it down in 1975: every program runs with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least set of privileges the job needs. We have all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been nodding at that for fifty years and shipping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service accounts that can do anything. A per-job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agent is the first thing I have built where complying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 genuinely easier than not.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13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Guard the tools that can hurt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Second, watch the boundary between systems.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agent that can read customer data and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that can post to a vendor are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agents, with a filter between them. That is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where data leaks: not through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being evil, but through a tool result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flowing into the next tool call.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13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Repair syntax; prove meaning</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761b061f86238b43b59089f47fb3a955ed6b83f7f51e1073ce392879feb924da" descr="A documented rename can preserve meaning; an undefined business state needs an ow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zip → postal_code: investigate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status: true → pending: stop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Back to the ingest. A name resemblance is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hypothesis, not evidence. A postal code is not always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US ZIP. Keep the leading zero, keep the country,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remember ZIP+4 has a four-digit extension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somebody, somewhere, is joining 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Boolean status becoming an enum is harder. Does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true mean active, eligible, verified, or anything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except cancelled? Pending cannot become true just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because both are truthy in JavaScript.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the generated agent may propose a reversible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mapping when evidence supports equivalence, and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must quarantine the rest. An unexplained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business-state change goes to an owner with samples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a question. Automatic recovery is useful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precisely because it has somewhere honest to stop.</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13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repair is a versioned artifact</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2dbb359f7c9040fcd9050fc87c6495205f54763b340ccc2f1b9d4a471cd71123" descr="Promote a tested mapping within its allowed scope; reconcile writes if you roll ba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Input fingerprint + mapping version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Evidence + fixtures + rollback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 silent mutation of the database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agent produces a mapping artifact, not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paragraph saying it fixed things. Parent version,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input fingerprint, the transforms, the rejected</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cases, the evidence it read, and the fixture results.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narrow mapping change can pass a pre-authorized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canary policy. A schema migration has a different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blast radius and its own approval path. Keep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source records so you can replay; keep the old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mapping so you can restore. Rollback changes future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processing. It does not un-write yesterday's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downstream rows; those need reconciliation.</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13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lost response leaves a question</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886b18342d5b01030fa309ca30c63cddfe578d8e7d3faea08cd10ab5947a8a82" descr="Reconcile the operation identity before another submission; retain unresolved reservation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Did it fail?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 did the answer disappear?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same ingest calls an address-verification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provider. Suppose the provider accepted the batch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charged for it, then the connection dropped.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Resubmitting elsewhere recovers latency and doubles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bill.</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Record an operation identity before dispatch. Keep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provider's job ID. Reconcile before resubmitting,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when the provider offers no way to ask, stop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 unknown outcome and say so. A deadline ends new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dispatch; it does not reverse a side effect already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performed. The ledger has to hold that uncertainty,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reserved money included, until the answer arrives.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13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Walkthrough: one ingest, three decisions</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e3a416f7af999aa267b26b235a9a87ce39013671fd2840fa5f9d8776e7e01026" descr="Recovery, quarantine and reconciliation are all legitimate outcomes of the same ingest job."/>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Rename → validated mapping, canary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Unknown status → quarantine, owner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Lost response → reconcile, hold the reservation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Run the design. The rename has contract evidence.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conjured diff agent proposes copy-string; now reveal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fixtures one at a time and let the room reject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one that must not be repaired. Passing both,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policy permits a canary of that mapping version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job continues for matching records.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status change has no semantic evidence. The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isolates affected records, reports what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incomplete, and hands an owner the samples and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exact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provider timeout has an uncertain outcome.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controller queries the saved job ID instead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submitting again, and where it cannot, it holds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unresolved operation and its reservation.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Three events, three different right answers, none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them success or failure. If your dashboard only has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two states, it is hiding the most interesting one.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13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Compute Is a Tool Too</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af12d2cf4f8eb96ff7f1d48fcb5de85b6adf7e198168f7b8ebf9e8cb4eba2b66" descr="The orchestrator requests shape, size and duration inside a per-customer ceiling; the scheduler resolves it against a catalog and issue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Old: ops sizes the fleet for everyone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New: the job describes its shape and asks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Per-customer, per-job cost controls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pay-for-performance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more thing the orchestrator can conjure: compute.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Today scaling is an infra decision made once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everyone. Replica counts, instance classes, 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autoscaler watching CPU. The agent inverts that. It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knows this batch is mostly waiting on a provider,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eight sandboxes for six minutes would clear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backlog, and what this customer's plan allows.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it asks. The request names shape, size, duration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a cost cap, and it is charged to this customer 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job rather than to a shared cluster. That is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new product surface: a customer can buy a faster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turnaround, and a finance team can cap a single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workflow instead of a whole environment.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13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Widen Per Class, Never Per Streak</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Shadow: propose, apply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Canary: one reversible change class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Expand: from correct recoveries, false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repairs, cost, interventions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in shadow mode: the conjured agents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propose artifacts and apply none.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permit one reversible change class. Widen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authority per class, from evidence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class. This is the same discipline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tools and for compute. It is also the loop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lets the system adjust its own fan-out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token burn from measured acceptance: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acceptance up and false repairs flat,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job class gets more parallel attempts 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bigger budget; false repairs up, both come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 for the failure Diane Vaughan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documented at NASA before Challenger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named normalization of deviance.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widening is locally reasonable. Each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cites the last one as precedent.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 decides to be reckless.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why authority expands per class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measured outcomes for that class,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from how the last six went.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13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Start smaller: remember what happened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Before returning: check relevant memory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 known mistakes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execution: record checks, outcome,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correction and frequency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Generated, executed and verified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states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Memory is evidence, never permission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do not need the whole agent factory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Take one agent that writes SQL,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builds reports, runs shell commands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generates scripted API actions. Give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working memory for this job: the goal,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constraints, draft and unresolved checks.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it observational memory across jobs: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it generated, what actually ran,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failed, and what the checks established.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ask it to consult that history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hands you the next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Suppose a reporting query keeps forgetting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tenant filter. It runs perfectly well;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reports the wrong population.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independent preflight check rejects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dispatch. Record the draft,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failed check, the correction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eventual result. Next time, retrieve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pattern while the agent is still drafting.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Fix the omission before returning the SQL,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run the check again. That is adaptive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behavior you can build with one agent 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log.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13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next surprise should cost less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Conjure exactly enough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Prove the repair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Remember the known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return to the assistant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It is still coming; nothing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these slides stops it, and I would not want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What changed is how many of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pathways are live at once. Each job gets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agent with a tailored prompt, a short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tool list, a hard budget, and a log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time it asked for more.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strategy I believe in for the next few</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years: not one agent holding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combination, which nobody can check, but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many small ones you can afford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Pick one integration that already costs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team mornings. Give it a conjured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with a bounded way to investigate,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it did not write, and a place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 what happened. Or start with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reporting agent: keep its execution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observations, make it check them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returning work, and measure whether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mistake comes back. That is enough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Saltzer and Schroeder (1975),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Protection of Information in Computer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https://doi.org/10.1109/PROC.1975.9939),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Proceedings of the IEEE 63(9), 1278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1308. Least privilege is their principle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Vaughan (1996), The Challenger Launch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University of Chicago Press,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normalization of deviance.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18</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18</Slides>
  <Notes>18</Notes>
</Properties>
</file>

<file path=docProps/core.xml><?xml version="1.0" encoding="utf-8"?>
<cp:coreProperties xmlns:cp="http://schemas.openxmlformats.org/package/2006/metadata/core-properties" xmlns:dc="http://purl.org/dc/elements/1.1/" xmlns:dcterms="http://purl.org/dc/terms/" xmlns:xsi="http://www.w3.org/2001/XMLSchema-instance">
  <dc:title>Adaptive, agentic apps</dc:title>
  <dc:creator>Dan Levy</dc:creator>
  <dc:description>handout edition generated from current reviewed talk materials</dc:description>
  <dcterms:created xsi:type="dcterms:W3CDTF">2026-09-07T02:16:43Z</dcterms:created>
</cp:coreProperties>
</file>