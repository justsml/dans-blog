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any site that opts in, and the list of sites that opt in only goes one direction.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any site that opts in, and the list of sites that opt in only goes one direction.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14:00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15:30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whatever the app changed today, an engineer sees it in one report, and authority widens only from measured outcomes.</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whatever the app changed today, an engineer sees it in one report, and authority widens only from measured outcomes.</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 It is also the loop that lets the system adjust its own fan-out and token burn from measured acceptance: acceptance up and false repairs flat, that job class gets more parallel attempts and a bigger budget; false repairs up, both come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13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13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13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Bar Is a Pager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Baseline: alert, wait for a person, replay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investigate, propose, 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 condition: faster recovery, zero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every slide from here is about buying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speed without buying corruption.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that trade in your head;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whole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Browsers now ship a chat that drives the page. WebMCP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lets an agent act on any site that opts in,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list of sites that opt in only goes one direction.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next generation of CLIs will take natural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language by default, and you will pass --no-agent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 the old behavior back. The intermediary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intelligence layer is going to wrap everything, and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who to blame: the kids. Actually, the kids hate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AI. It will be their kids who demand an agent safety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blanket on everything. I will be in a rocking chair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explaining that the internet was better on vinyl.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here is the hazard, and it applies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systems too. Risk does not grow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number of tools. It grows with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pathways between them,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integration multiplies those. Ten tools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forty-five pairs before you count chains.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Plug in one SaaS with a dozen endpoints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 not add twelve capabilities;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added hundreds of routes from something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can read to something it 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reviews those combinations. Not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security team, not the model, not you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in the morning. The dangerous pairing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never on the roadmap. It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of the damage will be accidents: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mapping, a helpful cleanup,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called with the wrong ID. Then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the people who mean it. That renamed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could carry a sentence aimed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a vendor payload is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that now gets read by something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question is not whether to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access. It is how to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live pathways small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about, one job at a time.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rest of this talk builds.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still exists. It just never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of its hands full at once: it conjures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small 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orchestrator runs the result through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is the job done, does it need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specialist, or must it stop? A diff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to a fixture-writer agent hands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each with its own blast radius,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disposable when finished. Nobody rents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committee every time a CSV arrives;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known mapping runs as code, and only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unfamiliar case conjures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this working as a prototype on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integrations. I am not going to give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 success rate today, because I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one I trust yet. I can tell you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of denied tool requests taught me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my own permissions than any audit.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allowlisted status comes back.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13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13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13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Compute Is a Tool Too</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Per-customer, per-job cost controls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pay-for-performance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scaling is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Replica counts, instance classes, 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and it is charged to this customer 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job rather than to a shared cluster.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product surface: a customer can buy a faster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turnaround, and a finance team can cap a single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workflow instead of a whole environment.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Compute Is a Tool Too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guard is the same one we used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The agent chooses from a catalog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approved instance classes; the scheduler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leases and teardown; an unapproved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faster region is not a candidate no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good the latency looks. The mechanics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ecosystem are a companion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13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Per Class, Never Per Streak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Shadow: propose, apply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Canary: one reversible change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 from correct recoveries,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cost, interventions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design with the static mapping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pager on the same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Count recoveries, but also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dropped records, cost, elapsed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 and human corrections. Include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where the right answer was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model saying ninety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settles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one reversible change class. Widen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authority per class, from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class. This is the same discipline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and for compute. It is also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lets the system adjust its own fan-out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token burn from measured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up and false repairs flat,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class gets more parallel attempts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bigger budget; false repairs up, both 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13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Each job gets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 agent with a tailored prompt, a short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list, a hard budget, and a 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time it asked for more.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strategy I believe in for the next few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not one agent holding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combination, which nobody can check,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Vaughan (1996),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University of Chicago Press,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normalization of deviance.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20</Slides>
  <Notes>20</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2026-09-07T01:43:59Z</dcterms:created>
</cp:coreProperties>
</file>