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14:00 to 15:30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repair also has to survive an exam it did not write; the walkthrough shows those fixtures.</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15:30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21:30 to 24:00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whatever the app changed today, an engineer sees it in one report, and authority widens only from measured outcomes.</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21:30 to 24:00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whatever the app changed today, an engineer sees it in one report, and authority widens only from measured outcomes.</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24:00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Widen authority per class, from evidence about that class. This is the same discipline for tools and for compute.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13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13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13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bar is: diff the schema and page a human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Baseline: alert, wait for a person, replay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investigate, propose, 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 condition: faster recovery, zero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anyone gets excited about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the boring alternative. A schema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alert, and a human who replays the 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coffee. It works. It costs a morning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surprise, and it does nothing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unaffected records that are stuck behind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broken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has to beat that. Not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time to recover, on records kept 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 a number the baseline gets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Alert-and-wait never turns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rename into plausible wrong data.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version does, even once, it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 operations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every slide from here is about buying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speed without buying corruption.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that trade in your head;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whole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Browsers now ship a chat that drives the page. WebMCP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lets an agent act on whatever site you have open.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next generation of CLIs will take natural language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default, and you will pass --no-agent to get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behavior back. The intermediary intelligence layer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going to wrap everything, and I know who to blame: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kids. Actually, the kids hate AI. It will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their kids who demand an agent safety blanket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I will be in a rocking chair explaining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the internet was better on vinyl.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here is the hazard, and it applies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systems too. Risk does not grow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number of tools. It grows with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pathways between them,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integration multiplies those. Ten tools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forty-five pairs before you count chains.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Plug in one SaaS with a dozen endpoints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 not add twelve capabilities;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added hundreds of routes from something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can read to something it 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reviews those combinations. Not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security team, not the model, not you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in the morning. The dangerous pairing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never on the roadmap. It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of the damage will be accidents: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mapping, a helpful cleanup,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called with the wrong ID. Then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the people who mean it. That renamed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could carry a sentence aimed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a vendor payload is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that now gets read by something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question is not whether to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access. It is how to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live pathways small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about, one job at a time.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rest of this talk builds. The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still exists. It just never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of its hands full at once: it conjures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small 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orchestrator runs the result through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is the job done, does it need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specialist, or must it stop? A diff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 to a fixture-writer agent hands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each with its own blast radius,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disposable when finished. Nobody rents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committee every time a CSV arrives;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known mapping runs as code, and only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unfamiliar case conjures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this working as a prototype on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integrations. I am not going to give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 success rate today, because I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one I trust yet. I can tell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of denied tool requests taught me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my own permissions than any audit.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13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customer data and post to a vendor never share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and Saltzer and Schroeder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wrote it down in 1975: every program runs with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set of privileges the job needs. We have 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been nodding at that for fifty years and shipping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service accounts that can do anything. A per-job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 is the first thing I have built where complying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genuinely easier than not.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13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Second, watch the boundary between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agent that can read customer data and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that can post to a vendor are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agents, with a filter between them.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data leaks: not through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evil, but through a tool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flowing into the next tool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sensitive processing, the planner gets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 opaque job reference. A 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dispatcher grants a local worker scoped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the worker touches the data;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allowlisted status comes back.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download URL is a bearer credential.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Handing it to a model while asking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not to use it is not isolation,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hope.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13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13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repair is a versioned artifact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agent produces a mapping artifact, not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paragraph saying it fixed things. Parent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input fingerprint, the transforms, the rejected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cases, the evidence it read, and the fixture results.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narrow mapping change can pass a pre-authorized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canary policy. A schema migration has a different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blast radius and its own approval path. Keep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source records so you can replay; keep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so you can restore. Rollback changes future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processing. It does not un-write yesterday's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downstream rows; those need reconciliation.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13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lost response leaves a question</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ingest calls an address-verification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Suppose the provider accepted the batch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charged for it, then the connection dropped.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Resubmitting elsewhere recovers latency and doubles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bill.</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an operation identity before dispatch. Keep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provider's job ID. Reconcile before resubmitting,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when the provider offers no way to ask, stop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unknown outcome and say so. A deadline ends new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dispatch; it does not reverse a side effect already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performed. The ledger has to hold that uncertainty,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money included, until the answer arrives.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13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13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Scale becomes something the app asks for</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Per-customer, per-job cost controls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pay-for-performance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more thing the orchestrator can conjure: compute.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scaling is an infra decision made once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 Replica counts, instance classes, 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autoscaler watching CPU. The agent inverts that. It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knows this batch is mostly waiting on a provider,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eight sandboxes for six minutes would clear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backlog, and what this customer's plan allows.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it asks. The request names shape, size, duration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cost cap, and it is charged to this customer 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job rather than to a shared cluster.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product surface: a customer can buy a faster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turnaround, and a finance team can cap a single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workflow instead of a whole environment.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13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Scale becomes something the app asks for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guard is the same one we used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The agent chooses from a catalog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approved instance classes; the scheduler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leases and teardown; an unapproved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faster region is not a candidate no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good the latency looks. The mechanics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ecosystem are a companion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13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authority only from measured outcomes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Shadow: propose, apply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Canary: one reversible change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 from correct recoveries,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cost, interventions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design with the static mapping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pager on the same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Count recoveries, but also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dropped records, cost, elapsed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 and human corrections. Include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where the right answer was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model saying ninety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settles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Start in shadow mode: the conjured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artifacts and apply none.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one reversible change class. Widen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per class, from evidence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class. This is the same discipline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and for compute.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for the failure Diane Vaughan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at NASA before Challenger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named normalization of deviance.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is locally reasonable. Each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cites the last one as precedent.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 decides to be reckless.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why authority expands per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measured outcomes for that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from how the last six went.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13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builds reports, runs shell commands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scripted API actions.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this job: the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and unresolved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it observational memory across jobs: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it generated, what actually ran,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and what the checks established.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ask it to consult that history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hands you 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reports the wrong population.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preflight check rejects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dispatch. Record the draft,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check, the correction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eventual result. Next time, retrieve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while the agent is still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omission before returning the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run the check again. That is adaptive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you can build with one agent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log.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13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instruction is simple: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work, retrieve relevant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correct applicable mistakes; after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execution, record the observed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outcome and update the pattern counts. If</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cannot check something safely, say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unverified. Remembered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and grants no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The copyable prompt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record format are in the handout.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13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 to the field that changed overnight.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did not predict its spelling. We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define what had to stay true,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needed, which tools this one job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have, and how far the app could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Each job gets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 agent with a tailored prompt, a short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list, a hard budget, and a 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time it asked for more.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strategy I believe in for the next few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not one agent holding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combination, which nobody can check,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Vaughan (1996),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University of Chicago Press,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normalization of deviance.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20</Slides>
  <Notes>20</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2026-09-06T23:17:23Z</dcterms:created>
</cp:coreProperties>
</file>