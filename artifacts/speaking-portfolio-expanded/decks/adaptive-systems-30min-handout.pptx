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All customer data</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Tools that email, refund, delete, deploy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thing we are all building toward is an assistant with access to every customer's data and a toolbox that can send email, issue refunds, delete records and ship code. Most of the damage it will ever do will be an accident: a confident mapping, a helpful cleanup, a tool called with the wrong ID.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there are the people who mean it. That renamed field could carry a sentence aimed at the model.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for the next few years is not whether to give the assistant access. It is which strategies let us give it access and manage the risk. My answer, and what I have been building, is: never build the one assistant that has everything. Conjure a small one for each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a tool call you were glad had a dry-run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14:00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repair also has to survive an exam it did not write; the walkthrough shows those fixtures.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15:30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whatever the app changed today, an engineer sees it in one report, and authority widens only from measured outcomes.</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whatever the app changed today, an engineer sees it in one report, and authority widens only from measured outcomes.</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We never built it. We built a factory for small ones, each with a tailored prompt, a short tool list, a hard budget, and a log of every time it asked for more. That is the strategy I believe in for the next few years: not one agent you have to trust, but many you can afford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13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13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13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bar is: diff the schema and page a human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Baseline: alert, wait for a person, replay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investigate, propose, 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 condition: faster recovery, zero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anyone gets excited about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the boring alternative. A schema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alert, and a human who replays the 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coffee. It works. It costs a morning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surprise, and it does nothing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unaffected records that are stuck behind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broken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has to beat that. Not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time to recover, on records kept 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 a number the baseline gets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Alert-and-wait never turns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rename into plausible wrong data. If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version does, even once, it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 operations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every slide from here is about buying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speed without buying corruption.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that trade in your head;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whole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imagine the assistant that has everything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f205bb45584f3452c187099cc77d62202d1ca938a5d7dfba32f6435461e10a23" descr="One agent holding every customer record and every dangerous tool is a breach waiting for a typo."/>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All customer data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Tools that email, refund,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thing we are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building toward is an assistant with access to every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customer's data and a toolbox that can send email,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issue refunds, delete records and ship code. Most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damage it will ever do will be an accident: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confident mapping, a helpful cleanup, a tool called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wrong ID.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Then there are the people who mean it. That renamed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field could carry a sentence aimed at the model.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 payload is untrusted input that now gets read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by something that can 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question for the next few years is not whether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 give the assistant access. It is which strategies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 us give it access and manage the risk. My answer,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I have been building, is: never build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assistant that has everything. Conjure a small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for each job, with exactly enough.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orchestrator runs the result through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is the job done, does it need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specialist, or must it stop? A diff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 to a fixture-writer agent hands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each with its own blast radius,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disposable when finished. Nobody rents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committee every time a CSV arrives;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known mapping runs as code, and only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unfamiliar case conjures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this working as a prototype on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integrations. I am not going to give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 success rate today, because I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one I trust yet. I can tell you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of denied tool requests taught me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my own permissions than any audit.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customer data and post to a vendor never share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Second, watch the boundary between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agent that can read customer data and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that can post to a vendor are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with a filter between them.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data leaks: not through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evil, but through a tool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flowing into the next tool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sensitive processing, the planner gets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 opaque job reference. A 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dispatcher grants a local worker scoped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the worker touches the data;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allowlisted status comes back.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download URL is a bearer credential.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Handing it to a model while asking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not to use it is not isolation,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hope.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13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13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repair is a versioned artifact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agent produces a mapping artifact, not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paragraph saying it fixed things. Parent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input fingerprint, the transforms, the rejected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cases, the evidence it read, and the fixture results.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narrow mapping change can pass a pre-authorized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canary policy. A schema migration has a different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blast radius and its own approval path. Keep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source records so you can replay; keep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so you can restore. Rollback changes future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processing. It does not un-write yesterday's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downstream rows; those need reconciliation.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lost response leaves a question</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ingest calls an address-verification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Suppose the provider accepted the batch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charged for it, then the connection dropped.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Resubmitting elsewhere recovers latency and doubles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bill.</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an operation identity before dispatch. Keep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provider's job ID. Reconcile before resubmitting,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when the provider offers no way to ask, stop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unknown outcome and say so. A deadline ends new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dispatch; it does not reverse a side effect already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performed. The ledger has to hold that uncertainty,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money included, until the answer arrives.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13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Scale becomes something the app asks for</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Per-customer, per-job cost controls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pay-for-performance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more thing the orchestrator can conjure: compute.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scaling is an infra decision made once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 Replica counts, instance classes, 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autoscaler watching CPU. The agent inverts that.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knows this batch is mostly waiting on a provider,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eight sandboxes for six minutes would clear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backlog, and what this customer's plan allows.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it asks. The request names shape, size, duration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cost cap, and it is charged to this customer 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job rather than to a shared cluster.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product surface: a customer can buy a faster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turnaround, and a finance team can cap a single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workflow instead of a whole environment.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Scale becomes something the app asks for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guard is the same one we used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The agent chooses from a catalog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approved instance classes; the scheduler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leases and teardown; an unapproved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faster region is not a candidate no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good the latency looks. The mechanics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ecosystem are a companion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13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authority only from measured outcomes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Shadow: propose, apply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Canary: one reversible change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 from correct recoveries,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cost, interventions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design with the static mapping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pager on the same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Count recoveries, but also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dropped records, cost, elapsed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 and human corrections. Include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where the right answer was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model saying ninety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settles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Start in shadow mode: the conjured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artifacts and apply none.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one reversible change class. Widen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per class, from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class. This is the same discipline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and for compute.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for the failure Diane Vaughan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at NASA before Challenger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named normalization of deviance.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is locally reasonable. Each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cites the last one as precedent.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 decides to be reckless.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why authority expands per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measured outcomes for that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from how the last six went.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instruction is simple: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work, retrieve relevant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correct applicable mistakes; after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execution, record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outcome and update the pattern counts. If</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cannot check something safely, say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unverified. Remembered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record format are in the handout.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13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We never built it. We built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factory for small ones, each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tailored prompt, a short tool list, a hard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budget, and a log of every time it asked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more. That is the strategy I believe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next few years: not one agent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to trust, but many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Vaughan (1996),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University of Chicago Press,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normalization of deviance.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19</Slides>
  <Notes>19</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2026-09-06T09:11:14Z</dcterms:created>
</cp:coreProperties>
</file>