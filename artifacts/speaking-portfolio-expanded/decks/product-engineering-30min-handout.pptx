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slide 14.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 A standing brief is useful; a dashboard nobody opens is just another place to store the mistake.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 Keep your hands up long enough to count. That is this room, not an industry survey. If half the room did it yesterday, then effort has left some rubrics and is alive in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the hands and say the count without inventing a denominator. Confirm the first-person observation with Dan before delivery; if it no longer holds, start with the audience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recipients. Acceptance enrolls the customer behind a flag. Narrow feedback tells us what to try next; it does not automatically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this is a warning about interfaces, not a staffing ratio. Bainbridge asks who still gets recovery practice. Every experiment needs a hypothesis and a report.</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25:00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11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11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11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11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11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11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 A standing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useful; a dashboard nobody opens is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place to store the mistake.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11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 Keep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up long enough to count. That is this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room, not an industry survey. If half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did it yesterday, then effort has left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rubrics and is alive in others.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11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recipients.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enrolls the customer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Narrow feedback tells us what to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it does not automatically establish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causal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11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11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11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The system must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 that permission, not merely mention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 the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11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that the handoff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used to expose. Keep the product review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where the evidence conflicts.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resulting decision a durable artifact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Six agents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become free because one person has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names in a config file. Reserve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person's attention and practise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work. Put permission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You are allowed to make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ones. Automate the right things.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2026-09-06T09:11:13Z</dcterms:created>
</cp:coreProperties>
</file>