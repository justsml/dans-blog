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17 slides. Timings include the exercises and delivery pauses, without Q&amp;A. Sources checked 6 September 2026. Story prompts belong in speaker notes and require Dan’s own records before delivery. Slides 14 and 15 are labelled predictions, once, on slide 14; everything before them is the operating model as it stands.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Colfer and Baldwin found mirroring prevalent, with documented ways to break it; prevalence is not destiny.</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30 seconds: where is your team on the spectrum, and what is its heaviest handoff? Keep the answers for the close.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estimated a ticket last week, take the show of hands, and say the count without inventing a denominator. Confirm the first-person observation with Dan before delivery; if it no longer holds, open with the question instead.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build-walking agent adds screenshots and reasons to the same evidence queue.</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12:30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the recipients. Narrow feedback tells us what to try next; it does not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14:30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16:30 to 21:00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and a half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21:00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Graicunas counted 222 possible relationships at six reports, which is a warning about interfaces rather than a staffing ratio, and Bainbridge asks who still gets recovery practice. One more ownership line for the years ahead: tokens stop being a build cost and become fuel, defensive agents run forever, and somebody owns that meter.</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23:30 to 26:30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throwaway software is a taste most of this room has and most of the world does not. We are early adopters; we are delighted to regenerate a tool rather than maintain it. Normal people are not turned on by the idea of vibe coding their own recipe tracker, never mind a Slack replacement. What they will accept is an interface generated for them, adapting in real time, that they never had to choose from a menu of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actually be arguing about. Should OpenAI and Anthropic end up owning every software channel? Watch what happens when the assistants ship real-time collaboration: who spends less time in email, Slack and Google Docs then? I can already make and edit images and video in ways that make me less likely to open Photoshop or DaVinci. If I need a jingle for the company, I ask Suno and it is done. So is everything you spent a lifetime learning, mastering and fighting with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the story of image creation belongs to the big players, and the same is true in whichever industry you work in. Those of us who do not work at a frontier lab, the organic agents in the room,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23:30 to 26:30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throwaway software is a taste most of this room has and most of the world does not. We are early adopters; we are delighted to regenerate a tool rather than maintain it. Normal people are not turned on by the idea of vibe coding their own recipe tracker, never mind a Slack replacement. What they will accept is an interface generated for them, adapting in real time, that they never had to choose from a menu of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actually be arguing about. Should OpenAI and Anthropic end up owning every software channel? Watch what happens when the assistants ship real-time collaboration: who spends less time in email, Slack and Google Docs then? I can already make and edit images and video in ways that make me less likely to open Photoshop or DaVinci. If I need a jingle for the company, I ask Suno and it is done. So is everything you spent a lifetime learning, mastering and fighting with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the story of image creation belongs to the big players, and the same is true in whichever industry you work in. Those of us who do not work at a frontier lab, the organic agents in the room,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17. 26:30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and price the fuel. Six agents do not become free because one person has their names in a config file, and neither does the burn that keeps them running.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The Future of Product Engineering: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Break the Mirror on Purpose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architecture you could read off the org chart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Conway, 1968: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those boundaries still earns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Conway said organizations designing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constrained to produce designs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copies of the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these organizations." Constrained.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structures. The wires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the boxes.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proposed operating model.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demo uses synthetic numbers to execute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policy, not measure customer benefit.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 is that cheaper coordination makes some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our current boundaries obsolete.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find those boundaries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photocopy them onto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the handoffs in a product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writes a brief. Product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into tickets. Engineering translates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tickets into software. Support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software back into complaints.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translations carry judgment, and which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the same sentence into another tool?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org chart is a fossil of coordination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Coase, 1937: coordination has a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Reprice the handoff before copying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Coase asked why firms exist when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contract through the market.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market costs something; coordinating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inside the firm costs something too.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depends on that 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Apply that question inside a product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weekly brief may have existed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collecting it took somebody two days.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triage meeting may have existed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linking a complaint to a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required three people and a spreadsheet.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costs change, the old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deserves another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inversion. Do not start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per box on the current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the outcome and price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handoffs again. Agents do not delete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coordination cost. They move some of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verification, permissions,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Count those before declaring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meeting extinct.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spectrum, and the two ways to lose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Committee at one end. Five people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one end, thousands of employees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millions of customers. Change procedures,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risk analysis, a prioritization rubric.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five people around a laptop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all hear the person making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team can acquire research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capacity it could never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staff. The large team can shorten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 Both can also generate proposals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faster than anyone understands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and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taste. Trade judgment for AI vibes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suffering arrives later than the speed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That delay is what makes the trade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good.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Draw the wires between agents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inverse Conway manoeuvre is the name people use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changing the organization to encourage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architecture they want. Here that means designing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communication between agents and people, not putting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robot beside every job title.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Research delivers a brief with source URLs and dates.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Feedback delivers clusters with the original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complaints attached. The product review resolves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disagreement between them and writes the accepted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A build agent consumes that artifact.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 not poll six chat histories and guess which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 won.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Team Topologies distinguishes collaboration,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consumption, and facilitation. Use collaboration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while discovering the interface. Make the repeated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delivery a service once the contract is understood.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facilitation temporary. An agent roster without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these wires is a seating plan.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Two directions of attention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Research looks out. Feedback looks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meeting where the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research agent watches competitors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talking about your product.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agent ingests support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interviews, reviews, and in-app complaints.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preserve the evidence behind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Now make them disagree. Research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onboarding lacks a feature. Feedback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users cannot find the feature we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A clustering agent might merge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"onboarding problems" and confidently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bury the distinction.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the review where somebody opens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 material and argues about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belongs at the top. It is the integrating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interface in this system. Taste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exercised in public there.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Effort left the rubric. Argue with 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observation, not your sprint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estimated a ticket last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not heard an engineering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discuss level of effort on a ticket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months. That is the observation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notes. Let us test how badly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travels.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have to choose what to ship. 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first implementation is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rollout, review, customer support,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have costs. Put those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for the idea. Do not replace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points with a model's confidence and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prioritization.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Targeted beta enrollment, and the deluge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Keep the customers behind the cluster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Invite an opt-in cohort. Keep the exit.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idea came from a cluster of customers.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that provenance. Find people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then ask whether they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the change. Similar company size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necessarily a similar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invitation explains what changes,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a beta, and how to turn it off.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 approves the message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recipients. Narrow feedback tells us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try next; it does not establish a causal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Prepare the intake before inviting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customers answer and nobody follows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taught your best customers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responding is a one-time event.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loop needs an owner even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summarizer runs itself.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Campbell's law arrives on schedule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Activation is the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behavior did we just pay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system a target and it will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ways to improve it. So will a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Campbell described the pressure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 puts on quantitative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activity they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supposed to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target is onboarding activation.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next screen has three candidates.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anything else, choose the one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investigate. Do not reverse-engineer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answer from the names; they are A,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interesting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winning candidate did to earn the number.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metric tells you that something moved.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tell you whether you wanted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run it before you know the rule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40%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48%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45%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candidate gets your attention? B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largest activation number. Now open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 of its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contacts rose to nine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 five-percent ceiling. The copy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invents urgency. Raise the support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ten and it still fails the urgency rule.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metric win cannot buy off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has forty-five percent activation,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support, and no fabricated urgency.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eligible for human review.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shipped. These point estimates have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sample size or uncertainty behind them;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scope statement matters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rule you wish you had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vote. Compare it with the policy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saved before opening the scorecard. The gap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what this exercise was for.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guards go, including the two we forgot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Wider rollout · expensive runs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messaging · customer data 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demo gave us a reason for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it where the consequence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action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a cohort spends more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An expensive run spends money.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Creating infrastructure adds ongoing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obligations; tearing it down may remove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somebody's recovery path. Name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owner, and the evidence needed at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the two missing from the old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Sending a message to a real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their records. Those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for another person,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API call costs a fraction of a cent.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approves them, and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that permission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mentioning it in a prompt.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Generated UI, adapting in real time,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Yes, the software you mastered is 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away. As you know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channel is not spoken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prediction, and this one is 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comfortable. AI does not magically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software work. Well-understood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gets harder to operate as the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under it: you outgrow a performance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envelope, you accumulate features,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deprecates your dependency. Generation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makes the first version cheap.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 the tenth year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throwaway software is a taste most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room has and most of the world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We are early adopters; we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delighted to regenerate a tool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maintain it. Normal people are not 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by the idea of vibe coding their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recipe tracker, never mind a Slack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What they will accept is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interface generated for them, adapting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real time, that they never had to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a menu of products.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Minority Report, With Terminals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raises the question this room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 arguing about. Should OpenAI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Anthropic end up owning every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channel? Watch what happens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assistants ship real-time collaboration: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spends less time in email, Slack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Google Docs then? I can already make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edit images and video in ways that make 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likely to open Photoshop or DaVinci.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I need a jingle for the company, I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Suno and it is done. So is everything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spent a lifetime learning, mastering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fighting with about to be irrelevant? Yes.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least as you know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replaces it looks less like a grid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apps and more like Minority Report,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surprise revival of the terminal. Which is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Matrix ending when you think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Thanks, AI. Skynet is not so bad if I 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keep my CLIs.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part I want you to leave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future is not spoken for. GPT image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pretty good does not mean the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image creation belongs to the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players, and the same is true in whichever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industry you work in. Those of us who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work at a frontier lab, the organic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agents in the room, get to rethink any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app as an AI-native system from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up. That is this whole talk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level higher: do not photocopy today's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 categories onto tomorrow's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substrate either.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Break the mirror on purpose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Reprice the handoffs. Draw the interfaces.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Keep the taste.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org chart. Some of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exist because the work really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Some exist because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spreadsheet sat in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department. We should know which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teaching agents to repeat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one boundary. What arrives,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who decides, and what did it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week? Make collection cheaper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erasing the disagreement the handoff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expose. Keep the product review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conflicts, and give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decision a durable artifact so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does not have to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 ownership, and price the fuel.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agents do not become free because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has their names in a config file,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neither does the burn that keeps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running. Put permission before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do the larger version of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 The org chart is a record of earlier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tradeoffs; so is the product category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working inside. You are allowed to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ones, and the channel is not spoken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yet. Break the mirror on purpose. Automate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things. Keep the taste.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Melvin E. Conway (1968), How Do Committees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https://melconway.com/Home/pdf/committees.pdf,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Datamation, April, 28–31.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Ronald H. Coase (1937), The Nature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https://onlinelibrary.wiley.com/doi/10.1111/j.1468-0335.1937.tb00002.x),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Economica 4(16, 386–405. The agent-design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is the speaker’s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Thoughtworks, Inverse Conway Maneuver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https://www.thoughtworks.com/en-br/radar/techniques/inverse-conway-maneuver),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2014/2015. Skelton and Pais,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Topologies 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modes](https://teamtopologies.com/key-concepts.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T. Campbell (1979), Assessing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impact of planned social 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and Program Planning 2(1, 67–90.</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handout edition generated from current reviewed talk materials</dc:description>
  <dcterms:created xsi:type="dcterms:W3CDTF">2026-09-07T01:43:59Z</dcterms:created>
</cp:coreProperties>
</file>