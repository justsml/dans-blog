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Colfer and Baldwin found mirroring prevalent, with documented ways to break it; prevalence is not destiny.</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30 seconds: where is your team on the spectrum, and what is its heaviest handoff? Keep the answers for slide 14.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 A standing brief is useful; a dashboard nobody opens is just another place to store the mistake.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 Keep your hands up long enough to count. That is this room, not an industry survey. If half the room did it yesterday, then effort has left some rubrics and is alive in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the hands and say the count without inventing a denominator. Confirm the first-person observation with Dan before delivery; if it no longer holds, start with the audience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build-walking agent adds screenshots and reasons to the same evidence queue.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recipients. Acceptance enrolls the customer behind a flag. Narrow feedback tells us what to try next; it does not automatically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15:00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The system must enforce that permission, not merely mention it in the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Graicunas counted 222 possible relationships at six reports; this is a warning about interfaces, not a staffing ratio. Bainbridge asks who still gets recovery practice. Every experiment needs a hypothesis and a report.</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25:00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that the handoff used to expose. Keep the product review where the evidence conflicts. Give the resulting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Six agents do not become free because one person has their names in a config file. Reserve the person's attention and practise the exceptional work.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org chart is a record of earlier tradeoffs. You are allowed to make new ones.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The Future of Product Engineering: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Break the Mirror on Purpose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11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11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architecture you could read off the org chart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Conway, 1968: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those boundaries still earns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Conway said organizations designing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constrained to produce designs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copies of the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these organizations." Constrained.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structures. The wires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the boxes.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proposed operating model.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demo uses synthetic numbers to execute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policy, not measure customer benefit.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 is that cheaper coordination makes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our current boundaries obsolete.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find those boundaries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photocopy them onto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at the handoffs in a product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writes a brief. Product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into tickets. Engineering translates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tickets into software. Support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software back into complaints.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translations carry judgment, and which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the same sentence into another tool?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11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org chart is a fossil of coordination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Coase, 1937: coordination has a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Reprice the handoff before copying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Coase asked why firms exist when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contract through the market.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market costs something; coordinating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inside the firm costs something too.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depends on that 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Apply that question inside a product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weekly brief may have existed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collecting it took somebody two days.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triage meeting may have existed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linking a complaint to a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required three people and a spreadsheet.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costs change, the old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deserves another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inversion. Do not start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per box on the current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the outcome and price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handoffs again. Agents do not delete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coordination cost. They move some of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verification, permissions,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Count those before declaring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meeting extinct.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11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spectrum, and the two ways to lose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Committee at one end. Five people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one end, thousands of employees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millions of customers. Change procedures,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risk analysis, a prioritization rubric.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five people around a laptop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all hear the person making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team can acquire research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capacity it could never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staff. The large team can shorten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Both can also generate proposals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than anyone understands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and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taste. Trade judgment for AI vibes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That delay is what makes the trade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good.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11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Draw the wires between agents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inverse Conway manoeuvre is the name people use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changing the organization to encourage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architecture they want. Here that means designing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communication between agents and people, not putting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robot beside every job title.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Research delivers a brief with source URLs and dates.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Feedback delivers clusters with the original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complaints attached. The product review resolves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disagreement between them and writes the accepted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A build agent consumes that artifact.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 not poll six chat histories and guess which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 won.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Team Topologies distinguishes collaboration,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consumption, and facilitation. Use collaboration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while discovering the interface. Make the repeated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delivery a service once the contract is understood.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facilitation temporary. An agent roster without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these wires is a seating plan.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11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Two directions of attention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Research looks out. Feedback looks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meeting where the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research agent watches competitors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talking about your product.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agent ingests support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interviews, reviews, and in-app complaints.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preserve the evidence behind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them disagree. Research says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onboarding lacks a feature. Feedback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users cannot find the feature we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A clustering agent might merge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"onboarding problems" and confidently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bury the distinction.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review where somebody opens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source material and argues about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belongs at the top. It is the integrating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interface in this system. Taste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exercised in public there. A standing brief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useful; a dashboard nobody opens is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place to store the mistake.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11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Effort left the rubric. Argue with 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observation, not your sprint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estimated a ticket last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not heard an engineering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discuss level of effort on a ticket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months. That is the observation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notes. Let us test how badly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travels.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estimated a ticket last week? Keep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 up long enough to count. That is this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room, not an industry survey. If half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room did it yesterday, then effort has left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rubrics and is alive in others.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have to choose what to ship. 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first implementation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rollout, review, customer support,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have costs. Put those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for the idea. Do not replace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points with a model's confidence and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prioritization.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11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Targeted beta enrollment, and the deluge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Keep the customers behind the cluster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Invite an opt-in cohort. Keep the exit.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idea came from a cluster of customers.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Preserve that provenance. Find people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then ask whether they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the change. Similar company size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necessarily a similar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invitation explains what changes,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a beta, and how to turn it off.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approves the message and recipients.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enrolls the customer behind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Narrow feedback tells us what to try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it does not automatically establish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causal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Prepare the intake before inviting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customers answer and nobody follows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taught your best customers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responding is a one-time event.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loop needs an owner even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summarizer runs itself.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11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Campbell's law arrives on schedule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Activation is the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behavior did we just pay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system a target and it will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ways to improve it. So will a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Campbell described the pressure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 puts on quantitative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activity they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supposed to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target is onboarding activation.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next screen has three candidates.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anything else, choose the one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investigate. Do not reverse-engineer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answer from the names; they are A,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interesting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winning candidate did to earn the number.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metric tells you that something moved.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tell you whether you wanted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11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run it before you know the rule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40%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48%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45%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candidate gets your attention? B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largest activation number. Now open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 of its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contacts rose to nine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 five-percent ceiling. The copy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invents urgency. Raise the support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ten and it still fails the urgency rule.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metric win cannot buy off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has forty-five percent activation,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support, and no fabricated urgency.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eligible for human review.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shipped. These point estimates have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sample size or uncertainty behind them;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scope statement matters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rule you wish you had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vote. Compare it with the policy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saved before opening the scorecard. The gap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what this exercise was for.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11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guards go, including the two we forgot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Wider rollout · expensive runs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messaging · customer data 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demo gave us a reason for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it where the consequence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action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a cohort spends more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An expensive run spends money.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Creating infrastructure adds ongoing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obligations; tearing it down may remove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somebody's recovery path. Name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owner, and the evidence needed at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the two missing from the old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Sending a message to a real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their records. Those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for another person,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API call costs a fraction of a cent.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approves them. The system must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 that permission, not merely mention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 the prompt.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11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Break the mirror on purpose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Reprice the handoffs. Draw the interfaces.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Keep the taste.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org chart. Some of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exist because the work really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Some exist because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spreadsheet sat in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department. We should know which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teaching agents to repeat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one boundary. What arrives,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who decides, and what did it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week? Make collection cheaper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erasing the disagreement that the handoff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used to expose. Keep the product review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where the evidence conflicts. Give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resulting decision a durable artifact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agent does not have to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 ownership. Six agents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become free because one person has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names in a config file. Reserve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person's attention and practise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exceptional work. Put permission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consequences.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org chart is a record of earlier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tradeoffs. You are allowed to make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ones. Automate the right things.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Melvin E. Conway (1968), How Do Committees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https://melconway.com/Home/pdf/committees.pdf,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Datamation, April, 28–31.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Ronald H. Coase (1937), The Nature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https://onlinelibrary.wiley.com/doi/10.1111/j.1468-0335.1937.tb00002.x),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Economica 4(16, 386–405. The agent-design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is the speaker’s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Thoughtworks, Inverse Conway Maneuver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https://www.thoughtworks.com/en-br/radar/techniques/inverse-conway-maneuver),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2014/2015. Skelton and Pais,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Topologies 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modes](https://teamtopologies.com/key-concepts.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T. Campbell (1979), Assessing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impact of 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and Program Planning 2(1, 67–90.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handout edition generated from current reviewed talk materials</dc:description>
  <dcterms:created xsi:type="dcterms:W3CDTF">2026-09-07T01:22:58Z</dcterms:created>
</cp:coreProperties>
</file>