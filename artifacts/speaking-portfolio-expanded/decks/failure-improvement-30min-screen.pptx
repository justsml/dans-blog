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02:30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assistant with access to everything is coming anyway, and I am not arguing against it. This loop is one job with a countable tool list. 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17:00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19:30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where Adaptive, agentic apps hands work back. A runtime agent earns its own authority there; the compiled procedure it keeps reusing gets evaluated here, offline, like any other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repeated agent task you turned into a script. Bring the file and a case where it needed invalidating.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29:00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29:00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Automating Improvement From Failure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Nobody reads the scroll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pager trained you to ignore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next improvement is already in the scroll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Step one: hand an agent the logs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Already better than the nobody who was doing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before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 access. One question. One saved answer.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Enrichment earns the next step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out-of-band check</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Distill, then classify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Count occurrences before guessing causes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Severity · evidence · owner · unknown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retry that hid the auth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retry hides an auth failure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sleep hides a race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Successful workaround ≠ repaired system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Tickets are cheap. Review is not.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Tickets are cheap. Review is not.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proposed diagnosis travels with its evidence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nothing leaves without evidence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Regression · holdout · scope · human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result is permission denied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 reviews the robot's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easy cases disappear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reviewer keeps the exceptions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Compile what repeats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Nondeterminism finds the path. Determinism runs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Save the script, its tests, and its invalidation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rule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Feedback is the same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Thumbs down + a sentence of rage = a useful input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Feedback → evidence → candidate → opt-in flag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Correlate, escalate, and the money gate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Session ID → linked trace → incident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Detect. Recommend. Draft. A person presses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button.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metrics that will lie to you</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tickets. 90 wrong. Ten worth reading.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Measure recurrence and wrong tickets, with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denominators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Monday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failure class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integration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place the loop must stop</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Fail to win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Alert fatigue · normalization of deviance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Jidoka · automation irony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screen edition generated from current reviewed talk materials</dc:description>
  <dcterms:created xsi:type="dcterms:W3CDTF">2026-09-07T02:16:43Z</dcterms:created>
</cp:coreProperties>
</file>