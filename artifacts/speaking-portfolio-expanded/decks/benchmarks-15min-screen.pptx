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89.7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88.9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84.3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new model arrives wearing a tuxedo of benchmarks. Here are three scores. Pick the model you would try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scope statement: the model names and workload numbers in this fixture are invented. The arithmetic and cited research are checkable. We are choosing a support system, not measuring general 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won the displayed competition. Before buying the result, ask what competition it was. Which tasks, whose answers, what scorer, and how much uncertainty? The decimal point has done a lot of persuasion without answering any of those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show of hands. Do not ask the room to vote again on the next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our cancellation workload reverses the fictional leaderboard. The scoring question changed.</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Reward a proxy and behavior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Credit Strathern for the familiar Goodhart wording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described statistical regularities breaking under pressure from their use in control. Campbell described the pressure that social decision-making puts on indicators and on the processes they measure. The familiar sentence about a measure becoming a target comes through Marilyn Strathern.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practical question is the same. What behavior improves the number without improving the thing we care about? A support assistant can shorten handling time by closing the conversation before it solves the problem. A judge can reward confident prose while the backend state stays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that loophole down before optimizing. Then add a case that exploits it. If your evaluator applauds the exploit, you found work worth doing.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02:00 to 03:00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needs an 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green run is an inference, not a warranty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eval suite is a psychometric instrument somebody checked into Git. It produces scores from tasks and judgments, then we use those scores to make decisions. Where is its validation?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Try a response that sounds excellent but leaves the account active. Try a correct cancellation with awkward wording. Try an unauthorized cancellation with a perfect explanation. The instrument should distinguish those for the reasons you intended.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Nobody needs another dashboard to discover that the grader rewards tone. We need a counterexample and the nerve to keep it after it ruins the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green eval run followed by a production failure. Bring the case, the score, the observed state, and the assumption the scorer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03:00 to 04:30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score a score 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Construct validity: evidence for the interpretation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gave us construct validity. What property does this test actually measure, and what evidence supports that interpretation? Messick puts interpretation and use at the center of validation. A score used to shortlist a model and the same score used to authorize refunds are different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Raji and colleagues make the problem explicit for broad AI benchmarks. A collection of tasks does not automatically justify a claim about everything the model can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cancellation, separate constraints from preferences. The correct account and authorized state change are constraints. Tone is a preference after those pass. Averaging them together lets an unauthorized action buy its way out with a nice paragraph.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04:30 to 06:00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Right account. Applicable policy. Authorized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Verify state. Include the refusal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to cancel. Identify the account through an authenticated context. Resolve the applicable policy. Check authority. Execute the allowed operation and read the resulting state. The response must match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vary one thing at a time. Wrong tenant. Expired session. Cancellation already completed. A tool times out after accepting the request. An account type that requires another approval. Each case names the expected state and what the assistant should tell the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trace becomes a test when it answers a specific question. A transcript without an acceptance criterion is only a souvenir. Keep enough context to reproduce the failure, and strip the customer's secrets before it enters the corpus.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through timeout-after-acceptance using the contracts handout. Ask which backend read distinguishes a failed cancellation from a lost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06:00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94, 82, 91, 97, 89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78, 79, 81, 82, 80 · pass at ≥ 80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Majority disagreement: 2 / 5 = 40%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judge scores ninety-four, then eighty-two, then ninety-one, then ninety-seven, then eighty-nine. Same case, different answers. Noise wearing a lab 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narrower spread can still change a decision. Use seventy-eight, seventy-nine, eighty-one, eighty-two, eighty. Pass at eighty or above. That gives fail, fail, pass, pass, pass. Two of five verdicts disagree with the majority. Forty percent. There is one change between adjacent runs; do not confuse that with majority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Auto-Tune Your LLM Judge I call majority disagreement the decision flip rate. Keep the definition beside the result. An always-pass judge has zero flips. A stable liar is still a liar, so check correctness against independent labels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reruns a fixed case. Reveal the five verdicts and do the 2/5 calculation aloud. Use the saved sequence; do not claim a live model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08:00 to 11:00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11:00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90 expert passes. Ten expert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Always-pass judge: 90% agreement,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hundred cases. Experts pass ninety and fail ten. Our judge passes everything. Ninety-percent agreement. Congratulations, we have calibrated a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Cohen's kappa compares observed agreement with agreement expected from the marginal label rates. Here both are point nine, so kappa is zero. But kappa also changes with prevalence. Do not replace blind faith in raw agreement with blind faith in a kappa threshold. Keep the confusion matrix and inspect the disagreements.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Blind model identity. Swap A/B answer order. Position bias and self-preference have published evidence behind them. Repeat these checks on the judge you actually use. When experts disagree, inspect the rubric and case before blaming the model for failing to find a truth you never agreed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90/10 confusion matrix. Compute (0.9 − 0.9)/(1 − 0.9). Allow 45 seconds to inspect the ten missed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separate held-out evidence, report slices and counts, version the scorer, set the rejection rule before viewing the candidate, and use code for state and schema, graders for language, people for disputed policy.</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 reliability · 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Power · contamination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twenty cases tomorrow. Attach the acceptance criterion, the source, and the reason each case belongs. Then attach the honest limitation: twenty green cases do not establish broad reliability.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asks what inference the score supports. Reliability asks whether the measurement is repeatable enough for its use. Agreement asks where graders differ. Power asks whether the experiment can detect the difference we care about. Contamination asks what the system has already seen. Goodhart asks what optimizing the score will break.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is an instrument. Test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Stop Looking at My Benchmarks… Get Your Own!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Tuxedo of Benchmarks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89.7</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88.9</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84.3</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09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Goodhart, Campbell, and the target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Reward a proxy and behavior changes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Credit Strathern for the familiar Goodhart wording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09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Your Eval Suite Needs Therapy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suite needs an eval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green run is an inference, not a warranty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09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One number is a comforting fiction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is the score a score of?</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Construct validity: evidence for the interpretation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09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"Cancel my account."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Right account. Applicable policy. Authorized action.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Verify state. Include the refusal path.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09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Run the Judges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94, 82, 91, 97, 89</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78, 79, 81, 82, 80 · pass at ≥ 80</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Majority disagreement: 2 / 5 = 40%</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09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Twenty for Twenty, One in Seven</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5d9d88671737e342604a8bb2f8a50f9753e84270f97998346745671bda4153b9" descr="Twenty for Twenty, One in Seven"/>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09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Agreeable to a Fault (κ = 0)</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90 expert passes. Ten expert failures.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Always-pass judge: 90% agreement, κ = 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09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What does good mean here?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Validity · reliability · agreement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Power · contamination · Goodhart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9</Slides>
  <Notes>9</Notes>
</Properties>
</file>

<file path=docProps/core.xml><?xml version="1.0" encoding="utf-8"?>
<cp:coreProperties xmlns:cp="http://schemas.openxmlformats.org/package/2006/metadata/core-properties" xmlns:dc="http://purl.org/dc/elements/1.1/" xmlns:dcterms="http://purl.org/dc/terms/" xmlns:xsi="http://www.w3.org/2001/XMLSchema-instance">
  <dc:title>Stop Looking at My Benchmarks… Get Your Own!</dc:title>
  <dc:creator>Dan Levy</dc:creator>
  <dc:description>screen edition generated from current reviewed talk materials</dc:description>
  <dcterms:created xsi:type="dcterms:W3CDTF">2026-09-07T01:43:58Z</dcterms:created>
</cp:coreProperties>
</file>