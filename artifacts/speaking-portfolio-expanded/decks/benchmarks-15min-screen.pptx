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our cancellation workload reverses the fictional leaderboard. The scoring question changed.</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11:00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separate held-out evidence, report slices and counts, version the scorer, and set the rejection rule before viewing the candidate.</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 Then use it to make a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Stop Looking at My Benchmarks… Get Your Own!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leaderboard, and the question it isn't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answering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89.7</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88.9</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84.3</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09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Goodhart, Campbell, and the target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Reward a proxy and behavior changes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Credit Strathern for the familiar Goodhart wording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09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eval suite is a measuring instrument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suite needs an eval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green run is an inference, not a warranty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09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One number is a comforting fiction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is the score a score of?</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Construct validity: evidence for the interpretation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09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"Cancel my account."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Right account. Applicable policy. Authorized action.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Verify state. Include the refusal path.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09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Run it five times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94, 82, 91, 97, 89</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78, 79, 81, 82, 80 · pass at ≥ 80</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Majority disagreement: 2 / 5 = 40%</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09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Twenty green cases. About one in seven.</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d9d88671737e342604a8bb2f8a50f9753e84270f97998346745671bda4153b9" descr="Twenty green cases. About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09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grader is an instrument too</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90 expert passes. Ten expert failures.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Always-pass judge: 90% agreement, κ = 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09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does good mean 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Validity · reliability · agreement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Power · contamination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9</Slides>
  <Notes>9</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screen edition generated from current reviewed talk materials</dc:description>
  <dcterms:created xsi:type="dcterms:W3CDTF">2026-09-07T01:22:58Z</dcterms:created>
</cp:coreProperties>
</file>