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our cancellation workload reverses the fictional leaderboard. The scoring question changed.</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11:00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separate held-out evidence, report slices and counts, version the scorer, set the rejection rule before viewing the candidate, and use code for state and schema, graders for language, people for disputed policy.</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Tuxedo of Benchmarks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09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09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Needs Therapy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09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09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09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the Judges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09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for Twenty,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09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Agreeable to a Fault (κ = 0)</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09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2026-09-07T02:16:43Z</dcterms:created>
</cp:coreProperties>
</file>