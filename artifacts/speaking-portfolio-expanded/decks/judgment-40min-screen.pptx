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morning four good implementations arrive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Point at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stage you didn't speed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Fixed-work example: review is 30% of service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Infinite generation speed → 1 / 0.30 = 3.33×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fixed job. Seventy percent of its service time is producing the implementation, thirty percent is review. Make generation instantaneous. Thirty percent remains. One divided by point three is three and a third. That is the ceiling for this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Amdahl's argument applied to a sequence of work. Put your own fraction in. Do not put queueing delay into the unchanged fraction and then pretend that delay stays fixed while arrivals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 want more than that ceiling, change the remaining work. Specify the request better. Eliminate an unnecessary change. Reduce what a reviewer must reconstruct. Another speedup in generation does not remove the untouched 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cannot inspect quality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"Add enterprise permissions"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spec reduces variance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review actually catches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rubber stamp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 not appoint a crumple zone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Essence and accident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Generating a branch is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Choosing the permission boundary is still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Brooks distinguished the essential conceptual work of software from the accidental difficulty of expressing it in a machine. His forecast expired in 1996. The distinction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syntax of the role check is the easy part. Deciding what a tenant boundary means is the product and security decision. Faster code generation gives us more ways to express a decision we still have to make.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invest the saved time in the model of the problem. Who is the actor? Which state is authoritative? What happens after revocation? Those questions reduce the space of plausible wrong implementations before they reach the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Frederick P. Brooks Jr., [No Silver Bullet: Essence and Accidents of Software Engineering](https://www.cs.unc.edu/techreports/86-020.pdf), UNC technical report, 1986; published in Computer 20(4), 1987, 10–19.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levers on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wait, not the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Knowing when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Point at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Idea → specification → code → review → release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Not where it takes skill. Where it sits untouched.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stage you didn't speed up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Fixed-work example: review is 30% of service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Infinite generation speed → 1 / 0.30 = 3.33×</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cannot inspect quality 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Fewer arrivals. Smaller surprises.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 the process producing the queue.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review actually catches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Understanding is work</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Defect finding · knowledge transfer · alternative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resourceTenant)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user.roles.includes("admin")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 not appoint a crumple zone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Responsibility must come with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accepts, recovers, and maintains?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Essence and accident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Generating a branch is cheap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Choosing the permission boundary is still work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wait, not the output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Ready → first review → accepted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Hands-on review time ÷ available review time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Queue age and escaped defects beside throughput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2026-09-07T02:16:43Z</dcterms:created>
</cp:coreProperties>
</file>