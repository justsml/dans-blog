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morning four good implementations arrive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Where does the work actually wait?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Point at the queue before buying more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queue does not care how you feel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queue does not care how you feel about it](../../reveal-talks/assets/judgment/queue.svg)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Neither result says your team is literally one server.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ceiling is the stage you did not speed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08:00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Fixed-work example: review is 30% of service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Infinite generation speed → 1 / 0.30 = 3.33×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fixed job. Seventy percent of its service time is producing the implementation, thirty percent is review. Make generation instantaneous. Thirty percent remains. One divided by point three is three and a third. That is the ceiling for this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Amdahl's argument applied to a sequence of work. Put your own fraction in. Do not put queueing delay into the unchanged fraction and then pretend that delay stays fixed while arrivals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 want more than that ceiling, change the remaining work. Specify the request better. Eliminate an unnecessary change. Reduce what a reviewer must reconstruct. Another speedup in generation does not remove the untouched 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cannot inspect quality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W. Edwards Deming’s Point 3, discussed by the [Deming Institute on software code reviews](https://deming.org/software-code-reviews-from-a-deming-perspective/).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"Add enterprise permissions"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request once. Give pairs a full 60 seconds,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spec reduces variance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an attempt to reduce service-time variance, not a claim that a document automatically changes a coefficient.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review actually catches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rubber stamp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26:00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canEdit(user)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Automation-bias experiments ask what happens when people defer to a decision aid despite other evidence. Those experiments were not code-review trials. This fixture is how the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Bainbridge (1983), [Ironies of automation](https://www.sciencedirect.com/science/article/pii/0005109883900468). Mosier and Skitka (1999), [Automation Use and Automation Bias](https://journals.sagepub.com/doi/10.1177/154193129904300346).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Do not appoint a crumple zone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26:00 to 29:00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Essence and accident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Generating a branch is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Choosing the permission boundary is still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Brooks distinguished the essential conceptual work of software from the accidental difficulty of expressing it in a machine. Use that distinction here without turning his old forecast into a timeless speed limit.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syntax of the role check is the easy part. Deciding what a tenant boundary means is the product and security decision. Faster code generation gives us more ways to express a decision we still have to make.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invest the saved time in the model of the problem. Who is the actor? Which state is authoritative? What happens after revocation? Those questions reduce the space of plausible wrong implementations before they reach the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Frederick P. Brooks Jr., [No Silver Bullet: Essence and Accidents of Software Engineering](https://www.cs.unc.edu/techreports/86-020.pdf), UNC technical report, 1986; published in Computer 20(4), 1987, 10–19.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levers on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It includes declining a second implementation after the first already met the need. Comparing fleets of candidate agents belongs to Dynamic Scaling. Here we are protecting the person who accepts the resulting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wait, not the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Knowing when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![Knowing when to stop](../../reveal-talks/assets/judgment/queue.svg)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gives a nineteen-times wait in our model. We can argue about the model by measuring arrivals, service time, and variability. We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 Id="rIdImage1" Type="http://schemas.openxmlformats.org/officeDocument/2006/relationships/image" Target="../media/slide14-1.png"/><Relationship Id="rIdSvg1" Type="http://schemas.openxmlformats.org/officeDocument/2006/relationships/image" Target="../media/slide14-1.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Code Is Cheap. Judgment Is Expensive.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morning four good implementations arrive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95% utilized → 19× waiting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Four plausible implementations. One reviewer.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Where does the work actually wait?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Idea → specification → code → review → release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Point at the queue before buying more throughput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queue does not care how you feel about it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A queue does not care how you feel about i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ceiling is the stage you did not speed up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Fixed-work example: review is 30% of service time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Infinite generation speed → 1 / 0.30 = 3.33×</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cannot inspect quality 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Fewer arrivals. Smaller surprises.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 the process producing the queue.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"Add enterprise permissions"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can do what, in which tenant?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happens when access changes?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must never happen?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spec reduces variance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Actor + tenant + action + resource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Revocation changes the next decision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Denied actions leave state unchanged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review actually catches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Understanding is work</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Defect finding · knowledge transfer · alternative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rubber stamp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canEdit(user) = user.roles.includes("admin")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admin user → allowed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PASS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 not appoint a crumple zone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Responsibility must come with control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accepts, recovers, and maintains?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Essence and accident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Generating a branch is cheap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Choosing the permission boundary is still work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levers on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Arrivals: decline work before generating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Variance: bounded diffs and explicit behavior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Utilization: reserve actual review capacity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wait, not the output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Ready → first review → accepted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Hands-on review time ÷ available review time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Queue age and escaped defects beside throughput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Knowing when to stop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nowing when to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screen edition generated from current reviewed talk materials</dc:description>
  <dcterms:created xsi:type="dcterms:W3CDTF">2026-09-06T09:11:12Z</dcterms:created>
</cp:coreProperties>
</file>