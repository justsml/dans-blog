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18:00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25:30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So is judging.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2026-09-06T23:17:23Z</dcterms:created>
</cp:coreProperties>
</file>