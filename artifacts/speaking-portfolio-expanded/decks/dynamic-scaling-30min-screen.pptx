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18:00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25:30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too</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2026-09-06T09:11:14Z</dcterms:created>
</cp:coreProperties>
</file>