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scheduler can lower pressure after throttling without ever raising the ceiling; that policy is deterministic code, not a prompt.</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12:00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14:30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17:00 to 20:00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20:00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Count items and attempts, not tool slots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Money, concurrency and rate are three limits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3c399b4989d541a9290cbf8888665cf190abef617844fd5194169975728c017"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Infra Is a Tool Call</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Torn Down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durable job survives the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Monkeys, Then Guards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6df039e19b720a58c5dd5b0a6fd22802e6016f46ca549bd6fe67a83f688c07ac" descr="Cheap parallel generation produces candidates; shared gates reject before preference; cheap multi-model judges report disagreement rather than an average scor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accepted outcome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Latency: dispatch + queue + slowest branch + merge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verify</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every candidate, every retry, every held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reservation, review time</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against one competent attempt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2026-09-07T02:16:44Z</dcterms:created>
</cp:coreProperties>
</file>