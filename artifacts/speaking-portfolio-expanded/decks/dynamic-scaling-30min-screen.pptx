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08:00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scheduler can lower pressure after throttling without ever raising the ceiling; that policy is deterministic code, not a prompt.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09:30 to 12:30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12:30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match the execution class to the work; waiting on a provider needs a durable step, not a GPU.</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15:00 to 17:30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17:30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21:00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2026-09-07T01:44:00Z</dcterms:created>
</cp:coreProperties>
</file>