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17:30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Give the batch-job problem to three generated agents with the same requirements and different priorities: a minimalist, a maintainer, a security and performance reviewer. Keep first drafts separate so they do not converge on the first plausible answer.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teams, one specification, a million tests, and the independently written versions failed together far more than independence predicts. True, important, and about N-version programming as a correctness strategy. That is not what this is. I am not voting three models toward the truth, and I am not going to tell you the ensemble is right because it agreed with itself. If that is the pitch you heard, it is not mine.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what parallel attempts actually buy. Understanding of the models you depend on: run one brief through two of them and you learn what each reaches for and what each forgets. A migration harness: same brief, new model, diff the behavior before you switch, instead of after the incident. Better output: a synthesis of compatible ideas is often better than any single draft. And the cheap one, which is the one I care about: judging. A judge reads a thousand tokens and writes fifty. Output is what costs, so you can afford three or five judges from different models on every candidate, and the number you want back is not the average score. It is the disagreement. When the judges split or their reasons barely overlap, that candidate is sitting in territory nobody understands, and that is the one you do not ship on autopilot. I call this the Council of Guards. It picks between one and three alternatives to generate, and it costs a fraction of the generation it is guarding.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too, and I am not sorry about it: the barrel-of-monkeys maneuver. Lead with parallel generation on purpose. You are adding a controlled section of chaos that the next stage has to handle: a revision loop, a router, the council, or your users in an A/B test. Why you would want the chaos varies. Sometimes you want the fastest answer, so you race. Sometimes you want the best parts of several, so a frontier model, whose input tokens are the cheap ones, reads all of them and writes one coherent output. Sometimes you just want more candidates for the judges to rank so the best whole answer goes downstream. In law or medicine, where the rules are extensive and specific, that is how you catch the one errant mistake that shows up in one output out of ten. And the monkeys can be cheap: models at a hundredth or a thousandth the price of the frontier, generating alternatives in a loop. Some of them need a tool-calling agent with files, search and git, which means a sandbox and somebody's cloud; others single-shot it fine. That is an architecture question about how much effort you want in a system that keeps improving versus one you can retune at runtime. Fan-out is a tool you encapsulate at points in the graph: default model most of the time, n alternatives for a sample of requests. Your needs and your opportunities decide why, where and how often.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Does this border on speculative optimization dressed up as learning? Yes, possibly. Probably sometimes. We will find out. So do not build any of it without env vars to turn it down, and ideally build the system that adjusts its own fan-out and token burn from what it measures. Right? Right. That system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reading the candidates: no duplicate dispatch after restart, no cross-tenant spend, no regeneration on notification retry, no dispatch after deadline. Run executable checks first. In the exercise every candidate fails a gate, including the careful one, which is the point: the council is allowed to reject the room. Then combine compatible ideas into a new candidate with one coherent set of assumptions and run the gates again. Passing parts do not make a passing whole. Stop at the review budget; an endless debate is an expensive way to not ship.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I am telling you that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fde8ed4544054c6ba696fe2945ded1fdf0c0b247ec34f09fb00f8685dfce56b"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Attempts are a scaling axis. So is judging.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b4949abe8dedb577fd5f9a3e1c7aa70046fe06211202f0b36f95e7c744c651ce"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2026-09-07T01:22:59Z</dcterms:created>
</cp:coreProperties>
</file>