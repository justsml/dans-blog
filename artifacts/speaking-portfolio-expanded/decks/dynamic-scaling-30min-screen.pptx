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17:30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Monkeys, Then Guards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c5fb820b277964d777498358b0962f4a0f45afc5a39c350b143fa7e45e40586"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2026-09-07T01:31:49Z</dcterms:created>
</cp:coreProperties>
</file>