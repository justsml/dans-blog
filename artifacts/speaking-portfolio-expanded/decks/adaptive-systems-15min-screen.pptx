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repair ships as a versioned artifact with a rollback, and it has to pass fixtures it did not write.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08:30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a companion talk.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14:00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assistant with everything is coming, one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integration at a time</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08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2026-09-06T23:17:23Z</dcterms:created>
</cp:coreProperties>
</file>