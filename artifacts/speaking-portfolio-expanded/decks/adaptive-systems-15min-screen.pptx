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baseline is diff the schema and page a human; the agent has to beat that on time to recover without adding false repairs.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 Browsers now ship a chat that drives the page. WebMCP lets an agent act on whatever site you have open.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02:30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customer data and post to a vendor never share one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07:00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repair ships as a versioned artifact with a rollback, and it has to pass fixtures it did not write.</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08:30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same orchestrator can ask for its own scale inside a per-customer budget; that is a companion talk.</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and adapters. The runtime agent learns which evidence to consult; the offline improvement loop evaluates changes to the reusable procedure.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14:00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to. What changed is how many of its pathways are live at once. Each job gets a small agent with a tailored prompt, a short tool list, a hard budget, and a log of every time it asked for more. That is the strategy I believe in for the next few years: not one agent holding every combination, which nobody can check, but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Adaptive, agentic apps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vendor renamed a field</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02 / 08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assistant with everything is coming, one</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integration at a time</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03 / 08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Conjure the agent the job needs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04 / 08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Guard the tools that can hurt</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05 / 08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Repair syntax; prove meaning</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06 / 08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one ingest, three decisions</a:t>
            </a:r>
            <a:endParaRPr lang="en-US" sz="3900"/>
          </a:p>
        </p:txBody>
      </p:sp>
      <p:sp>
        <p:nvSpPr>
          <p:cNvPr id="4" name="Image background"/>
          <p:cNvSpPr/>
          <p:nvPr/>
        </p:nvSpPr>
        <p:spPr>
          <a:xfrm>
            <a:off x="944880" y="2647950"/>
            <a:ext cx="11826240" cy="4619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07 / 08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smaller: remember what happened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Before returning: check relevant memory and correct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known mistakes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After execution: record checks, outcome, correction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frequency</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Generated, executed and verified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states</a:t>
            </a:r>
            <a:endParaRPr lang="en-US" sz="3150"/>
          </a:p>
        </p:txBody>
      </p:sp>
      <p:sp>
        <p:nvSpPr>
          <p:cNvPr id="10" name="Text 10"/>
          <p:cNvSpPr txBox="1"/>
          <p:nvPr/>
        </p:nvSpPr>
        <p:spPr>
          <a:xfrm>
            <a:off x="685800" y="669226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04</a:t>
            </a:r>
            <a:endParaRPr lang="en-US" sz="1875"/>
          </a:p>
        </p:txBody>
      </p:sp>
      <p:sp>
        <p:nvSpPr>
          <p:cNvPr id="11" name="Text 11"/>
          <p:cNvSpPr txBox="1"/>
          <p:nvPr/>
        </p:nvSpPr>
        <p:spPr>
          <a:xfrm>
            <a:off x="2000250" y="669226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Memory is evidence, never permission</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23"/>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A4D2C4"/>
                </a:solidFill>
                <a:latin typeface="Arial"/>
                <a:ea typeface="Arial"/>
                <a:cs typeface="Arial"/>
              </a:rPr>
              <a:t xml:space="preserve">08 / 08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next surprise should cost less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Conjure exactly enough</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Prove the repair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A4D2C4"/>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Remember the known case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Adaptive, agentic apps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A4D2C4"/>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screen edition generated from current reviewed talk materials</dc:description>
  <dcterms:created xsi:type="dcterms:W3CDTF">2026-09-07T01:22:58Z</dcterms:created>
</cp:coreProperties>
</file>