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baseline is diff the schema and page a human; the agent has to beat that on time to recover without adding false repairs.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All customer data</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Tools that email, refund, delete, deploy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thing we are all building toward is an assistant with access to every customer's data and a toolbox that can send email, issue refunds, delete records and ship code. Most of the damage it will ever do will be an accident: a confident mapping, a helpful cleanup, a tool called with the wrong ID.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there are the people who mean it. That renamed field could carry a sentence aimed at the model.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for the next few years is not whether to give the assistant access. It is which strategies let us give it access and manage the risk. My answer, and what I have been building, is: never build the one assistant that has everything. Conjure a small one for each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a tool call you were glad had a dry-run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repair ships as a versioned artifact with a rollback, and it has to pass fixtures it did not write.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08:30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orchestrator can ask for its own scale inside a per-customer budget; that is a companion talk.</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14:00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We never built it. We built a factory for small ones, each with a tailored prompt, a short tool list, a hard budget, and a log of every time it asked for more. That is the strategy I believe in for the next few years: not one agent you have to trust, but many you can afford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08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imagine the assistant that has everything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f205bb45584f3452c187099cc77d62202d1ca938a5d7dfba32f6435461e10a23" descr="One agent holding every customer record and every dangerous tool is a breach waiting for a typo."/>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08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08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2026-09-06T09:11:13Z</dcterms:created>
</cp:coreProperties>
</file>