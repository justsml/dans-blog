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hazard, and it applies to the small systems too. Risk does not grow with the number of tools. It grows with the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grant access. It is how many pathways are live at once. The big assistant still exists; it just never has all of its hands full at the same time, because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before anyone means it, and a renamed field is untrusted input read by something that can act.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05:15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this is least privilege, written down by Saltzer and Schroeder in 1975; a per-job agent is the first design where complying is easier than not.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09:45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Boolean status becoming an enum is the hard case — pending does not become true because both are truthy. A repair ships as a versioned artifact with a rollback, and it has to pass fixtures it did not write.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09:45 to 12:45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slide 11 in the long version, and the mechanics are a companion talk.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12:45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them to. What changed is how many of its pathways are live at once. Not one agent holding every combination, which nobody can check.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07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Sorry, You're Building It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07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07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07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07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2026-09-07T02:31:12Z</dcterms:created>
</cp:coreProperties>
</file>