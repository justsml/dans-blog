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baseline is diff the schema and page a human; the agent has to beat that on time to recover without adding false repairs.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01:45 to 05:15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most of the damage will be accidents before anyone means it, and a renamed field is untrusted input read by something that can act.</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05:15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this is least privilege, written down by Saltzer and Schroeder in 1975; a per-job agent is the first design where complying is easier than not.</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08:30 to 09:45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Boolean status becoming an enum is the hard case — pending does not become true because both are truthy. A repair ships as a versioned artifact with a rollback, and it has to pass fixtures it did not write.</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09:45 to 12:45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same orchestrator can ask for its own scale inside a per-customer budget; that is slide 11 in the long version, and the mechanics are a companion talk.</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12:45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to. What changed is how many of its pathways are live at once. Each job gets a small agent with a tailored prompt, a short tool list, a hard budget, and a log of every time it asked for more. That is the strategy I believe in for the next few years: not one agent holding every combination, which nobody can check, but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Adaptive, agentic apps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vendor renamed a field</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02 / 07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Sorry, You're Building It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03 / 07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Conjure the agent the job needs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04 / 07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Guard the tools that can hurt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05 / 07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Repair syntax; prove meaning</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06 / 07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one ingest, three decisions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07 / 07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next surprise should cost less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Conjure exactly enough</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Prove the repair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Remember the known case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A4D2C4"/>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7</Slides>
  <Notes>7</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screen edition generated from current reviewed talk materials</dc:description>
  <dcterms:created xsi:type="dcterms:W3CDTF">2026-09-07T02:16:43Z</dcterms:created>
</cp:coreProperties>
</file>