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the cheap input taught your architecture to expect.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40 minutes, 15 slides, four audience moments, no Q&amp;A. Nobody outside a provider knows its margins and this talk never estimates one; the fixture arithmetic is synthetic. Say that once, on slide 1, then argue.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scripts](../packets/free-tier/script-40min.md) · [Packet](../packets/free-tier/packet.md) · [Runbook section 4](../demos/DEMO-RUNBOOK.md#4-cry-me-a-free-tier) · [Kit](../demos/index.html) · [Evidence](../packets/free-tier/evidence-bank.md)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talk hands the room eight words: externality, induced demand, Jevons paradox, path dependence, moral hazard, credible commitment, asset specificity, real option. Each one is a thing engineers already feel and cannot name in a budget meeting. Slide 15 lists them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Recheck the dated announcements and the credit offer on slide 4 before every delivery. Regenerate scripts, adaptations and the browser deck with `bun artifacts/speaking-portfolio-expanded/build-talk.ts free-tier`.</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price, cost and value are three different numbers, and the gap between what you pay and what it is worth to you is why nobody is measuring.</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01:30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03:30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05:00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Both things can be fine. A falling price and a growing bill coexist comfortably as long as customer value grows faster. That is the relationship to measure, and almost nobody measures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07:00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lots stay built, and whoever chooses the architecture is not whoever pays the bill sixty days later.</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run the sweep at one, two, five and ten times price, then multiply by your own volume before you feel anything about it.</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on the next three slides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so price reversibility as the option it is, and bring three prices to the design review: today, without the offer, and the most you could survive.</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 Leave the table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last line slowly. Leave the sweep table on screen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Cry Me a Free Tier</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electricity for a year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What survives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Sit with that for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because the answer is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thing, but cheaper." It builds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company. Now: what survives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offer ends?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Swap electricity for inference and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whole talk. Here is my one disclaimer,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I am done qualifying: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outside a provider knows its margins, I 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going to guess at one, and every dollar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figure in my arithmetic is invented. What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have is a hundred and fifty years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economists working on exactly this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coal, parking, highways and car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factories, and they gave it names.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Why would anyone sell below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Penetration pricing ·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 Predation · It is genuinely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price cannot tell you which.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next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four respectable explanations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low price, and an engineer arguing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in a meeting should be able to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useful part. You cannot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distinguish these from the price. You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them from what happens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predicts prices rise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after switching gets hard.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Predation predicts a rival disappears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prices rise. Genuine efficiency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predicts prices keep falling without anyone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tightening the terms. So watch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terms, watch rate limits, watch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free tier, and stop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read a margin off a token rate.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parking was never free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driver sees no meter, so demand looks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cost moves into rents, prices, and land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one: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Shoup spent a career on the least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glamorous subject in urban economics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right about all of it. Cities required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developers to build minimum parking. Nobody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paid at the meter, so the cost went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 into rents, into retail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prices, into land that became asphalt.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drivers saw no price, demand looked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so the minimums grew to match.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your first word: externality.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that is real, and paid, but not by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making the decision.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 It relocates, and it usually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relocates somewhere you are not looking.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Jevons, coal, and the extra lane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1865: better engines burned more coal,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a lane, get traffic. Elasticity near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 price × jobs × calls per job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1865 William Stanley Jevons noticed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that annoyed everyone. Steam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engines had gotten dramatically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efficient, and Britain was burning far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than before, not less. Efficiency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useful for more things, so people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for more things. That is the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and it is word two.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transport version is word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induced demand. Add a lane to a congested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highway and you get more traffic. Duranton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Turner measured it across US cities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2011 and found the elasticity of driving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respect to lane-kilometres is roughly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Build ten percent more road, get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more driving. The congestion 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Both things can be fine. A falling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growing bill coexist comfortably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long as customer value grows faster.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relationship to measure, and almost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measures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Now do it to software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Density: a frontier call where a lookup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Business mix: products viable only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today's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Bundled rent: unlimited usage promised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format: deterministic code loses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Walk the same chain through your stack.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Density: a frontier call where a cache,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regex, or a dictionary lookup would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done, because the call looked free. Longer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 more retries, more competing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branches, frontier by default. Business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mix: products whose unit economics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at promotional rates, crowding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products that would have worked 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Bundled rent: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promises to customers, baked into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 priced against an input you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control. And the small format: boring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deterministic code losing the 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"just ask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call it architectural obesity.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any one of those calls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Redundancy is worth paying for, big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worth paying for, three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are sometimes exactly right.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is that nobody measured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extra call bought, because at these prices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had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acceptance rate is a price multiplier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Cost per accepted outcome = total spend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jobs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75% accepted means you pay 1.33× sticker.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45% means 2.22×.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30-point acceptance drop costs exactly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doubling every token price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 dollar figure, define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An accepted outcome meets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 you wrote down. An impressive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 human quietly repairs afterwards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success, it is a success plus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hidden salary. Count inference,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and recovery. A blended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token rate is not a unit economics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part worth remembering. Divide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rate and you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 on your sticker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percent acceptance means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paying one and a third times the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every result you keep. Forty-five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means two point two. Run those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numbers together: dropping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to forty-five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costs you exactly the same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token in your stack doubling in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overnight. One of those is on the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page. The other one is a Tuesday.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six: asset specificity. Word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investment worth a lot inside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and little outside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prompts, evals, fine-tunes, and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unlimited-usage clause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the slide I would keep if you 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other one. Oliver Williamson won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Nobel in 2009 for working out what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two parties make investments that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off inside their relationship. 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asset specificity,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trouble it produces is called 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shape is always the same. You make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investment that is worth a great deal 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very little anywhere else.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surplus, the part that exists only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locked in, is a prize, and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your counterparty can reach for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has to be a villain. It is simply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the structure permits, and rational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parties do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stop thinking of this as shopping,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 holds the power because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leave. You are contracting, with a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capitalized counterparty, and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the collateral.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reframe is the whole talk, and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next three slides is just a way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reducing specificity or pricing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Cheap intelligence changes incentives first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Externality · Induced demand ·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 Path dependence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Moral hazard · Credible commitment · Asset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 Real option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for more than one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electricity. Use the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 It is genuinely great and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asking anyone to be miserable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 understand what it encouraged you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and keep the expensive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while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your eight words.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cost moved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vanished. Induced demand and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cheaper made you use more,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Path dependence, because the lots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stay built. Moral hazard, because whoever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chooses is not whoever pays. Credible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commitment, because those contracts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moves in a game and not disclosures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Asset specificity, because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worth more here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anywhere else. And real option,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reversibility is something you buy,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 low prices are temporary. Some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preview of genuinely cheaper production.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have to know which. You have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outcomes and keep the big choices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either 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intelligence changes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changes organizations. Leave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table up.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Ltd. v. Brown &amp; Williamson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Tobacco Corp., 509 U.S. 209 (1993),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requirement in predatory-pricing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Rochet and Tirole (2003),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Competition in Two-Sided Markets, Journal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 European Economic Association,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cross-subsidy between sides of a market.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 (2005, updated 2011), The High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Free Parking, American Planning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Association. Also Shoup (2011),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parking or free markets —</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https://www.accessmagazine.org/spring-2011/free-parking-free-markets/,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Magazine.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Jevons (1865), The Coal Question, chapter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VII. Duranton and Turner (2011),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Fundamental Law of Road Congestion,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American Economic Review 101(6).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Cottier, Snodin, Owen, Adamczewski (Epoch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March 2025), LLM inference prices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fallen rapidly but unequally across tasks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https://epoch.ai/data-insights/llm-inference-price-trends.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for a newer edition before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Cry Me a Free Tier</dc:title>
  <dc:creator>Dan Levy</dc:creator>
  <dc:description>handout edition generated from current reviewed talk materials</dc:description>
  <dcterms:created xsi:type="dcterms:W3CDTF">2026-09-07T01:22:59Z</dcterms:created>
</cp:coreProperties>
</file>