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and retitled 2026-09-06 (was "Cry Me a Free Tier").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four boxes on one invoice - price paid, resources consumed, cost allocated, value delivered - and the gap between the last two is why nobody is measuring.</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03:45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03:45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05:15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07:15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lots stay built, and whoever chooses the architecture is not whoever pays the bill sixty days later.</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run the sweep at one, two, five and ten times price, then multiply by your own volume before you feel anything about it.</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so price reversibility as the option it is, and bring three prices to the design review: today, without the offer, and the most you could survive.</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Buy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your per-token price has fallen off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cliff over the last few years,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bill went up. Everyone in this room has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conversation with a CFO and lost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not being gouged and you did not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wrong. Spend is price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and consumption is jobs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calls per job times 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Cheapness moved every term on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Epoch's data through 2025 shows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 fixed capability falling fast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unevenly by task, which is real and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knowing, and is also exactly the condition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 which total spend rises.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Doubling on a Tuesday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shape is always the same. You make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investment that is worth a great deal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very little anywhere else.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surplus, the part that exists only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locked in, is a prize,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your counterparty can reach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has to be a villain. It is simply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structure permits, and rational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parties do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this is just a way of reducing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or pricing the 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low prices are temporary. Some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preview of genuinely cheaper production.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have to know which. You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outcomes and keep the big choices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either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handout edition generated from current reviewed talk materials</dc:description>
  <dcterms:created xsi:type="dcterms:W3CDTF">2026-09-07T01:43:59Z</dcterms:created>
</cp:coreProperties>
</file>