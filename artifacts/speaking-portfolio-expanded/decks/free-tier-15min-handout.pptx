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What the cheap input taught your architecture to expect.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Rewritten and retitled 2026-09-06 (was "Cry Me a Free Tier"). 40 minutes, 15 slides, four audience moments, no Q&amp;A. Nobody outside a provider knows its margins and this talk never estimates one; the fixture arithmetic is synthetic. Say that once, on slide 1, then argue.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[Presenter scripts](../packets/free-tier/script-40min.md) · [Packet](../packets/free-tier/packet.md) · [Runbook section 4](../demos/DEMO-RUNBOOK.md#4-cry-me-a-free-tier) · [Kit](../demos/index.html) · [Evidence](../packets/free-tier/evidence-bank.md)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talk hands the room eight words: externality, induced demand, Jevons paradox, path dependence, moral hazard, credible commitment, asset specificity, real option. Each one is a thing engineers already feel and cannot name in a budget meeting. Slide 15 lists them back.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Recheck the dated announcements and the credit offer on slide 4 before every delivery. Regenerate scripts, adaptations and the browser deck with `bun artifacts/speaking-portfolio-expanded/build-talk.ts free-tier`.</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01:45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startup gets free electricity for a year.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does it build? What survives when the offer ends?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startup gets free electricity for a year. What does it build? Sit with that for five seconds, because the answer is not "the same thing, but cheaper." It builds a different company. Now: what survives when the offer ends?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Swap electricity for inference and that is the whole talk. Here is my one disclaimer, and then I am done qualifying: nobody outside a provider knows its margins, I am not going to guess at one, and every dollar figure in my arithmetic is invented. What I do have is a hundred and fifty years of economists working on exactly this problem in coal, parking, highways and car factories, and they gave it names.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what you are getting today. Eight words. Engineers lose this argument in budget meetings because the best we can say is "it feels wasteful," and finance says "the bill looks fine." These eight words are how you say it so it lands.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first time a bill, a quota, or a rate change broke an assumption in something you built.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the five seconds. Actually take them. The silence is the slide.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four boxes on one invoice - price paid, resources consumed, cost allocated, value delivered - and the gap between the last two is why nobody is measuring.</a:t>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01:45 to 03:45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Penetration pricing · Loss leader in a bundle · Predation · It is genuinely cheap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price cannot tell you which. What happens next can.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Penetration pricing: buy the market now, raise later. Standard, legal, taught in every business school. Loss leader in a bundle: the cheap thing funds the expensive thing next to it, which is what a two-sided market does for a living. Predation: below cost specifically to remove rivals. In US law that is not a vibe, it is a test. Brooke Group, 1993: you need below-cost pricing and a dangerous probability of recoupment. And the fourth explanation, the one that keeps me honest: it is genuinely cheap, and getting cheaper, because the engineering is real.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useful part. You cannot distinguish these from the price. You can distinguish them from what happens next. Penetration predicts prices rise at renewal, after switching gets hard. Predation predicts a rival disappears and then prices rise. Genuine efficiency predicts prices keep falling without anyone tightening the terms. So watch renewal terms, watch rate limits, watch what happens to the free tier, and stop trying to read a margin off a token rate.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Brooke Group Ltd. v. Brown &amp; Williamson Tobacco Corp., 509 U.S. 209 (1993), on the recoupment requirement in predatory-pricing claims.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Rochet and Tirole (2003), Platform Competition in Two-Sided Markets, Journal of the European Economic Association, on cross-subsidy between sides of a market.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03:45 to 05:15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driver sees no meter, so demand looks infinite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cost moves into rents, prices, and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Word one: externality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Donald Shoup spent a career on the least glamorous subject in urban economics and was right about all of it. Cities required developers to build minimum parking. Nobody paid at the meter, so the cost went somewhere else: into rents, into retail prices, into land that became asphalt. And because drivers saw no price, demand looked infinite, so the minimums grew to match.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your first word: externality. A cost that is real, and paid, but not by the person making the decision. It does not vanish. It relocates, and it usually relocates somewhere you are not looking.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Shoup (2005, updated 2011), The High Cost of Free Parking, American Planning Association. Also Shoup (2011), [Free parking or free markets](https://www.accessmagazine.org/spring-2011/free-parking-free-markets/), ACCESS Magazine.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05:15 to 07:15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1865: better engines burned more coal, not less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Add a lane, get traffic. Elasticity near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Spend = price × jobs × calls per job × tokens per call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 1865 William Stanley Jevons noticed something that annoyed everyone. Steam engines had gotten dramatically more efficient, and Britain was burning far more coal than before, not less. Efficiency made coal useful for more things, so people used it for more things. That is the Jevons paradox, and it is word two.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transport version is word three, induced demand. Add a lane to a congested highway and you get more traffic. Duranton and Turner measured it across US cities in 2011 and found the elasticity of driving with respect to lane-kilometres is roughly one. Build ten percent more road, get ten percent more driving. The congestion comes back.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your per-token price has fallen off a cliff over the last few years, and your bill went up. Everyone in this room has had that conversation with a CFO and lost it. You are not being gouged and you did not do anything wrong. Spend is price times consumption, and consumption is jobs times calls per job times tokens per call. Cheapness moved every term on the right. Epoch's data through 2025 shows the price of a fixed capability falling fast and very unevenly by task, which is real and worth knowing, and is also exactly the condition under which total spend rises.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Jevons (1865), The Coal Question, chapter VII. Duranton and Turner (2011), The Fundamental Law of Road Congestion, American Economic Review 101(6).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Cottier, Snodin, Owen, Adamczewski (Epoch AI, March 2025), [LLM inference prices have fallen rapidly but unequally across tasks](https://epoch.ai/data-insights/llm-inference-price-trends). Check for a newer edition before each delivery.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07:15 to 09:30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Density: a frontier call where a lookup would do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Business mix: products viable only at today's rate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Bundled rent: unlimited usage promised in a contract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Small format: deterministic code loses the design review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Walk the same chain through your stack. Density: a frontier call where a cache, a regex, or a dictionary lookup would have done, because the call looked free. Longer context, more retries, more competing branches, frontier by default. Business mix: products whose unit economics only work at promotional rates, crowding out products that would have worked at any price. Bundled rent: unlimited-usage promises to customers, baked into a contract, priced against an input you do not control. And the small format: boring deterministic code losing the design review to "just ask the model."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 call it architectural obesity. It is not that any one of those calls is wrong. Redundancy is worth paying for, big context is worth paying for, three parallel attempts are sometimes exactly right. The failure is that nobody measured what the extra call bought, because at these prices nobody had to.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design review where "inference is basically free" ended the discussion.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for one show of hands: who has shipped a frontier call where a lookup would do? Then admit you have too.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the lots stay built, and whoever chooses the architecture is not whoever pays the bill sixty days later.</a:t>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09:30 to 11:30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Cost per accepted outcome = total spend ÷ accepted jobs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75% accepted means you pay 1.33× sticker. 45% means 2.22×.</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30-point acceptance drop costs exactly what doubling every token price costs.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any dollar figure, define the denominator. An accepted outcome meets a rule you wrote down. An impressive answer that a human quietly repairs afterwards is not a success, it is a success plus a hidden salary. Count inference, tools, infrastructure and recovery. A blended token rate is not a unit economics model.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part worth remembering. Divide by the acceptance rate and you get a multiplier on your sticker price. Seventy-five percent acceptance means you are paying one and a third times the list price for every result you keep. Forty-five percent means two point two. Run those two numbers together: dropping from seventy-five to forty-five percent acceptance costs you exactly the same as every token in your stack doubling in price overnight. One of those is on the front page. The other one is a Tuesday.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Do the division on stage. Thirty seconds: name your product's accepted outcome in one sentence. If that is hard, the economics conversation just found a product problem.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run the sweep at one, two, five and ten times price, then multiply by your own volume before you feel anything about it.</a:t>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12. 11:30 to 13:30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Word six: asset specificity. Word seven: hold-up.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 investment worth a lot inside this relationship and little outside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prompts, evals, fine-tunes, and that unlimited-usage clause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the slide I would keep if you cut every other one. Oliver Williamson won a Nobel in 2009 for working out what happens when two parties make investments that only pay off inside their relationship. He called it asset specificity, and the trouble it produces is called hold-up.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shape is always the same. You make an investment that is worth a great deal here and very little anywhere else. That surplus, the part that exists only because you are locked in, is a prize, and at renewal your counterparty can reach for it. Nobody has to be a villain. It is simply what the structure permits, and rational parties do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stop thinking of this as shopping, where the customer holds the power because they can leave. You are contracting, with a much better capitalized counterparty, and your architecture is the collateral. That reframe is the whole talk, and everything after this is just a way of reducing specificity or pricing the exposure.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so price reversibility as the option it is, and bring three prices to the design review: today, without the offer, and the most you could survive.</a:t>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Buy Me a Free Tier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15. 13:30 to 15:00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Externality · Induced demand · Jevons paradox · Path dependence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Moral hazard · Credible commitment · Asset specificity · Real option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Build for more than one price.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electricity. Use the cheap input. It is genuinely great and I am not asking anyone to be miserable about it. Just understand what it encouraged you to build, and keep the expensive decisions reversible while you find 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are your eight words. Externality, because the cost moved rather than vanished. Induced demand and Jevons, because cheaper made you use more, not less. Path dependence, because the lots stay built. Moral hazard, because whoever chooses is not whoever pays. Credible commitment, because those contracts are moves in a game and not disclosures about it. Asset specificity, because your architecture is worth more here than anywhere else. And real option, because reversibility is something you buy, not something you feel.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Some low prices are temporary. Some are a preview of genuinely cheaper production. You do not have to know which. You have to measure outcomes and keep the big choices reversible either way.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Cheap intelligence changes incentives before it changes organizations.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Say the last line slowly, then stop talking. For questions, jump back to the sweep table if this route kept slide 11.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Brooke Group Ltd. v. Brown &amp; Williamson Tobacco Corp., 509 U.S. 209 (1993), on the recoupment requirement in predatory-pricing claims.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Rochet and Tirole (2003), Platform Competition in Two-Sided Markets, Journal of the European Economic Association, on cross-subsidy between sides of a market.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Shoup (2005, updated 2011), The High Cost of Free Parking, American Planning Association. Also Shoup (2011), [Free parking or free markets](https://www.accessmagazine.org/spring-2011/free-parking-free-markets/), ACCESS Magazine.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Jevons (1865), The Coal Question, chapter VII. Duranton and Turner (2011), The Fundamental Law of Road Congestion, American Economic Review 101(6).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Cottier, Snodin, Owen, Adamczewski (Epoch AI, March 2025), [LLM inference prices have fallen rapidly but unequally across tasks](https://epoch.ai/data-insights/llm-inference-price-trends). Check for a newer edition before each delivery.</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Buy Me a Free Tier</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15-minute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8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08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Free electricity for a year</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startup gets free electricity for a year.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does it build? What survives when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offer ends?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startup gets free electricity for a year.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does it build? Sit with that for five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seconds, because the answer is not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same thing, but cheaper." It builds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different company. Now: what survives when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offer ends?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Swap electricity for inference and that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whole talk. Here is my one disclaimer,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then I am done qualifying: nobody</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outside a provider knows its margins, I am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going to guess at one, and every dollar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figure in my arithmetic is invented. What I</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 have is a hundred and fifty years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economists working on exactly this problem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coal, parking, highways and car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factories, and they gave it names.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is what you are getting today. Eight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words. Engineers lose this argument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budget meetings because the best we can say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"it feels wasteful," and finance says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bill looks fine." These eight words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how you say it so it lands.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08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Why would anyone sell below cost?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Penetration pricing · Loss leader in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bundle · Predation · It is genuinely cheap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price cannot tell you which.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happens next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Penetration pricing: buy the market now,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raise later. Standard, legal, taught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 business school. Loss leader in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bundle: the cheap thing funds the expensive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thing next to it, which is what a two-sided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market does for a living. Predation: below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cost specifically to remove rivals. In US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law that is not a vibe, it is a test.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Brooke Group, 1993: you need below-cost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pricing and a dangerous probability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recoupment. And the fourth explanation,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one that keeps me honest: it is genuinely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cheap, and getting cheaper, because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engineering is real.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Here is the useful part. You cannot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distinguish these from the price. You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distinguish them from what happens next.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Penetration predicts prices rise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renewal, after switching gets hard.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Predation predicts a rival disappears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then prices rise. Genuine efficiency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predicts prices keep falling without anyone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tightening the terms. So watch renewal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terms, watch rate limits, watch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happens to the free tier, and stop trying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read a margin off a token rate.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08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Free parking was never free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driver sees no meter, so demand looks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infinite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cost moves into rents, prices, and land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Word one: externality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Donald Shoup spent a career on the least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glamorous subject in urban economics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was right about all of it. Cities required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developers to build minimum parking. Nobody</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paid at the meter, so the cost went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somewhere else: into rents, into retail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prices, into land that became asphalt.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because drivers saw no price, demand looked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infinite, so the minimums grew to match.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is your first word: externality.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cost that is real, and paid, but not by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person making the decision. It does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vanish. It relocates, and it usually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relocates somewhere you are not looking.</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08    SOURCE SLIDE 6</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Jevons, coal, and the extra lane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1865: better engines burned more coal,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Add a lane, get traffic. Elasticity near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Spend = price × jobs × calls per job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tokens per call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1865 William Stanley Jevons noticed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something that annoyed everyone. Steam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engines had gotten dramatically more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efficient, and Britain was burning far more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coal than before, not less. Efficiency made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coal useful for more things, so people used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for more things. That is the Jevons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paradox, and it is word two.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transport version is word three,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induced demand. Add a lane to a congested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highway and you get more traffic. Duranton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and Turner measured it across US cities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2011 and found the elasticity of driving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 respect to lane-kilometres is roughly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Build ten percent more road, get ten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percent more driving. The congestion comes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 your per-token price has fallen off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cliff over the last few years, and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bill went up. Everyone in this room has had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conversation with a CFO and lost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are not being gouged and you did not do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anything wrong. Spend is price times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consumption, and consumption is jobs times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calls per job times tokens per call.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Cheapness moved every term on the right.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Epoch's data through 2025 shows the price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a fixed capability falling fast and 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unevenly by task, which is real and worth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knowing, and is also exactly the condition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under which total spend rises.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08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Now do it to software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Density: a frontier call where a lookup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would do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Business mix: products viable only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today's rate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Bundled rent: unlimited usage promised in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contract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Small format: deterministic code loses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design review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Walk the same chain through your stack.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Density: a frontier call where a cache,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regex, or a dictionary lookup would have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done, because the call looked free. Longer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context, more retries, more competing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branches, frontier by default. Business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mix: products whose unit economics only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 at promotional rates, crowding 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products that would have worked at any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price. Bundled rent: unlimited-usage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promises to customers, baked into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contract, priced against an input you do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control. And the small format: boring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deterministic code losing the design review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"just ask the model."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 call it architectural obesity. It is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any one of those calls is wrong.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Redundancy is worth paying for, big context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worth paying for, three parallel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attempts are sometimes exactly right.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failure is that nobody measured what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extra call bought, because at these prices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nobody had to.</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08    SOURCE SLIDE 10</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Doubling on a Tuesday</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Cost per accepted outcome = total spend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accepted jobs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75% accepted means you pay 1.33× sticker.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45% means 2.22×.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30-point acceptance drop costs exactly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doubling every token price costs.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Before any dollar figure, define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denominator. An accepted outcome meets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rule you wrote down. An impressive 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a human quietly repairs afterwards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a success, it is a success plus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hidden salary. Count inference, tools,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infrastructure and recovery. A blended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token rate is not a unit economics model.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the part worth remembering. Divide by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acceptance rate and you get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multiplier on your sticker price.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Seventy-five percent acceptance means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paying one and a third times the list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price for every result you keep. Forty-five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percent means two point two. Run those two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numbers together: dropping from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seventy-five to forty-five percent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acceptance costs you exactly the same 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 token in your stack doubling in price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overnight. One of those is on the front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page. The other one is a Tuesday.</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08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You are not shopping, you are contracting</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Word six: asset specificity. Word seven: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hold-up.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investment worth a lot inside this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relationship and little outside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 prompts, evals, fine-tunes, and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unlimited-usage clause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is the slide I would keep if you cut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 other one. Oliver Williamson won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Nobel in 2009 for working out what happens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when two parties make investments that only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pay off inside their relationship. 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called it asset specificity,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trouble it produces is called hold-up.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shape is always the same. You make an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investment that is worth a great deal here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very little anywhere else.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surplus, the part that exists only because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are locked in, is a prize, and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renewal your counterparty can reach for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Nobody has to be a villain. It is simply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the structure permits, and rational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parties do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 stop thinking of this as shopping, where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customer holds the power because they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 leave. You are contracting, with a much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better capitalized counterparty, and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architecture is the collateral.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reframe is the whole talk, and everything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after this is just a way of reducing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specificity or pricing the exposure.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08    SOURCE SLIDE 15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Cheap intelligence changes incentives first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Externality · Induced demand · Jevons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paradox · Path dependence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Moral hazard · Credible commitment · Asset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specificity · Real option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Build for more than one price.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Back to the electricity. Use the cheap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input. It is genuinely great and I am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asking anyone to be miserable about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Just understand what it encouraged you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build, and keep the expensive decisions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reversible while you find 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There are your eight words. Externality,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because the cost moved rather than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vanished. Induced demand and Jevons,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because cheaper made you use more, not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less. Path dependence, because the lots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stay built. Moral hazard, because whoever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chooses is not whoever pays. Credible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commitment, because those contracts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moves in a game and not disclosures about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Asset specificity, because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architecture is worth more here than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anywhere else. And real option, because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reversibility is something you buy,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something you feel.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 low prices are temporary. Some are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preview of genuinely cheaper production.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do not have to know which. You have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measure outcomes and keep the big choices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reversible either way.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Cheap intelligence changes incentives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before it changes organizations.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Brooke Group Ltd. v. Brown &amp; Williamson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Tobacco Corp., 509 U.S. 209 (1993), on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recoupment requirement in predatory-pricing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claims.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Rochet and Tirole (2003), Platform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Competition in Two-Sided Markets, Journal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the European Economic Association,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cross-subsidy between sides of a market.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Shoup (2005, updated 2011), The High Cost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Free Parking, American Planning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Association. Also Shoup (2011), Free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parking or free markets —</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https://www.accessmagazine.org/spring-2011/free-parking-free-markets/,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ACCESS Magazine.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Jevons (1865), The Coal Question, chapter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VII. Duranton and Turner (2011),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Fundamental Law of Road Congestion,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American Economic Review 101(6).</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Cottier, Snodin, Owen, Adamczewski (Epoch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AI, March 2025), LLM inference prices have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fallen rapidly but unequally across tasks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https://epoch.ai/data-insights/llm-inference-price-trends.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Check for a newer edition before each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delivery.</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Buy Me a Free Tier</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10</Slides>
  <Notes>10</Notes>
</Properties>
</file>

<file path=docProps/core.xml><?xml version="1.0" encoding="utf-8"?>
<cp:coreProperties xmlns:cp="http://schemas.openxmlformats.org/package/2006/metadata/core-properties" xmlns:dc="http://purl.org/dc/elements/1.1/" xmlns:dcterms="http://purl.org/dc/terms/" xmlns:xsi="http://www.w3.org/2001/XMLSchema-instance">
  <dc:title>Buy Me a Free Tier</dc:title>
  <dc:creator>Dan Levy</dc:creator>
  <dc:description>handout edition generated from current reviewed talk materials</dc:description>
  <dcterms:created xsi:type="dcterms:W3CDTF">2026-09-07T01:36:06Z</dcterms:created>
</cp:coreProperties>
</file>