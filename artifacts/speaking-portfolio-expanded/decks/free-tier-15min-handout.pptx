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What the cheap input taught your architecture to expect.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and retitled 2026-09-06 (was "Cry Me a Free Tier"). 40 minutes, 15 slides, four audience moments, no Q&amp;A. Nobody outside a provider knows its margins and this talk never estimates one; the fixture arithmetic is synthetic. Say that once, on slide 1, then argue.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scripts](../packets/free-tier/script-40min.md) · [Packet](../packets/free-tier/packet.md) · [Runbook section 4](../demos/DEMO-RUNBOOK.md#4-cry-me-a-free-tier) · [Kit](../demos/index.html) · [Evidence](../packets/free-tier/evidence-bank.md)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talk hands the room eight words: externality, induced demand, Jevons paradox, path dependence, moral hazard, credible commitment, asset specificity, real option. Each one is a thing engineers already feel and cannot name in a budget meeting. Slide 15 lists them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Recheck the dated announcements and the credit offer on slide 4 before every delivery. Regenerate scripts, adaptations and the browser deck with `bun artifacts/speaking-portfolio-expanded/build-talk.ts free-tier`.</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02:30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those commitments are credible commitments in Schelling's sense, moves in a war of attrition. Note who is not a player. Somebody is buying your free tier, and it is not you. You are not a combatant, you are the terrain. And the terrain keeps its asphalt: repealing a parking minimum does not remove a lot, which is path dependence.</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your per-token price fell off a cliff and your bill went up, because spend is price times jobs times calls times tokens and cheapness moved every term on the right.</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Buy Me a Free Tier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Free electricity for a year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What survives when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startup gets free electricity for a year.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does it build? Sit with that for 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because the answer is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thing, but cheaper." It builds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company. Now: what survives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offer 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Swap electricity for inference and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whole talk. Here is my one disclaimer,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then I am done qualifying: nobody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outside a provider knows its margins, I 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going to guess at one, and every dollar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figure in my arithmetic is invented. What 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 have is a hundred and fifty years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economists working on exactly this problem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coal, parking, highways and car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factories, and they gave it names.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what you are getting today. Eight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words. Engineers lose this argument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meetings because the best we can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"it feels wasteful," and finance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bill looks fine." These eight words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how you say it so it lands.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Why would anyone sell below cost?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Penetration pricing ·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 Predation · It is genuinely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price cannot tell you which.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next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pricing: buy the market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raise later. Standard, legal, taught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business school. Loss leader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 the cheap thing funds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thing next to it, which is what a two-sided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market does for a living. Predation: below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cost specifically to remove rivals. In 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law that is not a vibe, it is a test.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Brooke Group, 1993: you need below-cost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pricing and a dangerous probability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And the fourth explanation,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that keeps me honest: it is genuinely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and getting cheaper,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engineering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 is the useful part. You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these from the price. You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distinguish them from what happens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Penetration predicts prices rise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renewal, after switching gets hard.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Predation predicts a rival disappears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prices rise. Genuine efficiency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predicts prices keep falling without anyone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tightening the terms. So watch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terms, watch rate limits, watch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free tier, and stop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read a margin off a token rate.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Jevons, coal, and the extra lane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1865: better engines burned more coal,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 a lane, get traffic. Elasticity near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Spend = price × jobs × calls per job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tokens per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1865 William Stanley Jevons noticed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that annoyed everyone. Steam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engines had gotten dramatically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efficient, and Britain was burning far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coal than before, not less. Efficiency made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coal useful for more things, so people used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for more things. That is the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and it is word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transport version is word three,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induced demand. Add a lane to a congested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highway and you get more traffic. Duranton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Turner measured it across US cities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2011 and found the elasticity of driving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respect to lane-kilometres is roughly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Build ten percent more road, get 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more driving. The congestion comes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Now do it to software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Density: a frontier call where a lookup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would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Business mix: products viable only 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today's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Bundled rent: unlimited usage promised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format: deterministic code loses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Walk the same chain through your stack.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Density: a frontier call where a cache,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regex, or a dictionary lookup would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done, because the call looked free. Longer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context, more retries, more competing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branches, frontier by default. Business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mix: products whose unit economics only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at promotional rates, crowding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products that would have worked at 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Bundled rent: unlimited-usage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promises to customers, baked into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contract, priced against an input you do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control. And the small format: boring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deterministic code losing the design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"just ask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 call it architectural obesity. It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any one of those calls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Redundancy is worth paying for, big context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worth paying for, three parallel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attempts are sometimes exactly right.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failure is that nobody measured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extra call bought, because at these prices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had to.</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Doubling on a Tuesday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Cost per accepted outcome = total spend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accepted jobs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75% accepted means you pay 1.33× sticker.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45% means 2.22×.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30-point acceptance drop costs exactly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doubling every token price costs.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any dollar figure, define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 An accepted outcome meets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rule you wrote down. An impressive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 human quietly repairs afterwards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success, it is a success plus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hidden salary. Count inference,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infrastructure and recovery. A blended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token rate is not a unit economics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part worth remembering. Divide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acceptance rate and you get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 on your sticker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percent acceptance means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paying one and a third times the list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price for every result you keep. Forty-five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 means two point two. Run those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numbers together: dropping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seventy-five to forty-five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costs you exactly the same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token in your stack doubling in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overnight. One of those is on the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page. The other one is a Tuesday.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 are not shopping, you are contracting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Word six: asset specificity. Word seven: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investment worth a lot inside this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and little outside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prompts, evals, fine-tunes, and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unlimited-usage clause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the slide I would keep if you 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every other one. Oliver Williamson won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Nobel in 2009 for working out what happens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two parties make investments that only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pay off inside their relationship. 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asset specificity,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trouble it produces is called hold-up.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stop thinking of this as shopping, where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 holds the power because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leave. You are contracting, with a much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capitalized counterparty, and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the collateral.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reframe is the whole talk, and everything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after this is just a way of reducing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or pricing the exposure.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Cheap intelligence changes incentives first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Externality · Induced demand ·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paradox · Path dependence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Moral hazard · Credible commitment · Asset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 Real option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for more than one price.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electricity. Use the cheap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 It is genuinely great and I am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asking anyone to be miserable about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Just understand what it encouraged you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build, and keep the expensive decisions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reversible while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are your eight words. Externality,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because the cost moved rather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vanished. Induced demand and Jevons,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cheaper made you use more,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Path dependence, because the lots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stay built. Moral hazard, because whoever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chooses is not whoever pays. Credible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commitment, because those contracts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moves in a game and not disclosures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Asset specificity, because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architecture is worth more here than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anywhere else. And real option, because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reversibility is something you buy,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you feel.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Cheap intelligence changes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it changes organizations.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Brooke Group Ltd. v. Brown &amp; Williamson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Tobacco Corp., 509 U.S. 209 (1993),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recoupment requirement in predatory-pricing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claims.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Rochet and Tirole (2003),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Competition in Two-Sided Markets, Journal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 European Economic Association,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cross-subsidy between sides of a market.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Jevons (1865), The Coal Question, chapter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VII. Duranton and Turner (2011),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Fundamental Law of Road Congestion,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American Economic Review 101(6).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Cottier, Snodin, Owen, Adamczewski (Epoch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AI, March 2025), LLM inference prices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fallen rapidly but unequally across tasks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https://epoch.ai/data-insights/llm-inference-price-trends.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Check for a newer edition before each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Buy Me a Free Tier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9</Slides>
  <Notes>9</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handout edition generated from current reviewed talk materials</dc:description>
  <dcterms:created xsi:type="dcterms:W3CDTF">2026-09-07T02:31:12Z</dcterms:created>
</cp:coreProperties>
</file>