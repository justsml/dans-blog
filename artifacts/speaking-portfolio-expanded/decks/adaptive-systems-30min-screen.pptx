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All customer data</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Tools that email, refund, delete, deploy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thing we are all building toward is an assistant with access to every customer's data and a toolbox that can send email, issue refunds, delete records and ship code. Most of the damage it will ever do will be an accident: a confident mapping, a helpful cleanup, a tool called with the wrong ID.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there are the people who mean it. That renamed field could carry a sentence aimed at the model.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for the next few years is not whether to give the assistant access. It is which strategies let us give it access and manage the risk. My answer, and what I have been building, is: never build the one assistant that has everything. Conjure a small one for each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a tool call you were glad had a dry-run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14:00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repair also has to survive an exam it did not write; the walkthrough shows those fixtures.</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15:30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21:30 to 24:00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whatever the app changed today, an engineer sees it in one report, and authority widens only from measured outcomes.</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24:00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We never built it. We built a factory for small ones, each with a tailored prompt, a short tool list, a hard budget, and a log of every time it asked for more. That is the strategy I believe in for the next few years: not one agent you have to trust, but many you can afford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Adaptive, agentic apps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vendor renamed a field</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02 / 13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bar is: diff the schema and page a human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Baseline: alert, wait for a person, replay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Agent: investigate, propose, prove, continue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Win condition: faster recovery, zero new false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repairs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03 / 13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imagine the assistant that has everything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f205bb45584f3452c187099cc77d62202d1ca938a5d7dfba32f6435461e10a23" descr="One agent holding every customer record and every dangerous tool is a breach waiting for a typo."/>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04 / 13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05 / 13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Guard the tools that can hurt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06 / 13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Repair syntax; prove meaning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07 / 13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repair is a versioned artifact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08 / 13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lost response leaves a question</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09 / 13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10 / 13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Scale becomes something the app asks for</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11 / 13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Widen authority only from measured outcomes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Shadow: propose, apply nothing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Canary: one reversible change class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Expand: from correct recoveries, false repairs,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cost, interventions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12 / 13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smaller: remember what happened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Before returning: check relevant memory and correct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known mistakes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After execution: record checks, outcome, correction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frequency</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executed and verified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states</a:t>
            </a:r>
            <a:endParaRPr lang="en-US" sz="3150"/>
          </a:p>
        </p:txBody>
      </p:sp>
      <p:sp>
        <p:nvSpPr>
          <p:cNvPr id="10" name="Text 10"/>
          <p:cNvSpPr txBox="1"/>
          <p:nvPr/>
        </p:nvSpPr>
        <p:spPr>
          <a:xfrm>
            <a:off x="685800" y="669226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66922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Memory is evidence, never permission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13 / 13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2026-09-06T09:11:13Z</dcterms:created>
</cp:coreProperties>
</file>