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signed download URL is a bearer credential; handing it to a model while asking the model not to use it is hope, not isolation.</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15:00 to 16:15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16:15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compute guard is the tool guard — an approved catalog, enforced leases, and no unapproved region no matter how good the latency looks. Whatever the app changed today, an engineer sees it in one report, and authority widens only from measured outcomes on the same recorded incidents: recoveries, but also false repairs, dropped records, cost and human corrections.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23:15 to 25:15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 It is also the loop that lets the system adjust its own fan-out and token burn from measured acceptance: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25:15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remembered output is untrusted data and grants no new permissions; the copyable prompt and record format are in the handout.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a Pager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Compute Is a Tool Too</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Per Class, Never Per Streak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13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2026-09-07T02:16:43Z</dcterms:created>
</cp:coreProperties>
</file>