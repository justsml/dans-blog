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15:30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bar is: diff the schema and page a human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Baseline: alert, wait for a person, replay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Agent: investigate, propose, prove, continue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Win condition: faster recovery, zero new false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repairs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assistant with everything is coming, one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integration at a time</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repair is a versioned artifact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lost response leaves a question</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09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10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Scale becomes something the app asks for</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11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authority only from measured outcomes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Shadow: propose, apply nothing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Canary: one reversible change class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Expand: from correct recoveries, false repairs,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cost, interventions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12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13 / 13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2026-09-07T01:22:58Z</dcterms:created>
</cp:coreProperties>
</file>