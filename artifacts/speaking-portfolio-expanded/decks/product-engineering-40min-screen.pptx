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architecture you could read off the org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Mirroring is measured. It is not destiny.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142 studies reviewed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Mostly supported, with a documented minority that was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Colfer and Baldwin reviewed 142 empirical studies. The firm and industry descriptive studies mostly supported mirroring, with a documented minority that did not. Read the split off their table before you quote a percentage at anyone. The open collaborative projects looked different. Do not turn that into a claim that one third of companies broke Conway's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Their useful finding is that firms can deliberately break the mirror through modular partitions or relationships across organizational boundaries. MacCormack, Rusnak, and Baldwin also found differences in modularity across development arrangements. These are studies of association and organization, not a randomized trial of rearranging your teams.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org chart is evidence about why the software looks like this. It is not an instruction to make the next system look identical.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Colfer and Baldwin (2016), [The mirroring hypothesis: theory, evidence, and exceptions](https://doi.org/10.1093/icc/dtw027), Industrial and Corporate Change 25(5), 709–738. MacCormack, Rusnak, and Baldwin (2012), [Exploring the duality between product and organizational architectures](https://www.hbs.edu/ris/Publication%20Files/Research%20Policy%2041%20%282012%29%201309%E2%80%93%201324_c5c2350e-013c-4065-a2f9-d95eb32177d5.pdf), Research Policy 41(8), 1309–1324.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org chart is a fossil of coordination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spectrum, and the two ways to lose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09:30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Committee at one end. Five people at the other.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suffering arrives later than the speed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one end, thousands of employees and millions of customers. Change procedures, risk analysis, a prioritization rubric. At the other, five people around a laptop who can all hear the person making the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small team can acquire research and feedback capacity it could never afford to staff. The large team can shorten a handoff. Both can also generate proposals faster than anyone understands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and keep the taste. Trade judgment for AI vibes and the suffering arrives later than the speed does. That delay is what makes the trade look good.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30 seconds: where is your team on the spectrum, and what is its heaviest handoff? Keep the answers for the close.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Draw the wires between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09:30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wires between agents](../../reveal-talks/assets/product-engineering/interfaces.svg)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Two directions of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Research looks out. Feedback looks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the meeting where the evidence disagrees.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research agent watches competitors and people talking about your product. The feedback agent ingests support tickets, interviews, reviews, and in-app complaints. Both preserve the evidence behind their summaries.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them disagree. Research says onboarding lacks a feature. Feedback says users cannot find the feature we already have. A clustering agent might merge those into "onboarding problems" and confidently bury the distinction.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review where somebody opens the source material and argues about what belongs at the top. It is the integrating interface in this system. Taste gets exercised in public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feedback cluster that merged different complaints and changed the wrong priority. Bring one original complaint that the summary obscured.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Effort left the rubric. Argue with 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My observation, not your sprint report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estimated a ticket last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not heard an engineering team discuss level of effort on a ticket in months. That is the observation in my working notes. Let us test how badly it travels.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have to choose what to ship. Even when the first implementation is cheap, rollout, review, customer support, and maintenance have costs. Put those beside evidence for the idea. Do not replace story points with a model's confidence and call that prioritization.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estimated a ticket last week, take the show of hands, and say the count without inventing a denominator. Confirm the first-person observation with Dan before delivery; if it no longer holds, open with the question instead.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Gap analysis, past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Walk the build. Attach screenshots and reasons.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candidate should be cheap to reject.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an agent with a browser at a build. Ask it to walk onboarding as a new user, compare the result with the sourced brief, and propose changes to the information hierarchy. Each proposal carries the screenshot, the attempted task, and the reason the current page got in the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Make one proposal wrong in review. The screenshot may show a feature hidden because the test account lacks permission. That is a setup defect, not evidence to redesign the product. The reviewer needs the account state to tell the difference.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Analytics, warehouse queries and marketing drafts feed the same queue. They share provenance and owners, and none of them needs write access to customer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Targeted beta enrollment, and the deluge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16:30 to 18:30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the customers behind the cluster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Invite an opt-in cohort. Keep the exit.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idea came from a cluster of customers. Preserve that provenance. Find people with the same task, then ask whether they want to try the change. Similar company size is not necessarily a similar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invitation explains what changes, that it is a beta, and how to turn it off. A person approves the message and the recipients. Narrow feedback tells us what to try next; it does not establish a causal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Prepare the intake before inviting people. If customers answer and nobody follows up, you have taught your best customers that responding is a one-time event. The feedback loop needs an owner even when the summarizer runs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beta invitation that selected users on the wrong axis, or feedback that arrived faster than the team could act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Campbell's law arrives on schedule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18:30 to 20:30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run it before you know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20:30 to 25:00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Four and a half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Where guards go, including the two we forgot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and the system enforces that permission rather than mentioning it in a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How many agents can one person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27:30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6 × (32 + 5) = 222 possible relationships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Ownership costs attention. Budget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 agents, six owners. Somehow you own four of them and are on call for all six.</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Graicunas counted possible direct, cross, and group relationships. His maximum counting formula is n times the quantity two-to-the-n-minus-one plus n-minus-one. For six that is six times the quantity thirty-two plus five, which is six times thirty-seven: 222. This is combinatorics, not a staffing limit. It does not mean your six agents generate 222 meetings.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lesson is to restrict the interfaces we actually require. Bainbridge adds the human problem: automation leaves monitoring and exceptional interventions while removing routine practice. Assign recovery drills and review time along with the agent. An owner field without capacity is a forwarding address for blame.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Do 6 × (32 + 5) aloud. Ask who owns more automated jobs than they could inspect in one afternoon. Take 20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V. A. Graicunas, [Relationship in Organization](https://nickols.us/relationship.pdf), reprinted in Papers on the Science of Administration, 1937, maximum-basis table. Bainbridge (1983), [Ironies of automation](https://www.sciencedirect.com/science/article/pii/0005109883900468).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Software Runs on Petrol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![Prediction: tokens stop being a build cost and become a running cost. A shipped product with no new features still burns tokens to stay current and to defend itself, and somebody owns that meter.](../../reveal-talks/assets/product-engineering/fuel.svg)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Tokens stop being a build cost and become a running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Sentry bots hunting your own vulnerabilities, 24/7, forever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 careful firing the security bots. They know who you 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predictions to close on, and I will label them as predictions once: this is where I think the operating model goes, not something I have measured. Here is the first. Today you buy tokens to build software. Before long most software will need a steady stream of them just to keep running: to stay current with its dependencies, to re-derive the integration a vendor renamed last night, to keep its own documentation true. Steady for some systems, bursty for others. Either way it stops being a build cost and becomes fuel, and you will meter it the way you meter electricity, which is to say you will only notice it when it moves.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some of that burn is not features at all. It is defense. If an attacker can point a tireless agent at your surface, the only symmetric answer is a tireless agent of your own: self-hacking around the clock, finding and mitigating faster than the countless people trying to get in. That is a permanent line item on a product that is otherwise finished. It never completes.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 careful when you fire the security sentry bots, incidentally. They know who you are. They know where the keys are. They have read all of your commits. Underneath the joke is the question from slide 12: an agent whose account you revoked while its credential is still live is the boring version of this, and it happens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price it now. When you draw the wires between agents, one of those wires is a fuel line. The ongoing burn of a function belongs in the design doc beside its latency budget, and somebody owns that meter. It is not the person who wrote the prompt. Buy Me a Free Tier owns the arithmetic; what belongs on this org chart is the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first time an always-on agent showed up as a recurring cost nobody had budgeted.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has a security agent running right now with credentials nobody has rotated. Do not take an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Minority Report, With Terminals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32:30 to 35:30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![Prediction: a grid of chosen apps gives way to one generated surface, adapting per person, with a revived terminal beside it. Who owns that channel is still open, and non-frontier builders can rethink any app as AI-native.](../../reveal-talks/assets/product-engineering/channel.svg)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throwaway software is a taste most of this room has and most of the world does not. We are early adopters; we are delighted to regenerate a tool rather than maintain it. Normal people are not turned on by the idea of vibe coding their own recipe tracker, never mind a Slack replacement. What they will accept is an interface generated for them, adapting in real time, that they never had to choose from a menu of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raises the question this room should actually be arguing about. Should OpenAI and Anthropic end up owning every software channel? Watch what happens when the assistants ship real-time collaboration: who spends less time in email, Slack and Google Docs then? I can already make and edit images and video in ways that make me less likely to open Photoshop or DaVinci. If I need a jingle for the company, I ask Suno and it is done. So is everything you spent a lifetime learning, mastering and fighting with about to be irrelevant? Yes. At least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the story of image creation belongs to the big players, and the same is true in whichever industry you work in. Those of us who do not work at a frontier lab, the organic agents in the room,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Every experiment reports its hypothesis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35:30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If we do X, we expect Y to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Report success, failure, and surprise where the team looks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beta, ad test, and feature flag gets a hypothesis. If we change this, we expect that to increase. State who it is for, what would make us stop, and when we will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 the measurement with the change. It needs the exposure count, the intended outcome, the unwanted outcomes, and the owner who will act, and it goes where the team already looks. Remembering to check a dashboard is a bad dependency.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handoff you named near the start. Write the artifact an agent would produce, who receives it, and the observation that would make them reject it. If that last field is blank, you have designed a suggestion machine.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to write. Walk through one answer for the remaining discussion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Microsoft ExP (2020), [Patterns of trustworthy experimentation: pre-experiment stage](https://www.microsoft.com/en-us/research/articles/patterns-of-trustworthy-experimentation-pre-experiment-stage/).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the handoff used to expose. Keep the product review where the evidence conflicts, and give the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and price the fuel. Six agents do not become free because one person has their names in a config file, and neither does the burn that keeps them running.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then do the larger version of the same move. The org chart is a record of earlier tradeoffs; so is the product category you are working inside. You are allowed to make new ones, and the channel is not spoken for yet. Break the mirror on purpose.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 Id="rIdImage1" Type="http://schemas.openxmlformats.org/officeDocument/2006/relationships/image" Target="../media/slide14-1.png"/><Relationship Id="rIdSvg1" Type="http://schemas.openxmlformats.org/officeDocument/2006/relationships/image" Target="../media/slide14-1.svg"/></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 Id="rIdImage1" Type="http://schemas.openxmlformats.org/officeDocument/2006/relationships/image" Target="../media/slide15-1.png"/><Relationship Id="rIdSvg1" Type="http://schemas.openxmlformats.org/officeDocument/2006/relationships/image" Target="../media/slide15-1.svg"/></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The Future of Product Engineering: Break the Mirror on Purpose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architecture you could read off the org</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chart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Conway, 1968: communication structures constrain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of those boundaries still earns its keep?</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17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Mirroring is measured. It is not destiny.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142 studies reviewed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Mostly supported, with a documented minority that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was not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17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org chart is a fossil of coordination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Coase, 1937: coordination has a cost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 before copying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17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spectrum, and the two ways to lose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Committee at one end. Five people at the other.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suffering arrives later than the speed does.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17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Draw the wires between agents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17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Two directions of attention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Research looks out. Feedback looks in.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the meeting where the evidence disagrees.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17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Effort left the rubric. Argue with 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My observation, not your sprint report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estimated a ticket last week?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17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Gap analysis, past engineering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Walk the build. Attach screenshots and reasons.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candidate should be cheap to reject.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17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Targeted beta enrollment, and the deluge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the customers behind the cluster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Invite an opt-in cohort. Keep the exit.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17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Campbell's law arrives on schedule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Activation is the target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behavior did we just pay for?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17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run it before you know the rule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40% activation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48% activation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45% activation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17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Where guards go, including the two we forgot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Wider rollout · expensive runs · infrastructure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changes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Customer messaging · customer data deletion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17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How many agents can one person own?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6 × (32 + 5) = 222 possible relationships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Ownership costs attention. Budget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17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Software Runs on Petrol Now</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da77ca1e4e5418bd2fa4cf46388998c2f435dc1571b24610451ddae64742a217" descr="Prediction: tokens stop being a build cost and become a running cost. A shipped product with no new features still burns tokens to stay current and to defend itself, and somebody owns that met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17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Minority Report, With Terminals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1622316a6930645ce2701de05e30b019086ac9401bd06917acb71f400ca25e3" descr="Prediction: a grid of chosen apps gives way to one generated surface, adapting per person, with a revived terminal beside it. Who owns that channel is still open, and non-frontier builders can rethink any app as AI-nativ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16 / 17    SOURCE SLIDE 16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Every experiment reports its hypothesis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If we do X, we expect Y to move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Report success, failure, and surprise where the team</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looks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17 / 17    SOURCE SLIDE 17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Break the mirror on purpose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handoffs. Draw the interfaces.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Automate the right things. Keep the taste.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screen edition generated from current reviewed talk materials</dc:description>
  <dcterms:created xsi:type="dcterms:W3CDTF">2026-09-07T02:18:57Z</dcterms:created>
</cp:coreProperties>
</file>