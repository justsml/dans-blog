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 id="270" r:id="rIdSlide15"/>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 Id="rIdSlide15" Type="http://schemas.openxmlformats.org/officeDocument/2006/relationships/slide" Target="slides/slide15.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_rels/notesSlide15.xml.rels><?xml version="1.0" encoding="UTF-8" standalone="yes"?><Relationships xmlns="http://schemas.openxmlformats.org/package/2006/relationships"><Relationship Id="rIdSlide" Type="http://schemas.openxmlformats.org/officeDocument/2006/relationships/slide" Target="../slides/slide15.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architecture you could read off the org chart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00:00 to 02:30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Conway, 1968: communication structures constrain designs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Which of those boundaries still earns its keep?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Conway said organizations designing systems "are constrained to produce designs which are copies of the communication structures of these organizations." Constrained. Communication structures. The wires matter more than the boxes.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a proposed operating model. The demo uses synthetic numbers to execute a policy, not measure customer benefit. My bet is that cheaper coordination makes some of our current boundaries obsolete. We should find those boundaries before we photocopy them onto agents.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Look at the handoffs in a product you own. Research writes a brief. Product translates it into tickets. Engineering translates the tickets into software. Support translates the software back into complaints. Which translations carry judgment, and which just carry the same sentence into another tool?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A system whose API boundaries reproduced the team handoffs, and the change that got stuck between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Melvin E. Conway (1968), [How Do Committees Invent?](https://melconway.com/Home/pdf/committees.pdf), Datamation, April, 28–31.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Mirroring is measured. It is not destiny.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02:30 to 05:00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142 studies reviewed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Firm/industry descriptive studies: 70% strong, 22% partial, 8% no support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Colfer and Baldwin reviewed 142 empirical studies. The firm and industry descriptive studies mostly supported mirroring: seventy percent strongly, twenty-two percent partially, eight percent not at all. The open collaborative projects looked different. Do not turn that into a claim that one third of companies broke Conway's law.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Their useful finding is that firms can deliberately break the mirror through modular partitions or relationships across organizational boundaries. MacCormack, Rusnak, and Baldwin also found differences in modularity across development arrangements. These are studies of association and organization, not a randomized trial of rearranging your teams.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the org chart is evidence about why the software looks like this. It is not an instruction to make the next system look identical.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Colfer and Baldwin (2016), [The mirroring hypothesis: theory, evidence, and exceptions](https://doi.org/10.1093/icc/dtw027), Industrial and Corporate Change 25(5), 709–738. MacCormack, Rusnak, and Baldwin (2012), [Exploring the duality between product and organizational architectures](https://www.hbs.edu/ris/Publication%20Files/Research%20Policy%2041%20%282012%29%201309%E2%80%93%201324_c5c2350e-013c-4065-a2f9-d95eb32177d5.pdf), Research Policy 41(8), 1309–1324.</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Your org chart is a fossil of coordination cost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05:00 to 07:30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Coase, 1937: coordination has a cost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Reprice the handoff before copying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Coase asked why firms exist when people could contract through the market. Using the market costs something; coordinating inside the firm costs something too. The boundary depends on that comparison.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Apply that question inside a product group. A weekly brief may have existed because collecting it took somebody two days. A separate triage meeting may have existed because linking a complaint to a trace required three people and a spreadsheet. If those costs change, the old boundary deserves another look.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the inversion. Do not start with one agent per box on the current org chart. Start with the outcome and price the handoffs again. Agents do not delete coordination cost. They move some of it into verification, permissions, and maintenance. Count those before declaring the meeting extinct.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Ronald H. Coase (1937), [The Nature of the Firm](https://onlinelibrary.wiley.com/doi/10.1111/j.1468-0335.1937.tb00002.x), Economica 4(16), 386–405. The agent-design application is the speaker’s argument.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spectrum, and the two ways to lose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07:30 to 09:30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Committee at one end. Five people at the other.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suffering arrives later than the speed does.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At one end, thousands of employees and millions of customers. Change procedures, risk analysis, a prioritization rubric. At the other, five people around a laptop who can all hear the person making the decision.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small team can acquire research and feedback capacity it could never afford to staff. The large team can shorten a handoff. Both can also generate proposals faster than anyone understands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Automate the right things and keep the taste. Trade judgment for AI vibes and the suffering arrives later than the speed does. That delay is what makes the trade look good.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Take 30 seconds: where is your team on the spectrum, and what is its heaviest handoff? Keep the answers for slide 14.</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Draw the wires between agents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09:30 to 12:00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![Draw the wires between agents](../../reveal-talks/assets/product-engineering/interfaces.svg)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Research → sourced brief → product review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Feedback → cited clusters → product review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Review → accepted hypothesis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inverse Conway manoeuvre is the name people use for changing the organization to encourage the architecture they want. Here that means designing communication between agents and people, not putting a robot beside every job title.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Research delivers a brief with source URLs and dates. Feedback delivers clusters with the original complaints attached. The product review resolves disagreement between them and writes the accepted hypothesis. A build agent consumes that artifact. It does not poll six chat histories and guess which decision won.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Team Topologies distinguishes collaboration, service consumption, and facilitation. Use collaboration while discovering the interface. Make the repeated delivery a service once the contract is understood. Keep facilitation temporary. An agent roster without these wires is a seating plan.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[Thoughtworks, Inverse Conway Maneuver](https://www.thoughtworks.com/en-br/radar/techniques/inverse-conway-maneuver), 2014/2015. Skelton and Pais, [Team Topologies interaction modes](https://teamtopologies.com/key-concepts).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Two directions of attention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12:00 to 14:30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Research looks out. Feedback looks 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Keep the meeting where the evidence disagrees.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research agent watches competitors and people talking about your product. The feedback agent ingests support tickets, interviews, reviews, and in-app complaints. Both preserve the evidence behind their summaries.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make them disagree. Research says onboarding lacks a feature. Feedback says users cannot find the feature we already have. A clustering agent might merge those into "onboarding problems" and confidently bury the distinction.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the review where somebody opens the source material and argues about what belongs at the top. It is the integrating interface in this system. Taste gets exercised in public there. A standing brief is useful; a dashboard nobody opens is just another place to store the mistake.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A feedback cluster that merged different complaints and changed the wrong priority. Bring one original complaint that the summary obscured.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Effort left the rubric. Argue with 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14:30 to 16:30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My observation, not your sprint report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Who estimated a ticket last week?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 have not heard an engineering team discuss level of effort on a ticket in months. That is the observation in my working notes. Let us test how badly it travels.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Who estimated a ticket last week? Keep your hands up long enough to count. That is this room, not an industry survey. If half the room did it yesterday, then effort has left some rubrics and is alive in others.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still have to choose what to ship. Even when the first implementation is cheap, rollout, review, customer support, and maintenance have costs. Put those beside evidence for the idea. Do not replace story points with a model's confidence and call that prioritization.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Count the hands and say the count without inventing a denominator. Confirm the first-person observation with Dan before delivery; if it no longer holds, start with the audience question.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Gap analysis, past engineering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16:30 to 18:30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Walk the build. Attach screenshots and reasons.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candidate should be cheap to reject.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Point an agent with a browser at a build. Ask it to walk onboarding as a new user, compare the result with the sourced brief, and propose changes to the information hierarchy. Each proposal carries the screenshot, the attempted task, and the reason the current page got in the way.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Make one proposal wrong in review. The screenshot may show a feature hidden because the test account lacks permission. That is a setup defect, not evidence to redesign the product. The reviewer needs the account state to tell the difference.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Analytics and warehouse queries can feed the same proposal queue. Marketing can draft an ad from an accepted idea. Those functions share provenance and owners; they do not all need write access to customer records.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Targeted beta enrollment, and the deluge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18:30 to 21:00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Keep the customers behind the cluster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Invite an opt-in cohort. Keep the exit.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idea came from a cluster of customers. Preserve that provenance. Find people with the same task, then ask whether they want to try the change. Similar company size is not necessarily a similar problem.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invitation explains what changes, that it is a beta, and how to turn it off. A person approves the message and recipients. Acceptance enrolls the customer behind a flag. Narrow feedback tells us what to try next; it does not automatically establish a causal improvement.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Prepare the intake before inviting people. If customers answer and nobody follows up, you have taught your best customers that responding is a one-time event. The feedback loop needs an owner even when the summarizer runs itself.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A beta invitation that selected users on the wrong axis, or feedback that arrived faster than the team could act on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Campbell's law arrives on schedule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21:00 to 23:00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Activation is the target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What behavior did we just pay for?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Give the system a target and it will search for ways to improve it. So will a team. Campbell described the pressure that decision-making puts on quantitative indicators and on the activity they are supposed to measure.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target is onboarding activation. The next screen has three candidates. Before we inspect anything else, choose the one you would investigate. Do not reverse-engineer the answer from the names; they are A, B, and C.</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interesting question is what the winning candidate did to earn the number. A metric tells you that something moved. It does not tell you whether you wanted the movement.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Donald T. Campbell (1979), [Assessing the impact of planned social change](https://doi.org/10.1016/0149-7189%2879%2990048-X), Evaluation and Program Planning 2(1), 67–90.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Demo: run it before you know the rule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23:00 to 28:00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 40% activation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 · 48% activation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 · 45% activation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Which candidate gets your attention? B has the largest activation number. Now open the rest of its record.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Support contacts rose to nine percent, against a five-percent ceiling. The copy invents urgency. Raise the support ceiling to ten and it still fails the urgency rule. A metric win cannot buy off a product principle.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 has forty-five percent activation, four percent support, and no fabricated urgency. It is eligible for human review. It is not shipped. These point estimates have no sample size or uncertainty behind them; our opening scope statement matters here.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rule you wish you had before the first vote. Compare it with the policy we saved before opening the scorecard. The gap is what this exercise was for.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Five minutes in the 40/30 routes, 3:30 in the 15. Begin with only this slide, never the answer-labelled kit. After the vote open the kit and map B to Pressure copy, C to Clearer first step. Follow economics-product/demo.md. Allow 45 seconds to write the rule.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Where guards go, including the two we forgot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28:00 to 31:00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Wider rollout · expensive runs · infrastructure changes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Customer messaging · customer data deletion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demo gave us a reason for the guard. Put it where the consequence changes, before the action happens.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Widening a cohort spends more customer exposure. An expensive run spends money. Creating infrastructure adds ongoing obligations; tearing it down may remove somebody's recovery path. Name the budget, the owner, and the evidence needed at each crossing.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add the two missing from the old list. Sending a message to a real customer. Deleting their records. Those are consequences for another person, even when the API call costs a fraction of a cent. A person approves them. The system must enforce that permission, not merely mention it in the prompt.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How many agents can one person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31:00 to 34:00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6 × (32 + 5) = 222 possible relationships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Ownership costs attention. Budget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Six agents, six owners. Somehow you own four of them and are on call for all six.</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Graicunas counted possible direct, cross, and group relationships. His maximum counting formula is n times two to the n minus one, plus n minus one. For six, that is six times thirty-seven: 222. This is combinatorics, not a staffing limit. It does not mean your six agents generate 222 meetings.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lesson for our design is to restrict the interfaces we actually require. Bainbridge adds the human problem: automation leaves monitoring and exceptional interventions while removing routine practice. Assign recovery drills and review time along with the agent. An owner field without capacity is a forwarding address for blame.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Do 6 × (32 + 5) aloud. Ask who owns more automated jobs than they could inspect in one afternoon. Take 20 seconds.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V. A. Graicunas, [Relationship in Organization](https://nickols.us/relationship.pdf), reprinted in Papers on the Science of Administration, 1937, maximum-basis table. Bainbridge (1983), [Ironies of automation](https://www.sciencedirect.com/science/article/pii/0005109883900468).</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Every experiment reports its hypothesis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34:00 to 37:00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If we do X, we expect Y to move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Report success, failure, and surprise where the team looks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Every beta, ad test, and feature flag gets a hypothesis. If we change this, we expect that to increase. State who it is for, what would make us stop, and when we will look.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Generate the measurement with the change. A scheduled report is fine. It needs the exposure count, the intended outcome, the unwanted outcomes, and the owner who will act. The report goes where the team already looks. A dashboard is optional. Remembering to check it is a bad dependency.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the handoff you named near the start. Write the artifact an agent would produce, who receives it, and the observation that would make them reject it. If that last field is blank, you have designed a suggestion machine.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Give 45 seconds to write. Walk through one answer for the remaining discussion time.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Microsoft ExP (2020), [Patterns of trustworthy experimentation: pre-experiment stage](https://www.microsoft.com/en-us/research/articles/patterns-of-trustworthy-experimentation-pre-experiment-stage/).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37:00 to 40:00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Reprice the handoffs. Draw the interfaces.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Automate the right things. Keep the taste.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org chart. Some of those boundaries exist because the work really is different. Some exist because the person with the spreadsheet sat in another department. We should know which before teaching agents to repeat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one boundary. What arrives, what leaves, who decides, and what did it cost last week? Make collection cheaper without erasing the disagreement that the handoff used to expose. Keep the product review where the evidence conflicts. Give the resulting decision a durable artifact so the next agent does not have to guess.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price ownership. Six agents do not become free because one person has their names in a config file. Reserve the person's attention and practise the exceptional work. Put permission before customer consequences.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org chart is a record of earlier tradeoffs. You are allowed to make new ones. Automate the right things. Keep the taste.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 Id="rIdImage1" Type="http://schemas.openxmlformats.org/officeDocument/2006/relationships/image" Target="../media/slide5-1.png"/><Relationship Id="rIdSvg1" Type="http://schemas.openxmlformats.org/officeDocument/2006/relationships/image" Target="../media/slide5-1.svg"/></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The Future of Product Engineering: Break the Mirror on Purpose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architecture you could read off the org</a:t>
            </a:r>
            <a:endParaRPr lang="en-US" sz="3900"/>
          </a:p>
          <a:p>
            <a:pPr marL="0" indent="0">
              <a:lnSpc>
                <a:spcPts val="4680"/>
              </a:lnSpc>
              <a:spcAft>
                <a:spcPts val="0"/>
              </a:spcAft>
              <a:buNone/>
            </a:pPr>
            <a:r>
              <a:rPr lang="en-US" sz="3900" b="1">
                <a:solidFill>
                  <a:srgbClr val="F5F1E9"/>
                </a:solidFill>
                <a:latin typeface="Arial"/>
                <a:ea typeface="Arial"/>
                <a:cs typeface="Arial"/>
              </a:rPr>
              <a:t xml:space="preserve">chart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Conway, 1968: communication structures constrain</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designs</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Which of those boundaries still earns its keep?</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02 / 15    SOURCE SLIDE 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Mirroring is measured. It is not destiny.</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142 studies reviewed</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Firm/industry descriptive studies: 70% strong, 22%</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partial, 8% no support</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03 / 15    SOURCE SLIDE 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Your org chart is a fossil of coordination cost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Coase, 1937: coordination has a cost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Reprice the handoff before copying it</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04 / 15    SOURCE SLIDE 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spectrum, and the two ways to lose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Committee at one end. Five people at the other.</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suffering arrives later than the speed does.</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05 / 15    SOURCE SLIDE 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Draw the wires between agents</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2bc51557ea5d1c3de12599f0c5d78f5149879a572b4fc67a7c2dd9b037252a0f" descr="Draw the wires between agent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06 / 15    SOURCE SLIDE 6</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Two directions of attention</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Research looks out. Feedback looks in.</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Keep the meeting where the evidence disagrees.</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07 / 15    SOURCE SLIDE 7</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Effort left the rubric. Argue with me.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My observation, not your sprint report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Who estimated a ticket last week?</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08 / 15    SOURCE SLIDE 8</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Gap analysis, past engineering</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Walk the build. Attach screenshots and reasons.</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candidate should be cheap to reject.</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09 / 15    SOURCE SLIDE 9</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Targeted beta enrollment, and the deluge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Keep the customers behind the cluster</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Invite an opt-in cohort. Keep the exit.</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10 / 15    SOURCE SLIDE 10</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Campbell's law arrives on schedule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Activation is the target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What behavior did we just pay for?</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11 / 15    SOURCE SLIDE 11</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Demo: run it before you know the rule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 40% activation</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 · 48% activation</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 · 45% activation</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12 / 15    SOURCE SLIDE 12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Where guards go, including the two we forgot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Wider rollout · expensive runs · infrastructure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changes</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Customer messaging · customer data deletion</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13 / 15    SOURCE SLIDE 13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How many agents can one person own?</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6 × (32 + 5) = 222 possible relationships</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Ownership costs attention. Budget it.</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14 / 15    SOURCE SLIDE 14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Every experiment reports its hypothesis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If we do X, we expect Y to move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Report success, failure, and surprise where the team</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looks</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14</a:t>
            </a:r>
            <a:endParaRPr lang="en-US" sz="975"/>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15 / 15    SOURCE SLIDE 15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Break the mirror on purpose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Reprice the handoffs. Draw the interfaces.</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Automate the right things. Keep the taste.</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15</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EFB45F"/>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15</Slides>
  <Notes>15</Notes>
</Properties>
</file>

<file path=docProps/core.xml><?xml version="1.0" encoding="utf-8"?>
<cp:coreProperties xmlns:cp="http://schemas.openxmlformats.org/package/2006/metadata/core-properties" xmlns:dc="http://purl.org/dc/elements/1.1/" xmlns:dcterms="http://purl.org/dc/terms/" xmlns:xsi="http://www.w3.org/2001/XMLSchema-instance">
  <dc:title>The Future of Product Engineering: Break the Mirror on Purpose</dc:title>
  <dc:creator>Dan Levy</dc:creator>
  <dc:description>screen edition generated from current reviewed talk materials</dc:description>
  <dcterms:created xsi:type="dcterms:W3CDTF">2026-09-07T01:22:58Z</dcterms:created>
</cp:coreProperties>
</file>