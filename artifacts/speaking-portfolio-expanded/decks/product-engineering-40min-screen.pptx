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Firm/industry descriptive studies: 70% strong, 22% partial, 8% no support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seventy percent strongly, twenty-two percent partially, eight percent not at all.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slide 14.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 A standing brief is useful; a dashboard nobody opens is just another place to store the mistake.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 Keep your hands up long enough to count. That is this room, not an industry survey. If half the room did it yesterday, then effort has left some rubrics and is alive in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Count the hands and say the count without inventing a denominator. Confirm the first-person observation with Dan before delivery; if it no longer holds, start with the audience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and warehouse queries can feed the same proposal queue. Marketing can draft an ad from an accepted idea. Those functions share provenance and owners; they do not all need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recipients. Acceptance enrolls the customer behind a flag. Narrow feedback tells us what to try next; it does not automatically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two to the n minus one, plus n minus one. For six, that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for our design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A scheduled report is fine. It needs the exposure count, the intended outcome, the unwanted outcomes, and the owner who will act. The report goes where the team already looks. A dashboard is optional. Remembering to check it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Mirroring is measured. It is not destiny.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142 studies reviewed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Firm/industry descriptive studies: 70% strong, 22%</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partial, 8% no support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Gap analysis, past engineering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Walk the build. Attach screenshots and reasons.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candidate should be cheap to reject.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How many agents can one person 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6 × (32 + 5) = 222 possible relationships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Ownership costs attention. Budget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Every experiment reports its hypothesis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If we do X, we expect Y to move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Report success, failure, and surprise where the team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looks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2026-09-06T09:11:13Z</dcterms:created>
</cp:coreProperties>
</file>