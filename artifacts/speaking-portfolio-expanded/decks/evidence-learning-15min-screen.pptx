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write down where pencil, whiteboard and peers live, and in the same document promise to teach the tool.</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04:00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ask for an attempt first, then ration help rung by rung, and write down which rung you gave.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AI time like talk time, write the objective on the board to the agent, and redesign one checkpoint; the worksheet is a handout.</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four-minute reconstruction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then write down what you</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saw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2026-09-07T01:22:59Z</dcterms:created>
</cp:coreProperties>
</file>