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04:00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 And one more student: a friend of mine turned out to be a talented sculptor who never touched the clay in class, because there was no car at home and you do not carry a brick of clay on the bus.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2026-09-07T01:43:59Z</dcterms:created>
</cp:coreProperties>
</file>