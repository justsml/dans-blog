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Horse out of the barn. Cat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Math class survived the Casio watch.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historical parallels have been beaten to death, so one and done: the calculator panic. Specifically the Casio calculator watch. Math class was dead. The kid sitting next to the Casio owner didn't even need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Confession: I may have used one or two on an assessment. But we're not here for that. What I did was wholesome. These kids are phoning it in. Not even trying. Infuriating, right?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submission that made you realize the grade and the understanding had come apart.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confession land before the pivot. The laugh is the title doing its job; do not explain the joke.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01:00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Proctoring fails. The pop quiz proves what you already knew.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Getting away with it is the reward.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can feel like you've lost. The proctoring tools fail readily. What still works is the cold call or the pop quiz, and all it proves is that the student can't hit the first rung of Bloom's taxonomy. Can't recall it. Can't spell it. That crushes you, and it cements the loop: the student learns they can cheat through, and the reward is getting away with it. Even when caught, there's no stigma for using something as common as a phone.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Pummeling them with gotcha quizzes proves what you already knew: Johnny ain't learning too good. Block the chatbot on the network and they share a VPN from a phone. Life finds a way.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write down where pencil, whiteboard and peers live, and in the same document promise to teach the tool.</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03:00 to 04:15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20% rise and a 20% fall cancel."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prose is clean. The denominator is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Here's the fixture for the rest of the talk. A shop raises a $100 price by 20%, then discounts the new price by 20%. The student writes: equal and opposite, so the final price is $100. Clean sentence. Confident. Wrong 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capability we're after is narrow enough for the room to inspect: explain why a percentage acts on a base, and how the base changes across a sequence. Now imagine the correct number with this faulty explanation hiding behind it. What would a final-answer assessment have caught?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the room what the final answer alone would have told you. One answer,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04:15 to 06:15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picture of these hundred problems and make the model do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1 that looks like a 7. A smudge that turns an 8 into a 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didn't check the results? Johnny, you're not gonna make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highest-leverage assignment I know lets students feel like they're cheating. Photograph the sheet, feed it to the model, submit. The trap is in the sheet: a stroke that reads as either digit, a smudge. The wrong answers come back and the lesson teaches itself. You were supposed to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one experience beats every ban, filter and lockdown. Hand the prompt out like a worksheet: "paste these instructions as your first message." Expect a recorded screen or an exported session. Older students get to experiment as the objective itself: the writing challenge, the rhyming challenge, whatever riddles the English teachers love. The constraint that keeps it honest is personalization. Narrate it from summer camp. Reference this week's unit. Meet a criterion the model can't know.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Thirty seconds: what would the smudge be in your subject? Take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ask for an attempt first, then ration help rung by rung, and write down which rung you gave.</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06:15 to 09:15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 $120 → $96. Why does the second base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$80 → +25% → −20%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scripted tutor turns — from the kit or read off the card — then go live. Reveal the wrong argument. Let the room find the base. Reveal $120 only after the diagnostic question. Ask for $96 and one sentence explaining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change the numbers: $80, up 25%, down 20%. It comes back to $80, because 1.25 times 0.8 is 1. That breaks the shortcut the room just formed, "opposite changes never cancel," and that's the point. A transfer item with the same invariant and different numbers is where you find out whether they learned the rule or memorized the example.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Runbook section 5 has the five scripted turns and the same table in print. If the room is quiet, present the prepared learner response; never pressure an individual into a public assessment. Two-minute compression: skip the kit, run only the $100 sequence, state the $80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09:15 to 10:45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Base identified 0–2 · Calculation justified 0–2 · Transfer explained 0–2 · Help in its own column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concept · what they said · what help they got · next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Never "weak at reasoning." Never "likely cheated."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the wrong base persists. One: the right number, no explanation. Two: the learner explains the current amount. Help goes in its own column so a human can read it, and asking a question costs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record is four lines. Concept: changing percentage base. Observed: used the original amount for the second change. Support: conceptual hint. Next check: a new item after practice. Keep what the learner said separate from what a model inferred. Follow-ups come from a blueprint, not chatbot curiosity: "does reversing the multipliers change the result?" probes structure; a harder question is not a fair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10:45 to 13:15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Recall errors and reading errors are different animals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the incentives reset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Voice is biometric. Offline. Zero retention. Age-appropriate. Written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Answering from memory and reading a model's output aloud produce different mistakes. The reader falls behind as the text wraps and jumps. They mispronounce a word they'd never have chosen. Spoken language carries enough tells to sort likely from unlikely.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care, and it's real. A student's voice identifies them and can be cloned. Fingerprinting voices is plausible technology; that's a reason for caution, not a feature. Newer offline models claim to detect frustration and distress in speech, and offline is what lets them meet zero-retention, no-sharing district rules on modest hardware. Any student-facing voice tool gets maximum privacy, a written alternative, age-appropriate use only, and a retention rule written before the first recording. A replay is context, never proof.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count AI time like talk time, write the objective on the board to the agent, and redesign one checkpoint; the worksheet is a handout. And one more student: a friend of mine turned out to be a talented sculptor who never touched the clay in class, because there was no car at home and you do not carry a brick of clay on the bus.</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13:15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Explain it. Challenge it. Change it. Apply it. Defend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 much power to hold casually. Prove the value constantly.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trying to prove who typed the sentence. Ask whether the student can explain it, challenge it, change it, apply it, and defend it. That means teaching changes: how we put agents in the room, how we model using them, how we design group work around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great deal of data and a great deal of power. Too much to hold casually. The value has to be proven, constantly, for educators and students, or the data should not exist. No ambling through conversations dispensing answers. A purpose-built machine. There are technical ways to build one; come find me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"come find me after."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Outsmart Your Lying, Cheating Students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cat is out of the bag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Horse out of the barn. Cat out of the bag.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Math class survived the Casio watch.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08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doom loop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Proctoring fails. The pop quiz proves what you</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already knew.</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Getting away with it is the reward.</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Students are the original adversarial actors.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08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polished answer with a hole in it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20% rise and a 20% fall cancel."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prose is clean. The denominator is wrong.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08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one: make verification feel like</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cheating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"Take a picture of these hundred problems and make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the model do them."</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1 that looks like a 7. A smudge that turns an 8</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into a 9.</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 didn't check the results? Johnny, you're not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gonna make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08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four minutes inside a five-minute slide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$100 → $120 → $96. Why does the second base change?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Now: $80 → +25% → −20%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08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Score the reasoning. Write it down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Base identified 0–2 · Calculation justified 0–2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Transfer explained 0–2 · Help in its own column</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Record: concept · what they said · what help they</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got · next check</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Never "weak at reasoning." Never "likely cheated."</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08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two: make them say it out loud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Recall errors and reading errors are different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animals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Small groups, speaking: the incentives reset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Voice is biometric. Offline. Zero retention.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Age-appropriate. Written alternative.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08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purpose-built machine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Explain it. Challenge it. Change it. Apply it.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Defend it.</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Too much power to hold casually. Prove the value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constantly.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8</Slides>
  <Notes>8</Notes>
</Properties>
</file>

<file path=docProps/core.xml><?xml version="1.0" encoding="utf-8"?>
<cp:coreProperties xmlns:cp="http://schemas.openxmlformats.org/package/2006/metadata/core-properties" xmlns:dc="http://purl.org/dc/elements/1.1/" xmlns:dcterms="http://purl.org/dc/terms/" xmlns:xsi="http://www.w3.org/2001/XMLSchema-instance">
  <dc:title>Outsmart Your Lying, Cheating Students</dc:title>
  <dc:creator>Dan Levy</dc:creator>
  <dc:description>screen edition generated from current reviewed talk materials</dc:description>
  <dcterms:created xsi:type="dcterms:W3CDTF">2026-09-07T02:16:43Z</dcterms:created>
</cp:coreProperties>
</file>