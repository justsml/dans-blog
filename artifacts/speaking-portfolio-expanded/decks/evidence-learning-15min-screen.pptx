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Horse out of the barn. Cat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Math class survived the Casio watch.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historical parallels have been beaten to death, so one and done: the calculator panic. Specifically the Casio calculator watch. Math class was dead. The kid sitting next to the Casio owner didn't even need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Confession: I may have used one or two on an assessment. But we're not here for that. What I did was wholesome. These kids are phoning it in. Not even trying. Infuriating, right?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calculator-clutching ancestors had to write a real trajectory into the curriculum. So do we. Everything today is authored fixtures, a rubric I'm proposing, and one exercise that shows evidence being collected. Here's the plan: what we stop doing, what we protect, what we teach, and three ways to actually outsmart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submission that made you realize the grade and the understanding had come apart.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confession land before the pivot. The laugh is the title doing its job; do not explain the joke.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Proctoring fails. The pop quiz proves what you already knew.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Getting away with it is the reward.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can feel like you've lost. The proctoring tools fail readily. What still works is the cold call or the pop quiz, and all it proves is that the student can't hit the first rung of Bloom's taxonomy. Can't recall it. Can't spell it. That crushes you, and it cements the loop: the student learns they can cheat through, and the reward is getting away with it. Even when caught, there's no stigma for using something as common as a phone.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Pummeling them with gotcha quizzes proves what you already knew: Johnny ain't learning too good. Block the chatbot on the network and they share a VPN from a phone. Life finds a way.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write down where pencil, whiteboard and peers live, and in the same document promise to teach the tool.</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03:00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20% rise and a 20% fall cancel."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prose is clean. The denominator is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Here's the fixture for the rest of the talk. A shop raises a $100 price by 20%, then discounts the new price by 20%. The student writes: equal and opposite, so the final price is $100. Clean sentence. Confident. Wrong 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capability we're after is narrow enough for the room to inspect: explain why a percentage acts on a base, and how the base changes across a sequence. Now imagine the correct number with this faulty explanation hiding behind it. What would a final-answer assessment have caught?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Koedinger and Aleven (2007), [Exploring the Assistance Dilemma in Experiments with Cognitive Tutors](https://doi.org/10.1007/s10648-007-9049-0), Educational Psychology Review 19(3), 239 to 264. Cited on slide 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the room what the final answer alone would have told you. One answer,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04:00 to 06:00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picture of these hundred problems and make the model do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1 that looks like a 7. A smudge that turns an 8 into a 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didn't check the results? Johnny, you're not gonna make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highest-leverage assignment I know lets students feel like they're cheating. Photograph the sheet, feed it to the model, submit. The trap is in the sheet: a stroke that reads as either digit, a smudge. The wrong answers come back and the lesson teaches itself. You were supposed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one experience beats every ban, filter and lockdown. Hand the prompt out like a worksheet: "paste these instructions as your first message." Expect a recorded screen or an exported session. Older students get to experiment as the objective itself: the writing challenge, the rhyming challenge, whatever riddles the English teachers love. The constraint that keeps it honest is personalization. Narrate it from summer camp. Reference this week's unit. Meet a criterion the model can't know.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Privacy rides along for free. If you share Lake Tahoe, maybe not the photo of your grandparents' place on the water that any model can geolocate. Nobody is teaching students how these systems actually work. This assignment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what would the smudge be in your subject? Take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ask for an attempt first, then ration help rung by rung, and write down which rung you gave.</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06:00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 $120 → $96. Why does the second base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$80 → +25% → −20%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two scripted learners from the runbook, then go live. Reveal the wrong argument. Let the room find the base. Reveal $120 only after the diagnostic question. Ask for $96 and one sentence explaining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change the numbers: $80, up 25%, down 20%. It comes back to $80, because 1.25 times 0.8 is 1. That breaks the shortcut the room just formed, "opposite changes never cancel," and that's the point. A transfer item with the same invariant and different numbers is where you find out whether they learned the rule or memorized the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5 for the scripted turns. Two-minute compression: skip the kit, run only the $100 sequence, state the $80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 Try the rubric on sample work before it touches a grade.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A [correction](https://doi.org/10.1073/pnas.2518204122) exists; check it before quoting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Recall errors and reading errors are different animals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the incentives reset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Voice is biometric. Offline. Zero retention. Age-appropriate. Written alternative.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Answering from memory and reading a model's output aloud produce different mistakes. The reader falls behind as the text wraps and jumps. They mispronounce a word they'd never have chosen. Spoken language carries enough tells to sort likely from unlikely, never to convict.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in class: that resets the table. It adds social pressure against cheating and hands you knobs on an incentive structure that today is a magical cheating genie. Not foolproof. A student can build an agent told to seem dumb at first and then learn. Fine. We're changing incentives, not buying certainty.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count AI time like talk time, write the objective on the board to the agent, and redesign one checkpoint; the worksheet is a handout.</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Explain it. Challenge it. Change it. Apply it. Defend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 much power to hold casually. Prove the value constantly.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trying to prove who typed the sentence. Ask whether the student can explain it, challenge it, change it, apply it, and defend it. That means teaching changes: how we put agents in the room, how we model using them, how we design group work around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kid next to the Casio owner didn't need a watch. The kid with no car never touched the clay. The same tool that lets Johnny phone it in is the one that can hand a sculptor the clay. Which one happens is a design decision, and it's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great deal of data and a great deal of power. Too much to hold casually. The value has to be proven, constantly, for educators and students, or the data should not exist. No ambling through conversations dispensing answers. A purpose-built machine. There are technical ways to build one; come find me after.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"come find me after."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Outsmart Your Lying, Cheating Students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cat is out of the bag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Horse out of the barn. Cat out of the bag.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Math class survived the Casio watch.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08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doom loop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Proctoring fails. The pop quiz proves what you</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already knew.</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Getting away with it is the reward.</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Students are the original adversarial actors.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08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polished answer with a hole in it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20% rise and a 20% fall cancel."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prose is clean. The denominator is wrong.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08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one: make verification feel like</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cheating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"Take a picture of these hundred problems and make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model do them."</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1 that looks like a 7. A smudge that turns an 8</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into a 9.</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didn't check the results? Johnny, you're not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gonna make it."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08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four-minute reconstruction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$100 → $120 → $96. Why does the second base change?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Now: $80 → +25% → −20%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08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Score the reasoning, then write down what you</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saw</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Base identified 0–2 · Calculation justified 0–2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Transfer explained 0–2 · Help in its own column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Record: concept · what they said · what help they</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got · next check</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Never "weak at reasoning." Never "likely cheated."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08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two: make them say it out loud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Recall errors and reading errors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animals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groups, speaking: the incentives reset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Voice is biometric. Offline. Zero retention.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Age-appropriate. Written alternative.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08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purpose-built machine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Explain it. Challenge it. Change it. Apply it.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Defend it.</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Too much power to hold casually. Prove the value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constantly.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8</Slides>
  <Notes>8</Notes>
</Properties>
</file>

<file path=docProps/core.xml><?xml version="1.0" encoding="utf-8"?>
<cp:coreProperties xmlns:cp="http://schemas.openxmlformats.org/package/2006/metadata/core-properties" xmlns:dc="http://purl.org/dc/elements/1.1/" xmlns:dcterms="http://purl.org/dc/terms/" xmlns:xsi="http://www.w3.org/2001/XMLSchema-instance">
  <dc:title>Outsmart Your Lying, Cheating Students</dc:title>
  <dc:creator>Dan Levy</dc:creator>
  <dc:description>screen edition generated from current reviewed talk materials</dc:description>
  <dcterms:created xsi:type="dcterms:W3CDTF">2026-09-06T09:11:14Z</dcterms:created>
</cp:coreProperties>
</file>