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baseline is diff the schema and page a human; the agent has to beat that on time to recover without adding false repairs.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All customer data</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Tools that email, refund, delete, deploy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thing we are all building toward is an assistant with access to every customer's data and a toolbox that can send email, issue refunds, delete records and ship code. Most of the damage it will ever do will be an accident: a confident mapping, a helpful cleanup, a tool called with the wrong ID.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there are the people who mean it. That renamed field could carry a sentence aimed at the model.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for the next few years is not whether to give the assistant access. It is which strategies let us give it access and manage the risk. My answer, and what I have been building, is: never build the one assistant that has everything. Conjure a small one for each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a tool call you were glad had a dry-run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repair ships as a versioned artifact with a rollback, and it has to pass fixtures it did not write.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08:30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orchestrator can ask for its own scale inside a per-customer budget; that is a companion talk.</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14:00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We never built it. We built a factory for small ones, each with a tailored prompt, a short tool list, a hard budget, and a log of every time it asked for more. That is the strategy I believe in for the next few years: not one agent you have to trust, but many you can afford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imagine the assistant that has everything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f205bb45584f3452c187099cc77d62202d1ca938a5d7dfba32f6435461e10a23" descr="One agent holding every customer record and every dangerous tool is a breach waiting for a typo."/>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All customer data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Tools that email, refund,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thing we are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building toward is an assistant with access to every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customer's data and a toolbox that can send email,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issue refunds, delete records and ship code. Most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damage it will ever do will be an accident: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confident mapping, a helpful cleanup, a tool called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wrong ID.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Then there are the people who mean it. That renamed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field could carry a sentence aimed at the model.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 payload is untrusted input that now gets read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by something that can 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question for the next few years is not whether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 give the assistant access. It is which strategies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let us give it access and manage the risk. My answer,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I have been building, is: never build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assistant that has everything. Conjure a small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for each job, with exactly enough.</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 have this working as a prototype on my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integrations. I am not going to give you a success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rate today, because I do not have one I trust yet.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 tell you the log of denied tool requests taught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me more about my own permissions than any audit.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customer data and post to a vendor never share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and Saltzer and Schroeder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wrote it down in 1975: every program runs with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set of privileges the job needs. We have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been nodding at that for fifty years and shipping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service accounts that can do anything. A per-job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is the first thing I have built where complying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genuinely easier than not.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Second, watch the boundary between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agent that can read customer data and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that can post to a vendor are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with a filter between them.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data leaks: not through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evil, but through a tool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flowing into the next tool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sensitive processing, the planner gets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 opaque job reference. A 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dispatcher grants a local worker scoped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the worker touches the data;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allowlisted status comes back.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download URL is a bearer credential.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Handing it to a model while asking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not to use it is not isolation,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hope.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builds reports, runs shell commands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scripted API actions.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this job: the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and unresolved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it observational memory across jobs: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it generated, what actually ran,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and what the checks established.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ask it to consult that history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hands you 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reports the wrong population.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preflight check rejects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dispatch. Record the draft,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check, the correction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eventual result. Next time, retrieve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while the agent is still drafting.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omission before returning the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run the check again. That is adaptive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you can build with one agent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log.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instruction is simple: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work, retrieve relevant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correct applicable mistakes; after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execution, record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outcome and update the pattern counts.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cannot check something safely, say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unverified. Remembered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and grants no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The copyable prompt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record format are in the handout.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patterns repeat, turn the reliable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tested templates and adapters.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runtime agent learns which evidence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consult; the offline improvement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evaluates changes to the reusable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procedure. Once the known case is 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code, it need not spend another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rediscovering the rule.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 to the field that changed overnight.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did not predict its spelling. We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define what had to stay true,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needed, which tools this one job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have, and how far the app could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We never built it. We built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factory for small ones, each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tailored prompt, a short tool list, a hard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budget, and a log of every time it asked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more. That is the strategy I believe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next few years: not one agent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to trust, but many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2026-09-06T09:11:13Z</dcterms:created>
</cp:coreProperties>
</file>