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Give each job exactly enough agent. Prove every repair. Let the app ask for its own scale.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Rewritten 2026-09-06 from Dan's notes. 40 minutes, 15 slides, four audience moments, no Q&amp;A. Add five minutes for a 45-minute booking. The design is Dan's; the incidents are composites of real integrations with the names filed off. Say that once, on slide 1, and never apologize for it again.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[Presenter scripts](../packets/adaptive-systems/script-40min.md) · [Contracts](../packets/adaptive-systems/contracts.md) · [Memory pattern and prompt](../packets/adaptive-systems/memory-pattern.md) · [Walkthrough](../packets/adaptive-systems/demo.md) · [Evidence](../packets/adaptive-systems/evidence-bank.md)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Regenerate scripts, adaptations and the browser deck with `bun artifacts/speaking-portfolio-expanded/build-talk.ts adaptive-systems`.</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01:00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Yesterday: zip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Today: postal_code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ingest stops. The status page is green.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API still returns 200. Authentication works. The vendor's status page is green. Your ingest is broken because somebody renamed a field. If you work around B2B integrations, this is a very boring way to have a very expensive morning.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promise of this talk. An application can notice that, investigate it, propose a fix, prove the fix, and keep the other ninety-eight percent of records flowing, all before you wake up. And it can do that without ever holding a permission you would be scared to give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design is mine. The incidents are composites; I have had this exact morning more than once. We will follow one address ingest job through a rename, a change in meaning, and a provider that stops answering.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vendor rename you actually lived through. Name the field, the hour you noticed, and what it cost.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Hands up for a 200 response that carried a breaking change. Take one story, thirty seconds, and return to the ingest job.</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the baseline is diff the schema and page a human; the agent has to beat that on time to recover without adding false repairs.</a:t>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01:00 to 02:30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Browsers, CLIs, every SaaS: an agent layer you opt out of with --no-agent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Ten tools is forty-five pairs. One more integration is not one more path.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Accidents first. Then people who mean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Zoom out from the ingest job. The assistant with every customer's data and a toolbox that can send email, issue refunds, delete records and ship code is not a design we get to decline. It is arriving one integration at a time, and not only in our products. Browsers now ship a chat that drives the page. WebMCP lets an agent act on whatever site you have open. The next generation of CLIs will take natural language by default, and you will pass `--no-agent` to get the old behavior back. The intermediary intelligence layer is going to wrap everything, and I know who to blame: the kids. Actually, the kids hate AI. It will be their kids who demand an agent safety blanket on everything. I will be in a rocking chair explaining that the internet was better on vinyl.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here is the hazard, and it applies to the small systems too. Risk does not grow with the number of tools. It grows with the number of pathways between them, and every integration multiplies those. Ten tools is forty-five pairs before you count chains. Plug in one SaaS with a dozen endpoints and you did not add twelve capabilities; you added hundreds of routes from something the agent can read to something it can do. Nobody reviews those combinations. Not your security team, not the model, not you at three in the morning. The dangerous pairing is never on the roadmap. It gets discovered.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the question is not whether to give the assistant access. It is how to keep the number of live pathways small enough to reason about, one job at a time. That is what the rest of this talk builds. The big assistant still exists. It just never has all of its hands full at once: it conjures a small agent per job, with exactly enough.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own near miss with an over-permissioned agent, or the tool pairing you only noticed after it fired.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10 → 45 on the board. Ask who could list every read-to-write pathway in the agent they run today. Pause on the third line; let the room feel that the accident case is the common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01:00 to 02:30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Browsers, CLIs, every SaaS: an agent layer you opt out of with --no-agent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Ten tools is forty-five pairs. One more integration is not one more path.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Accidents first. Then people who mean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Zoom out from the ingest job. The assistant with every customer's data and a toolbox that can send email, issue refunds, delete records and ship code is not a design we get to decline. It is arriving one integration at a time, and not only in our products. Browsers now ship a chat that drives the page. WebMCP lets an agent act on whatever site you have open. The next generation of CLIs will take natural language by default, and you will pass `--no-agent` to get the old behavior back. The intermediary intelligence layer is going to wrap everything, and I know who to blame: the kids. Actually, the kids hate AI. It will be their kids who demand an agent safety blanket on everything. I will be in a rocking chair explaining that the internet was better on vinyl.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here is the hazard, and it applies to the small systems too. Risk does not grow with the number of tools. It grows with the number of pathways between them, and every integration multiplies those. Ten tools is forty-five pairs before you count chains. Plug in one SaaS with a dozen endpoints and you did not add twelve capabilities; you added hundreds of routes from something the agent can read to something it can do. Nobody reviews those combinations. Not your security team, not the model, not you at three in the morning. The dangerous pairing is never on the roadmap. It gets discovered.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the question is not whether to give the assistant access. It is how to keep the number of live pathways small enough to reason about, one job at a time. That is what the rest of this talk builds. The big assistant still exists. It just never has all of its hands full at once: it conjures a small agent per job, with exactly enough.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own near miss with an over-permissioned agent, or the tool pairing you only noticed after it fired.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10 → 45 on the board. Ask who could list every read-to-write pathway in the agent they run today. Pause on the third line; let the room feel that the accident case is the common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4. 02:30 to 05:30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Tailored prompt, minimum tools, hard budget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Tool search on request, policy decides, request logged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Orchestrator loops: done, more help, or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shape. An orchestrator reads the failure and writes a job: goal, evidence it may read, actions it may take, deadline, spend, and the conditions that end it. Then it generates an agent for that job with a tailored prompt and only the tools it expects to need. A schema-diff agent gets read access to two samples and a contract. It does not get the database.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If the agent needs something else, it asks. Dynamic tool search lets it discover a tool; policy decides whether this job may have it; the request and the answer are logged whether or not it was granted. That log is the most interesting file in the system.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 have this working as a prototype on my own integrations. I am not going to give you a success rate today, because I do not have one I trust yet. I can tell you the log of denied tool requests taught me more about my own permissions than any audit.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the prototype's first denied tool request was, and what it revealed.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Draw the three boxes: orchestrator, generated agent, tool catalog with policy gate. Show one request crossing the gate and being refused.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05:30 to 07:00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High-risk classes: write, send, pay, delete, deploy, export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Read customer data and post to a vendor never share one agent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signed URL is a credential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guards do most of the work. First, tools come in risk classes. Read is cheap to grant. Write, send, pay, delete, deploy and export each need their own approval path, and a generated agent gets at most one of them per job. Do not smuggle a destructive migration through a tool called repair mapping.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least privilege, and Saltzer and Schroeder wrote it down in 1975: every program runs with the least set of privileges the job needs. We have all been nodding at that for fifty years and shipping service accounts that can do anything. A per-job agent is the first thing I have built where complying is genuinely easier than not.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Second, watch the boundary between systems. An agent that can read customer data and an agent that can post to a vendor are two agents, with a filter between them. That is where data leaks: not through the model being evil, but through a tool result flowing into the next tool call.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For sensitive processing, the planner gets an opaque job reference. A trusted dispatcher grants a local worker scoped access; the worker touches the data; only an allowlisted status comes back. A signed download URL is a bearer credential. Handing it to a model while asking the model not to use it is not isolation, it is hope.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Saltzer and Schroeder (1975), [The Protection of Information in Computer Systems](https://doi.org/10.1109/PROC.1975.9939), Proceedings of the IEEE 63(9), 1278 to 1308. Least privilege is their principle (f).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client setup with local models for sensitive data and a frontier orchestrator. Say which parts were real and which are the stronger design you would build now.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Point at the filter between worker and planner. Ask what else crosses it: prompts, traces, error bodies, notification previews.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05:30 to 07:00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High-risk classes: write, send, pay, delete, deploy, export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Read customer data and post to a vendor never share one agent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signed URL is a credential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guards do most of the work. First, tools come in risk classes. Read is cheap to grant. Write, send, pay, delete, deploy and export each need their own approval path, and a generated agent gets at most one of them per job. Do not smuggle a destructive migration through a tool called repair mapping.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least privilege, and Saltzer and Schroeder wrote it down in 1975: every program runs with the least set of privileges the job needs. We have all been nodding at that for fifty years and shipping service accounts that can do anything. A per-job agent is the first thing I have built where complying is genuinely easier than not.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Second, watch the boundary between systems. An agent that can read customer data and an agent that can post to a vendor are two agents, with a filter between them. That is where data leaks: not through the model being evil, but through a tool result flowing into the next tool call.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For sensitive processing, the planner gets an opaque job reference. A trusted dispatcher grants a local worker scoped access; the worker touches the data; only an allowlisted status comes back. A signed download URL is a bearer credential. Handing it to a model while asking the model not to use it is not isolation, it is hope.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Saltzer and Schroeder (1975), [The Protection of Information in Computer Systems](https://doi.org/10.1109/PROC.1975.9939), Proceedings of the IEEE 63(9), 1278 to 1308. Least privilege is their principle (f).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client setup with local models for sensitive data and a frontier orchestrator. Say which parts were real and which are the stronger design you would build now.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Point at the filter between worker and planner. Ask what else crosses it: prompts, traces, error bodies, notification previews.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6. 07:00 to 08:30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zip → postal_code: investigate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status: true → pending: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ingest. A name resemblance is a hypothesis, not evidence. A postal code is not always a US ZIP. Keep the leading zero, keep the country, and remember ZIP+4 has a four-digit extension that somebody, somewhere, is joining 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Boolean status becoming an enum is harder. Does true mean active, eligible, verified, or anything except cancelled? Pending cannot become true just because both are truthy in JavaScript.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the generated agent may propose a reversible mapping when evidence supports equivalence, and it must quarantine the rest. An unexplained business-state change goes to an owner with samples and a question. Automatic recovery is useful precisely because it has somewhere honest to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Show {zip:"02108"} and {postal_code:"02108"}, then {status:"pending"}. Ask what evidence is missing in each. Two answers, then move.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a repair ships as a versioned artifact with a rollback, and it has to pass fixtures it did not write.</a:t>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10. 08:30 to 11:30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Rename → validated mapping, canary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Unknown status → quarantine, owner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Lost response → reconcile, hold the reservation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the design. The rename has contract evidence. The conjured diff agent proposes copy-string; now reveal the fixtures one at a time and let the room reject the one that must not be repaired. Passing both, policy permits a canary of that mapping version and the job continues for matching records.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status change has no semantic evidence. The job isolates affected records, reports what is incomplete, and hands an owner the samples and the exact question.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provider timeout has an uncertain outcome. The controller queries the saved job ID instead of submitting again, and where it cannot, it holds the unresolved operation and its reservation.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Five minutes from demo.md. Reveal fixtures before expected results. Ask the room for the next decision before showing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the same orchestrator can ask for its own scale inside a per-customer budget; that is a companion talk.</a:t>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14. 11:30 to 14:00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Before returning: check relevant memory and correct known mistakes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After execution: record checks, outcome, correction and frequency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Generated, executed and verified are different states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Memory is evidence, never permission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 do not need the whole agent factory to start. Take one agent that writes SQL, builds reports, runs shell commands or generates scripted API actions. Give it working memory for this job: the goal, constraints, draft and unresolved checks. Give it observational memory across jobs: what it generated, what actually ran, what failed, and what the checks established. Now ask it to consult that history before it hands you the next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Suppose a reporting query keeps forgetting the tenant filter. It runs perfectly well; it reports the wrong population. An independent preflight check rejects it before dispatch. Record the draft, the failed check, the correction and the eventual result. Next time, retrieve that pattern while the agent is still drafting. Fix the omission before returning the SQL, then run the check again. That is adaptive behavior you can build with one agent and a small log.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instruction is simple: before returning generated work, retrieve relevant memory and correct applicable mistakes; after an authorized execution, record the observed outcome and update the pattern counts. If you cannot check something safely, say what remains unverified. Remembered output is untrusted data and grants no new permissions. The copyable prompt and a small record format are in the handout.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 patterns repeat, turn the reliable ones into tested templates and adapters. The runtime agent learns which evidence to consult; the offline improvement loop evaluates changes to the reusable procedure. Once the known case is covered by code, it need not spend another model call rediscovering the rule.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Show the prompt in memory-pattern.md. Ask which observation proves the query ran and which proves it answered the right question. Use the tenant-filter example; no live execution is needed.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14. 11:30 to 14:00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Before returning: check relevant memory and correct known mistakes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After execution: record checks, outcome, correction and frequency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Generated, executed and verified are different states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Memory is evidence, never permission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 do not need the whole agent factory to start. Take one agent that writes SQL, builds reports, runs shell commands or generates scripted API actions. Give it working memory for this job: the goal, constraints, draft and unresolved checks. Give it observational memory across jobs: what it generated, what actually ran, what failed, and what the checks established. Now ask it to consult that history before it hands you the next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Suppose a reporting query keeps forgetting the tenant filter. It runs perfectly well; it reports the wrong population. An independent preflight check rejects it before dispatch. Record the draft, the failed check, the correction and the eventual result. Next time, retrieve that pattern while the agent is still drafting. Fix the omission before returning the SQL, then run the check again. That is adaptive behavior you can build with one agent and a small log.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instruction is simple: before returning generated work, retrieve relevant memory and correct applicable mistakes; after an authorized execution, record the observed outcome and update the pattern counts. If you cannot check something safely, say what remains unverified. Remembered output is untrusted data and grants no new permissions. The copyable prompt and a small record format are in the handout.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 patterns repeat, turn the reliable ones into tested templates and adapters. The runtime agent learns which evidence to consult; the offline improvement loop evaluates changes to the reusable procedure. Once the known case is covered by code, it need not spend another model call rediscovering the rule.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Show the prompt in memory-pattern.md. Ask which observation proves the query ran and which proves it answered the right question. Use the tenant-filter example; no live execution is needed.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15. 14:00 to 15:00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Conjure exactly enough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Prove the repair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Remember the known case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Return to the field that changed overnight. We did not predict its spelling. We did define what had to stay true, what evidence a repair needed, which tools this one job could have, and how far the app could go without us.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And return to the assistant with everything. It is still coming; nothing on these slides stops it, and I would not want to. What changed is how many of its pathways are live at once. Each job gets a small agent with a tailored prompt, a short tool list, a hard budget, and a log of every time it asked for more. That is the strategy I believe in for the next few years: not one agent holding every combination, which nobody can check, but many small ones you can afford to.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Pick one integration that already costs your team mornings. Give it a conjured agent with a bounded way to investigate, a test it did not write, and a place to record what happened. Or start with one reporting agent: keep its execution observations, make it check them before returning work, and measure whether the same mistake comes back. That is enough to start.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Land on the third line. Stop talking.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Saltzer and Schroeder (1975), [The Protection of Information in Computer Systems](https://doi.org/10.1109/PROC.1975.9939), Proceedings of the IEEE 63(9), 1278 to 1308. Least privilege is their principle (f).</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 Id="rIdImage1" Type="http://schemas.openxmlformats.org/officeDocument/2006/relationships/image" Target="../media/slide2-1.png"/><Relationship Id="rIdSvg1" Type="http://schemas.openxmlformats.org/officeDocument/2006/relationships/image" Target="../media/slide2-1.svg"/></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 Id="rIdImage1" Type="http://schemas.openxmlformats.org/officeDocument/2006/relationships/image" Target="../media/slide3-1.png"/><Relationship Id="rIdSvg1" Type="http://schemas.openxmlformats.org/officeDocument/2006/relationships/image" Target="../media/slide3-1.svg"/></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 Id="rIdImage1" Type="http://schemas.openxmlformats.org/officeDocument/2006/relationships/image" Target="../media/slide5-1.png"/><Relationship Id="rIdSvg1" Type="http://schemas.openxmlformats.org/officeDocument/2006/relationships/image" Target="../media/slide5-1.svg"/></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 Id="rIdImage1" Type="http://schemas.openxmlformats.org/officeDocument/2006/relationships/image" Target="../media/slide6-1.png"/><Relationship Id="rIdSvg1" Type="http://schemas.openxmlformats.org/officeDocument/2006/relationships/image" Target="../media/slide6-1.svg"/></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 Id="rIdImage1" Type="http://schemas.openxmlformats.org/officeDocument/2006/relationships/image" Target="../media/slide8-1.png"/><Relationship Id="rIdSvg1" Type="http://schemas.openxmlformats.org/officeDocument/2006/relationships/image" Target="../media/slide8-1.svg"/></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 Id="rIdImage1" Type="http://schemas.openxmlformats.org/officeDocument/2006/relationships/image" Target="../media/slide9-1.png"/><Relationship Id="rIdSvg1" Type="http://schemas.openxmlformats.org/officeDocument/2006/relationships/image" Target="../media/slide9-1.svg"/></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Adaptive, agentic apps</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15-minute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8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08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vendor renamed a field</a:t>
            </a:r>
            <a:endParaRPr lang="en-US" sz="2550"/>
          </a:p>
        </p:txBody>
      </p:sp>
      <p:sp>
        <p:nvSpPr>
          <p:cNvPr id="4" name="Image background"/>
          <p:cNvSpPr/>
          <p:nvPr/>
        </p:nvSpPr>
        <p:spPr>
          <a:xfrm>
            <a:off x="1554480" y="1781175"/>
            <a:ext cx="6949440" cy="2714625"/>
          </a:xfrm>
          <a:prstGeom prst="rect">
            <a:avLst/>
          </a:prstGeom>
          <a:solidFill>
            <a:srgbClr val="122323"/>
          </a:solidFill>
          <a:ln>
            <a:noFill/>
          </a:ln>
        </p:spPr>
      </p:sp>
      <p:pic>
        <p:nvPicPr>
          <p:cNvPr id="5" name="e213641347c0f0d86f4d985b64e0e6c7512779956fa14ed978d3f3b7b34adca0" descr="HTTP success does not establish that the payload still matches your contract."/>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Yesterday: zip</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Today: postal_code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Your ingest stops. The status page is green.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API still returns 200. Authentication works.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vendor's status page is green. Your ingest is broken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because somebody renamed a field. If you work around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B2B integrations, this is a very boring way to have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very expensive morning.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Here is the promise of this talk. An application can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notice that, investigate it, propose a fix, prove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fix, and keep the other ninety-eight percent of</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records flowing, all before you wake up. And it can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do that without ever holding a permission you would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be scared to give it.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design is mine. The incidents are composites; I</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have had this exact morning more than once. We will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follow one address ingest job through a rename,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change in meaning, and a provider that stops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answering.</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08    SOURCE SLIDE 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assistant with everything is coming, one</a:t>
            </a:r>
            <a:endParaRPr lang="en-US" sz="2550"/>
          </a:p>
          <a:p>
            <a:pPr marL="0" indent="0">
              <a:lnSpc>
                <a:spcPts val="3060"/>
              </a:lnSpc>
              <a:spcAft>
                <a:spcPts val="0"/>
              </a:spcAft>
              <a:buNone/>
            </a:pPr>
            <a:r>
              <a:rPr lang="en-US" sz="2550" b="1">
                <a:solidFill>
                  <a:srgbClr val="202B33"/>
                </a:solidFill>
                <a:latin typeface="Arial"/>
                <a:ea typeface="Arial"/>
                <a:cs typeface="Arial"/>
              </a:rPr>
              <a:t xml:space="preserve">integration at a time</a:t>
            </a:r>
            <a:endParaRPr lang="en-US" sz="2550"/>
          </a:p>
        </p:txBody>
      </p:sp>
      <p:sp>
        <p:nvSpPr>
          <p:cNvPr id="4" name="Image background"/>
          <p:cNvSpPr/>
          <p:nvPr/>
        </p:nvSpPr>
        <p:spPr>
          <a:xfrm>
            <a:off x="1554480" y="1781175"/>
            <a:ext cx="6949440" cy="2714625"/>
          </a:xfrm>
          <a:prstGeom prst="rect">
            <a:avLst/>
          </a:prstGeom>
          <a:solidFill>
            <a:srgbClr val="122323"/>
          </a:solidFill>
          <a:ln>
            <a:noFill/>
          </a:ln>
        </p:spPr>
      </p:sp>
      <p:pic>
        <p:nvPicPr>
          <p:cNvPr id="5" name="c6f0fbb68e5ce78026448103d918b67135212db9e9f49deb90f1f192122fe3b4" descr="Every integration multiplies the pathways from something the agent can read to something it can do; nobody reviews the combination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Browsers, CLIs, every SaaS: an agent layer you opt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out of with --no-agent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Ten tools is forty-five pairs. One more integration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is not one more path.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Accidents first. Then people who mean it.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Zoom out from the ingest job. The assistant with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every customer's data and a toolbox that can send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email, issue refunds, delete records and ship code 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not a design we get to decline. It is arriving one</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integration at a time, and not only in our products.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Browsers now ship a chat that drives the page. WebMCP</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lets an agent act on whatever site you have open.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next generation of CLIs will take natural language by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default, and you will pass --no-agent to get the old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behavior back. The intermediary intelligence layer 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going to wrap everything, and I know who to blame: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kids. Actually, the kids hate AI. It will be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their kids who demand an agent safety blanket 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everything. I will be in a rocking chair explaining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that the internet was better on vinyl.</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08    SOURCE SLIDE 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assistant with everything is coming, one</a:t>
            </a:r>
            <a:endParaRPr lang="en-US" sz="2550"/>
          </a:p>
          <a:p>
            <a:pPr marL="0" indent="0">
              <a:lnSpc>
                <a:spcPts val="3060"/>
              </a:lnSpc>
              <a:spcAft>
                <a:spcPts val="0"/>
              </a:spcAft>
              <a:buNone/>
            </a:pPr>
            <a:r>
              <a:rPr lang="en-US" sz="2550" b="1">
                <a:solidFill>
                  <a:srgbClr val="202B33"/>
                </a:solidFill>
                <a:latin typeface="Arial"/>
                <a:ea typeface="Arial"/>
                <a:cs typeface="Arial"/>
              </a:rPr>
              <a:t xml:space="preserve">integration at a time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So here is the hazard, and it applies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small systems too. Risk does not grow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 the number of tools. It grows with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number of pathways between them, and every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integration multiplies those. Ten tools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forty-five pairs before you count chains.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Plug in one SaaS with a dozen endpoints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did not add twelve capabilities;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added hundreds of routes from something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agent can read to something it can do.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Nobody reviews those combinations. Not your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security team, not the model, not you at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three in the morning. The dangerous pairing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never on the roadmap. It gets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discovered.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 the question is not whether to give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assistant access. It is how to keep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number of live pathways small enough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reason about, one job at a time. That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the rest of this talk builds. The big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assistant still exists. It just never has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all of its hands full at once: it conjures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small agent per job, with exactly enough.</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08    SOURCE SLIDE 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Conjure the agent the job needs</a:t>
            </a:r>
            <a:endParaRPr lang="en-US" sz="2550"/>
          </a:p>
        </p:txBody>
      </p:sp>
      <p:sp>
        <p:nvSpPr>
          <p:cNvPr id="4" name="Image background"/>
          <p:cNvSpPr/>
          <p:nvPr/>
        </p:nvSpPr>
        <p:spPr>
          <a:xfrm>
            <a:off x="1554480" y="1781175"/>
            <a:ext cx="6949440" cy="2714625"/>
          </a:xfrm>
          <a:prstGeom prst="rect">
            <a:avLst/>
          </a:prstGeom>
          <a:solidFill>
            <a:srgbClr val="122323"/>
          </a:solidFill>
          <a:ln>
            <a:noFill/>
          </a:ln>
        </p:spPr>
      </p:sp>
      <p:pic>
        <p:nvPicPr>
          <p:cNvPr id="5" name="49192e4dea5444b92308c41ff8684a327f20855daa9a1cd61a760fa369e7fb39" descr="The orchestrator writes a tailored prompt, selects the minimum tools from a catalog, and loops until the job is done or must stop."/>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Tailored prompt, minimum tools, hard budget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Tool search on request, policy decides, request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logged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Orchestrator loops: done, more help, or stop</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Here is the shape. An orchestrator reads the failure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and writes a job: goal, evidence it may read, actions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it may take, deadline, spend, and the conditions that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end it. Then it generates an agent for that job with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tailored prompt and only the tools it expects to</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need. A schema-diff agent gets read access to two</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samples and a contract. It does not get the database.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If the agent needs something else, it asks. Dynamic</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tool search lets it discover a tool; policy decides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whether this job may have it; the request and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answer are logged whether or not it was granted. That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log is the most interesting file in the system.</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I have this working as a prototype on my own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integrations. I am not going to give you a success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rate today, because I do not have one I trust yet. I</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can tell you the log of denied tool requests taught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me more about my own permissions than any audit.</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08    SOURCE SLIDE 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Guard the tools that can hurt</a:t>
            </a:r>
            <a:endParaRPr lang="en-US" sz="2550"/>
          </a:p>
        </p:txBody>
      </p:sp>
      <p:sp>
        <p:nvSpPr>
          <p:cNvPr id="4" name="Image background"/>
          <p:cNvSpPr/>
          <p:nvPr/>
        </p:nvSpPr>
        <p:spPr>
          <a:xfrm>
            <a:off x="1554480" y="1781175"/>
            <a:ext cx="6949440" cy="2714625"/>
          </a:xfrm>
          <a:prstGeom prst="rect">
            <a:avLst/>
          </a:prstGeom>
          <a:solidFill>
            <a:srgbClr val="122323"/>
          </a:solidFill>
          <a:ln>
            <a:noFill/>
          </a:ln>
        </p:spPr>
      </p:sp>
      <p:pic>
        <p:nvPicPr>
          <p:cNvPr id="5" name="85c7c5e5c6397daf9bbbe87ad34332d968ebbb3adc9c16b8b4f1195b93398de8" descr="Proposed boundary: the dispatcher grants worker access; only allowlisted status returns to the planner."/>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High-risk classes: write, send, pay, delete, deploy,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export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Read customer data and post to a vendor never share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one agent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signed URL is a credential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Two guards do most of the work. First, tools come in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risk classes. Read is cheap to grant. Write, send,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pay, delete, deploy and export each need their own</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approval path, and a generated agent gets at most one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of them per job. Do not smuggle a destructive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migration through a tool called repair mapping.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This is least privilege, and Saltzer and Schroeder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wrote it down in 1975: every program runs with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least set of privileges the job needs. We have all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been nodding at that for fifty years and shipping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service accounts that can do anything. A per-job</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agent is the first thing I have built where complying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is genuinely easier than not.</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08    SOURCE SLIDE 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Guard the tools that can hurt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Second, watch the boundary between systems.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agent that can read customer data and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agent that can post to a vendor are two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agents, with a filter between them. That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where data leaks: not through the model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being evil, but through a tool result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flowing into the next tool call.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 sensitive processing, the planner gets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an opaque job reference. A trusted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dispatcher grants a local worker scoped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access; the worker touches the data; only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allowlisted status comes back. A signed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download URL is a bearer credential.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Handing it to a model while asking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 not to use it is not isolation, it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hope.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08    SOURCE SLIDE 6</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Repair syntax; prove meaning</a:t>
            </a:r>
            <a:endParaRPr lang="en-US" sz="2550"/>
          </a:p>
        </p:txBody>
      </p:sp>
      <p:sp>
        <p:nvSpPr>
          <p:cNvPr id="4" name="Image background"/>
          <p:cNvSpPr/>
          <p:nvPr/>
        </p:nvSpPr>
        <p:spPr>
          <a:xfrm>
            <a:off x="1554480" y="1781175"/>
            <a:ext cx="6949440" cy="2714625"/>
          </a:xfrm>
          <a:prstGeom prst="rect">
            <a:avLst/>
          </a:prstGeom>
          <a:solidFill>
            <a:srgbClr val="122323"/>
          </a:solidFill>
          <a:ln>
            <a:noFill/>
          </a:ln>
        </p:spPr>
      </p:sp>
      <p:pic>
        <p:nvPicPr>
          <p:cNvPr id="5" name="761b061f86238b43b59089f47fb3a955ed6b83f7f51e1073ce392879feb924da" descr="A documented rename can preserve meaning; an undefined business state needs an owner."/>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zip → postal_code: investigate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status: true → pending: stop</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Back to the ingest. A name resemblance is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hypothesis, not evidence. A postal code is not always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US ZIP. Keep the leading zero, keep the country,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and remember ZIP+4 has a four-digit extension that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somebody, somewhere, is joining 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Boolean status becoming an enum is harder. Does</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true mean active, eligible, verified, or anything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except cancelled? Pending cannot become true just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because both are truthy in JavaScript.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So the generated agent may propose a reversible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mapping when evidence supports equivalence, and it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must quarantine the rest. An unexplained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business-state change goes to an owner with samples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and a question. Automatic recovery is useful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precisely because it has somewhere honest to stop.</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08    SOURCE SLIDE 10</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Walkthrough: one ingest, three decisions</a:t>
            </a:r>
            <a:endParaRPr lang="en-US" sz="2550"/>
          </a:p>
        </p:txBody>
      </p:sp>
      <p:sp>
        <p:nvSpPr>
          <p:cNvPr id="4" name="Image background"/>
          <p:cNvSpPr/>
          <p:nvPr/>
        </p:nvSpPr>
        <p:spPr>
          <a:xfrm>
            <a:off x="1554480" y="1781175"/>
            <a:ext cx="6949440" cy="2714625"/>
          </a:xfrm>
          <a:prstGeom prst="rect">
            <a:avLst/>
          </a:prstGeom>
          <a:solidFill>
            <a:srgbClr val="122323"/>
          </a:solidFill>
          <a:ln>
            <a:noFill/>
          </a:ln>
        </p:spPr>
      </p:sp>
      <p:pic>
        <p:nvPicPr>
          <p:cNvPr id="5" name="e3a416f7af999aa267b26b235a9a87ce39013671fd2840fa5f9d8776e7e01026" descr="Recovery, quarantine and reconciliation are all legitimate outcomes of the same ingest job."/>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Rename → validated mapping, canary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Unknown status → quarantine, owner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Lost response → reconcile, hold the reservation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Run the design. The rename has contract evidence.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conjured diff agent proposes copy-string; now reveal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fixtures one at a time and let the room reject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one that must not be repaired. Passing both,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policy permits a canary of that mapping version and</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the job continues for matching records.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status change has no semantic evidence. The job</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isolates affected records, reports what 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incomplete, and hands an owner the samples and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exact question.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provider timeout has an uncertain outcome.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controller queries the saved job ID instead of</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submitting again, and where it cannot, it holds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unresolved operation and its reservation.</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08    SOURCE SLIDE 14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Start smaller: remember what happened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Before returning: check relevant memory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correct known mistakes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After execution: record checks, outcome,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correction and frequency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Generated, executed and verified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different states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Memory is evidence, never permission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do not need the whole agent factory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start. Take one agent that writes SQL,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builds reports, runs shell commands 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generates scripted API actions. Give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working memory for this job: the goal,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constraints, draft and unresolved checks.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Give it observational memory across jobs: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what it generated, what actually ran,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failed, and what the checks established.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ask it to consult that history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hands you the next 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Suppose a reporting query keeps forgetting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tenant filter. It runs perfectly well;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reports the wrong population.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independent preflight check rejects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before dispatch. Record the draft,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failed check, the correction and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eventual result. Next time, retrieve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pattern while the agent is still drafting.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Fix the omission before returning the SQL,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run the check again. That is adaptive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behavior you can build with one agent and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small log.</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08    SOURCE SLIDE 14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Start smaller: remember what happened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instruction is simple: before returning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generated work, retrieve relevant memory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correct applicable mistakes; after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authorized execution, record the observed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outcome and update the pattern counts. If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cannot check something safely, say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remains unverified. Remembered output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untrusted data and grants no new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permissions. The copyable prompt and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small record format are in the handout.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 patterns repeat, turn the reliable ones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into tested templates and adapters.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runtime agent learns which evidence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consult; the offline improvement loop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evaluates changes to the reusable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procedure. Once the known case is covered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by code, it need not spend another model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call rediscovering the rule.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08    SOURCE SLIDE 15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next surprise should cost less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Conjure exactly enough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Prove the repair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Remember the known case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Return to the field that changed overnight.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We did not predict its spelling. We did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define what had to stay true, what evidence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repair needed, which tools this one job</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could have, and how far the app could go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without us.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return to the assistant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everything. It is still coming; nothing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these slides stops it, and I would not want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What changed is how many of 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pathways are live at once. Each job gets a</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small agent with a tailored prompt, a short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tool list, a hard budget, and a log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 time it asked for more. That is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strategy I believe in for the next few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years: not one agent holding every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combination, which nobody can check, but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many small ones you can afford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Pick one integration that already costs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your team mornings. Give it a conjured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agent with a bounded way to investigate,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test it did not write, and a place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record what happened. Or start with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reporting agent: keep its execution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observations, make it check them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returning work, and measure whether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same mistake comes back. That is enough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start.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Saltzer and Schroeder (1975),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Protection of Information in Computer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Systems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https://doi.org/10.1109/PROC.1975.9939),</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Proceedings of the IEEE 63(9), 1278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1308. Least privilege is their principle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13</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13</Slides>
  <Notes>13</Notes>
</Properties>
</file>

<file path=docProps/core.xml><?xml version="1.0" encoding="utf-8"?>
<cp:coreProperties xmlns:cp="http://schemas.openxmlformats.org/package/2006/metadata/core-properties" xmlns:dc="http://purl.org/dc/elements/1.1/" xmlns:dcterms="http://purl.org/dc/terms/" xmlns:xsi="http://www.w3.org/2001/XMLSchema-instance">
  <dc:title>Adaptive, agentic apps</dc:title>
  <dc:creator>Dan Levy</dc:creator>
  <dc:description>handout edition generated from current reviewed talk materials</dc:description>
  <dcterms:created xsi:type="dcterms:W3CDTF">2026-09-07T01:22:58Z</dcterms:created>
</cp:coreProperties>
</file>