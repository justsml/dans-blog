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05:15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this is least privilege, written down by Saltzer and Schroeder in 1975; a per-job agent is the first design where complying is easier than not.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Boolean status becoming an enum is the hard case — pending does not become true because both are truthy. A repair ships as a versioned artifact with a rollback, and it has to pass fixtures it did not write.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09:45 to 12:45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12:45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here is the hazard, and it applies to the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systems too. Risk does not grow with the number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It grows with the number of pathways between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and every integration multiplies those.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is forty-five pairs before you count chains.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Plug in one SaaS with a dozen endpoints and you did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add twelve capabilities; you added hundreds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routes from something the agent can read to something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can do. Nobody reviews those combinations.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security team, not the model, not you at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the morning. The dangerous pairing is never 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roadmap. It gets discovered.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watch the boundary between systems. An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can read customer data and an agent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post to a vendor are two agents, with a filter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them. That is where data leaks: not through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model being evil, but through a tool result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flowing into the next tool call.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2026-09-07T02:16:43Z</dcterms:created>
</cp:coreProperties>
</file>