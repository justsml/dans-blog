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Give each job exactly enough agent. Prove every repair. Let the app ask for its own scale.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15 slides, four audience moments, no Q&amp;A. Add five minutes for a 45-minute booking. The design is Dan's; the incidents are composites of real integrations with the names filed off. Say that once, on slide 1, and never apologize for it again.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scripts](../packets/adaptive-systems/script-40min.md) · [Contracts](../packets/adaptive-systems/contracts.md) · [Memory pattern and prompt](../packets/adaptive-systems/memory-pattern.md) · [Walkthrough](../packets/adaptive-systems/demo.md) · [Evidence](../packets/adaptive-systems/evidence-bank.md)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adaptive-systems`.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baseline is diff the schema and page a human; the agent has to beat that on time to recover without adding false repairs.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any site that opts in, and the list of sites that opt in only goes one direction.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any site that opts in, and the list of sites that opt in only goes one direction.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repair ships as a versioned artifact with a rollback, and it has to pass fixtures it did not write.</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08:30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orchestrator can ask for its own scale inside a per-customer budget; that is slide 11 in the long version, and the mechanics are a companion talk.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14:00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Adaptive, agentic apps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vendor renamed a field</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API still returns 200. Authentication works.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vendor's status page is green. Your ingest is broken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somebody renamed a field. If you work around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B2B integrations, this is a very boring way to have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very expensive morning.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Here is the promise of this talk. An application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notice that, investigate it, propose a fix, prove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fix, and keep the other ninety-eight percent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records flowing, all before you wake up. And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that without ever holding a permission you would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scared to give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design is mine. The incidents are composites;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had this exact morning more than once. We will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follow one address ingest job through a rename,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in meaning, and a provider that stops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answering.</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Sorry, You're Building It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Browsers, CLIs, every SaaS: an agent layer you opt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 of with --no-agent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Ten tools is forty-five pairs. One more integration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not one more path.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Zoom out from the ingest job. The assistant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 customer's data and a toolbox that can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email, issue refunds, delete records and ship code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design we get to decline. It is arriving one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integration at a time, and not only in our products.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Browsers now ship a chat that drives the page. WebMCP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lets an agent act on any site that opts in,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list of sites that opt in only goes one direction.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next generation of CLIs will take natural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language by default, and you will pass --no-agent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get the old behavior back. The intermediary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intelligence layer is going to wrap everything, and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who to blame: the kids. Actually, the kids hate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AI. It will be their kids who demand an agent safety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blanket on everything. I will be in a rocking chair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explaining that the internet was better on vinyl.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Sorry, You're Building It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here is the hazard, and it applies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small systems too. Risk does not grow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number of tools. It grows with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 of pathways between them, and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integration multiplies those. Ten tools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forty-five pairs before you count chains.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Plug in one SaaS with a dozen endpoints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 not add twelve capabilities;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added hundreds of routes from something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can read to something it 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reviews those combinations. Not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security team, not the model, not you 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in the morning. The dangerous pairing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never on the roadmap. It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the question is not whether to give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access. It is how to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 of live pathways small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about, one job at a time.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rest of this talk builds. The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still exists. It just never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of its hands full at once: it conjures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small agent per job, with exactly enough.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on request, policy decides, request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logged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shape. An orchestrator reads the failure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writes a job: goal, evidence it may read, actions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may take, deadline, spend, and the conditions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end it. Then it generates an agent for that job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tailored prompt and only the tools it expects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 A schema-diff agent gets read access to two</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samples and a contract. It does not get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If the agent needs something else, it asks. Dynamic</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lets it discover a tool; policy decides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whether this job may have it; the request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 are logged whether or not it was granted.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 is the most interesting file in the system.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 have this working as a prototype on my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integrations. I am not going to give you a success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rate today, because I do not have one I trust yet.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can tell you the log of denied tool requests taught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me more about my own permissions than any audit.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High-risk classes: write, send, pay,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guards do most of the work. First, tools come 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risk classes. Read is cheap to grant. Write,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delete, deploy and export each need their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approval path, and a generated agent gets at most one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of them per job. Do not smuggle a destructive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migration through a tool called repair mapping.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is least privilege, and Saltzer and Schroeder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wrote it down in 1975: every program runs with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set of privileges the job needs. We have 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been nodding at that for fifty years and shipping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service accounts that can do anything. A per-job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 is the first thing I have built where complying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genuinely easier than not.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Second, watch the boundary between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agent that can read customer data and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that can post to a vendor are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agents, with a filter between them.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data leaks: not through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evil, but through a tool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flowing into the next tool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sensitive processing, the planner gets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 opaque job reference. A 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dispatcher grants a local worker scoped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the worker touches the data;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allowlisted status comes back.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download URL is a bearer credential.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Handing it to a model while asking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not to use it is not isolation,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hope.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Repair syntax; prove meaning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ingest. A name resemblance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not evidence. A postal code is not always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US ZIP. Keep the leading zero, keep the country,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remember ZIP+4 has a four-digit extension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somewhere, is joining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Boolean status becoming an enum is harder. Does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true mean active, eligible, verified, or anything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except cancelled? Pending cannot become true just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both are truthy in JavaScript.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generated agent may propose a reversible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when evidence supports equivalence, and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must quarantine the rest. An unexplained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business-state change goes to an owner with samples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question. Automatic recovery is useful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precisely because it has somewhere honest to stop.</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one ingest, three decisions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the design. The rename has contract evidence.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conjured diff agent proposes copy-string; now reveal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fixtures one at a time and let the room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one that must not be repaired. Passing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policy permits a canary of that mapping version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job continues for matching records.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status change has no semantic evidence. The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isolates affected records, reports what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incomplete, and hands an owner the samples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 timeout has an uncertain outcome.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controller queries the saved job ID instead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submitting again, and where it cannot, it holds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 operation and its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events, three different right answers, none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them success or failure. If your dashboard only has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states, it is hiding the most interesting one.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returning: check relevant memory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known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execution: record checks,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 and frequency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executed and verified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states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is evidence, never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need the whole agent factory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Take one agent that writes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builds reports, runs shell commands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generates scripted API actions. Give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for this job: the goal,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constraints, draft and unresolved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it observational memory across jobs: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it generated, what actually ran,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and what the checks established.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ask it to consult that history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hands you the next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a reporting query keeps forgetting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filter. It runs perfectly well;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reports the wrong population.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preflight check rejects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dispatch. Record the draft,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check, the correction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eventual result. Next time, retrieve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while the agent is still drafting.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omission before returning the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run the check again. That is adaptive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you can build with one agent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log.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instruction is simple: before returning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work, retrieve relevant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correct applicable mistakes; after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execution, record the observed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outcome and update the pattern counts.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cannot check something safely, say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remains unverified. Remembered output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data and grants no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The copyable prompt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record format are in the handout.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patterns repeat, turn the reliable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tested templates and adapters.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runtime agent learns which evidence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consult; the offline improvement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evaluates changes to the reusable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procedure. Once the known case is covered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code, it need not spend another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 rediscovering the rule.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next surprise should cost less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Conjure exactly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 the repair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Remember the known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 to the field that changed overnight.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did not predict its spelling. We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define what had to stay true,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needed, which tools this one job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have, and how far the app could 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return to the assistant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It is still coming; nothing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slides stops it, and I would not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What changed is how many of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pathways are live at once. Each job gets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small agent with a tailored prompt, a short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list, a hard budget, and a log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time it asked for more.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strategy I believe in for the next few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not one agent holding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combination, which nobody can check,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many small ones you can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integration that already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team mornings. Give it a conjured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with a bounded way to investigate,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it did not write, and a place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what happened. Or start with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reporting agent: keep its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make it check them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work, and measure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mistake comes back. That is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Saltzer and Schroeder (1975),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Protection of Information in 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https://doi.org/10.1109/PROC.1975.9939),</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Proceedings of the IEEE 63(9), 1278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1308. Least privilege is their 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handout edition generated from current reviewed talk materials</dc:description>
  <dcterms:created xsi:type="dcterms:W3CDTF">2026-09-07T01:43:59Z</dcterms:created>
</cp:coreProperties>
</file>