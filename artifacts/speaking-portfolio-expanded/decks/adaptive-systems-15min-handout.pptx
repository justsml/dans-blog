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repair ships as a versioned artifact with a rollback, and it has to pass fixtures it did not write.</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08:30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a companion talk.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14:00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assistant with everything is coming, one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integration at a time</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Browsers now ship a chat that drives the page. WebMCP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lets an agent act on whatever site you have open.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next generation of CLIs will take natural language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default, and you will pass --no-agent to get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behavior back. The intermediary intelligence layer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going to wrap everything, and I know who to blame: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kids. Actually, the kids hate AI. It will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their kids who demand an agent safety blanket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everything. I will be in a rocking chair explaining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the internet was better on vinyl.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assistant with everything is coming, one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integration at a time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here is the hazard, and it applies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systems too. Risk does not grow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number of tools. It grows with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pathways between them,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integration multiplies those. Ten tools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forty-five pairs before you count chains.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Plug in one SaaS with a dozen endpoints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 not add twelve capabilities;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added hundreds of routes from something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can read to something it 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reviews those combinations. Not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security team, not the model, not you 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in the morning. The dangerous pairing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never on the roadmap. It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question is not whether to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access. It is how to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live pathways small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about, one job at a time.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rest of this talk builds.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still exists. It just never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its hands full at once: it conjures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small 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 have this working as a prototype on my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integrations. I am not going to give you a success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rate today, because I do not have one I trust yet.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 tell you the log of denied tool requests taught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me more about my own permissions than any audit.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customer data and post to a vendor never share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patterns repeat, turn the reliable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tested templates and adapters.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runtime agent learns which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the offline improvement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evaluates changes to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procedure. Once the known case is 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code, it need not spend another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rediscovering the rule.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Each job gets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 agent with a tailored prompt, a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list, a hard budget, and a 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time it asked for more.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strategy I believe in for the next few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not one agent holding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combination, which nobody can check,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2026-09-06T23:17:23Z</dcterms:created>
</cp:coreProperties>
</file>