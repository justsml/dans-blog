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sentence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bet, and the eight words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1972: rare words matter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Karen Spärck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Spärck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Karen Spärck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Vector Database,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vocabulary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Chunking is passage retrieval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 Chunk size was an open research question in 1993 and a forum thread in 2024. One of those had a control group.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BM25 is still standing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Lexical, dense, hybrid. Those are the three search methods in the trenchcoat, and the pitch usually names one of them. 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Judge these five documents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20:00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Cranfield, Bedfordshire, 1966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![Cranfield, Bedfordshire, 1966](../../reveal-talks/assets/retrieval/history.svg)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Fool's Golden Dataset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added judgments to TREC-8 and compared how the systems ranked before and after. The ordering barely moved.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Assessors disagree. Rankings can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Reader Stopped Being a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Retrieved text now sits beside instructions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33:00 to 35:30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old cost of keeping knowledge current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35:30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McDermott’s R1: a real configuration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updates the knowledge when the product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McDermott's R1 configured computer systems at DEC. The journal paper is from 1982. This was working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question is who supplies and maintains the domain knowledge. Our retrieved policies and signed schedules have the same operational obligation: somebody must know when they change, what supersedes them, and which decisions depend on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model does not remove that obligation. It makes stale knowledge easier to turn into a confident sentence. Name the owner of the corpus and the invalidation path. We do not need a grand theory of why expert systems declined to ask who updates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John McDermott (1982), [R1: A rule-based configurer of computer systems](https://www.sciencedirect.com/science/article/abs/pii/0004370282900212), Artificial Intelligence 19(1), 39–88.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Eight words. Sixty years. One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Three search methods. One instrument nobody checked.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search methods in a fundable trenchcoat. That is a fair joke about the retriever, and the coat is not the problem. Lexical, dense, hybrid: we inherited all three. What we left behind was the sixty years of checking whether the score underneath was telling the truth.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title line once, flat, then drop to the instruction. 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 Id="rIdImage1" Type="http://schemas.openxmlformats.org/officeDocument/2006/relationships/image" Target="../media/slide9-1.png"/><Relationship Id="rIdSvg1" Type="http://schemas.openxmlformats.org/officeDocument/2006/relationships/image" Target="../media/slide9-1.svg"/></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Three Search Methods in a Fundable Trenchcoat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sentence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RAG · embeddings · memory · MCP · judges · traces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There is a reading list under that pitch.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bet, and the eight words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 are joining an old field late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Term specificity → assessor disagreement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1972: rare words matter more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Karen Spärck Jones · term specificity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1972 → 2026 = 54 years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Vector Database, 1975</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Wong, Yang · vector space model · 1975</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Deerwester and colleagues · latent semantic analysis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1990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vocabulary problem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customer says “stop billing”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document says “terminate renewal”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Chunking is passage retrieval</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Salton, Allan, Buckley · 1993</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passage may cross your boundary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BM25 is still standing there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BEIR, 2021: a robust lexical baseline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lexical, dense, and hybrid on your task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Judge these five documents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current generic policy; 30-day notice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signed Acme addendum; “see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expired Acme terms; immediate cancellation</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 · current terms for another customer</a:t>
            </a:r>
            <a:endParaRPr lang="en-US" sz="3150"/>
          </a:p>
        </p:txBody>
      </p:sp>
      <p:sp>
        <p:nvSpPr>
          <p:cNvPr id="12" name="Text 12"/>
          <p:cNvSpPr txBox="1"/>
          <p:nvPr/>
        </p:nvSpPr>
        <p:spPr>
          <a:xfrm>
            <a:off x="685800" y="59188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05</a:t>
            </a:r>
            <a:endParaRPr lang="en-US" sz="1875"/>
          </a:p>
        </p:txBody>
      </p:sp>
      <p:sp>
        <p:nvSpPr>
          <p:cNvPr id="13" name="Text 13"/>
          <p:cNvSpPr txBox="1"/>
          <p:nvPr/>
        </p:nvSpPr>
        <p:spPr>
          <a:xfrm>
            <a:off x="2000250" y="59188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 · support note; “probably immediate”</a:t>
            </a:r>
            <a:endParaRPr lang="en-US" sz="3150"/>
          </a:p>
        </p:txBody>
      </p:sp>
      <p:sp>
        <p:nvSpPr>
          <p:cNvPr id="14" name="Text 14"/>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5" name="Text 15"/>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Cranfield, Bedfordshire, 1966</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6b4d212c36d475ddccc3e605d3fe5942640332d496970d4988bbc2917bbc042"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Fool's Golden Dataset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Old pool: A, B, C, D, 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New result: F · signed Schedule R</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Unjudged is not a relevance judgment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Assessors disagree. Rankings can survive.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Voorhees, 2000: changed judgments, stable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comparisons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Test your comparison under more than one assessor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Reader Stopped Being a Person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Useful to inspect ≠ sufficient to answer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Score retrieval and the resulting answer separately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Retrieved text now sits beside instructions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Relevance gives evidence, not authority</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document cannot grant a tool permission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old cost of keeping knowledge current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McDermott’s R1: a real configuration system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updates the knowledge when the product changes?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Eight words. Sixty years. One instruction.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Three search methods. One instrument nobody checked.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Find the documents your eval never judged.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Three Search Methods in a Fundable Trenchcoat</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Three Search Methods in a Fundable Trenchcoat</dc:title>
  <dc:creator>Dan Levy</dc:creator>
  <dc:description>screen edition generated from current reviewed talk materials</dc:description>
  <dcterms:created xsi:type="dcterms:W3CDTF">2026-09-07T01:32:15Z</dcterms:created>
</cp:coreProperties>
</file>