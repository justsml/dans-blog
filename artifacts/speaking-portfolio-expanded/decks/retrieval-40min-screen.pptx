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1975 and 1990: the vector was already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hole in the golden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changed: the next reader is a generator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 not a cautionary fable about people foolish enough to use rules.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Sparck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1975 and 1990: the vector was already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old cost of keeping knowledge current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McDermott’s R1: a real configuration system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updates the knowledge when the product changes?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in a fundable trenchcoat.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2026-09-07T01:22:58Z</dcterms:created>
</cp:coreProperties>
</file>