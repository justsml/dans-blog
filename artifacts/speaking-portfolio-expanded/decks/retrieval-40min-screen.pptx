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sentence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bet, and the eight words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1972: rare words matter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Karen Sparck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not that every rare word is relevant. A typo can be rare.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1975 and 1990: the vector was already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vocabulary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Chunking is passage retrieval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BM25 is still standing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Judge these five documents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20:00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Bedfordshire, 1966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![Cranfield, Bedfordshire, 1966](../../reveal-talks/assets/retrieval/history.svg)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hole in the golden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Assessors disagree. Rankings can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changed: the next reader is a generator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Retrieved text now sits beside instructions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old cost of keeping knowledge current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McDermott’s R1: a real configuration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updates the knowledge when the product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McDermott's R1 configured computer systems at DEC. The journal paper is from 1982. This was working software, not a cautionary fable about people foolish enough to use rules.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question is who supplies and maintains the domain knowledge. Our retrieved policies and signed schedules have the same operational obligation: somebody must know when they change, what supersedes them, and which decisions depend on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model does not remove that obligation. It makes stale knowledge easier to turn into a confident sentence. Name the owner of the corpus and the invalidation path. We do not need a grand theory of why expert systems declined to ask who updates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John McDermott (1982), [R1: A rule-based configurer of computer systems](https://www.sciencedirect.com/science/article/abs/pii/0004370282900212), Artificial Intelligence 19(1), 39–88. The maintenance application is the speaker’s argument, not a claim that this paper explains the industry’s decline.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Eight words. Sixty years. One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Your Eval Suite Has a Grandfather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1972: rare words matter more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Karen Sparck Jones · term specificity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1972 → 2026 = 54 years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1975 and 1990: the vector was already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Wong, Yang · vector space model · 1975</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Deerwester and colleagues · latent semantic analysis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1990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vocabulary problem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customer says “stop billing”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document says “terminate renewal”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Chunking is passage retrieval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Allan, Buckley · 1993</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passage may cross your boundary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BM25 is still standing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BEIR, 2021: a robust lexical baseline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lexical, dense, and hybrid on your task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hole in the golden 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changed: the next reader is a generator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Retrieved text now sits beside instructions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Relevance gives evidence, not authority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document cannot grant a tool permission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old cost of keeping knowledge current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McDermott’s R1: a real configuration system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updates the knowledge when the product changes?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eval suite has a grandfather.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Your Eval Suite Has a Grandfather</dc:title>
  <dc:creator>Dan Levy</dc:creator>
  <dc:description>screen edition generated from current reviewed talk materials</dc:description>
  <dcterms:created xsi:type="dcterms:W3CDTF">2026-09-06T09:11:11Z</dcterms:created>
</cp:coreProperties>
</file>