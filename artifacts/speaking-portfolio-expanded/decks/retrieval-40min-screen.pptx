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old cost of keeping knowledge current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McDermott’s R1: a real configuration system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updates the knowledge when the product changes?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2026-09-07T02:31:11Z</dcterms:created>
</cp:coreProperties>
</file>