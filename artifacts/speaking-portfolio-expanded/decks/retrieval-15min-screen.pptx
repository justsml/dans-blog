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term specificity, vectors, vocabulary mismatch, and passage retrieval explain how we obtain candidates. Now judge the evidence they returned.</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02:30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05:00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06:30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expanded TREC-8 judgments and found system-rank correlations above point nine nine.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 IR also studied machine consumers before modern RAG; the change here is this particular generative handoff and its failure modes.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retrieved text supplies evidence, never tool authority. Name a corpus owner and an update path.</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Sixty years since the Cranfield report. The field did not just build evaluations. It investigated when they could be trusted.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Your Eval Suite Has a Grandfather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sentence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RAG · embeddings · memory · MCP · judges · traces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There is a reading list under that pitch.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bet, and the eight words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are joining an old field late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Term specificity → assessor disagreement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Judge these five documents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current generic policy; 30-day notice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signed Acme addendum; “see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expired Acme terms; immediate cancellation</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 · current terms for another customer</a:t>
            </a:r>
            <a:endParaRPr lang="en-US" sz="3150"/>
          </a:p>
        </p:txBody>
      </p:sp>
      <p:sp>
        <p:nvSpPr>
          <p:cNvPr id="12" name="Text 12"/>
          <p:cNvSpPr txBox="1"/>
          <p:nvPr/>
        </p:nvSpPr>
        <p:spPr>
          <a:xfrm>
            <a:off x="685800" y="59188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05</a:t>
            </a:r>
            <a:endParaRPr lang="en-US" sz="1875"/>
          </a:p>
        </p:txBody>
      </p:sp>
      <p:sp>
        <p:nvSpPr>
          <p:cNvPr id="13" name="Text 13"/>
          <p:cNvSpPr txBox="1"/>
          <p:nvPr/>
        </p:nvSpPr>
        <p:spPr>
          <a:xfrm>
            <a:off x="2000250" y="59188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 · support note; “probably immediate”</a:t>
            </a:r>
            <a:endParaRPr lang="en-US" sz="3150"/>
          </a:p>
        </p:txBody>
      </p:sp>
      <p:sp>
        <p:nvSpPr>
          <p:cNvPr id="14" name="Text 14"/>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15" name="Text 15"/>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Bedfordshire, 1966</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d65c12ae661fd9ad5ccfdb4af281d085e0dc1608a0306f237db7921c07bcdad"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hole in the golden set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Old pool: A, B, C, D, 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New result: F · signed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Unjudged is not a relevance judgment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Assessors disagree. Rankings can survive.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Voorhees, 2000: changed judgments, stable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comparisons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your comparison under more than one assessor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changed: the next reader is a generator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Useful to inspect ≠ sufficient to answer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Score retrieval and the resulting answer separately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Eight words. Sixty years. One instruction.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eval suite has a grandfather.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Find the documents your eval never judged.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Your Eval Suite Has a Grandfather</dc:title>
  <dc:creator>Dan Levy</dc:creator>
  <dc:description>screen edition generated from current reviewed talk materials</dc:description>
  <dcterms:created xsi:type="dcterms:W3CDTF">2026-09-06T09:11:11Z</dcterms:created>
</cp:coreProperties>
</file>