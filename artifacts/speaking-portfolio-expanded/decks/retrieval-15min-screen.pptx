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03:15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05:15 to 06:45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06:45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09:45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2026-09-07T02:31:11Z</dcterms:created>
</cp:coreProperties>
</file>