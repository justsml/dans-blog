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hole in the golden 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changed: the next reader is a generator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in a fundable trenchcoat.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2026-09-07T01:22:58Z</dcterms:created>
</cp:coreProperties>
</file>