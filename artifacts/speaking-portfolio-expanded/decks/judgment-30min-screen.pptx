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utilized → 19× waiting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plausible implementations. One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good implementations arrive before lunch. The reviewer is still on yesterday's change. Generation got cheaper. Delivery acquired a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your organization uses AI to build an infinite feature machine, you have tragically missed the potential of the magic AI genie. We can spend the gain on fewer defects and smaller changes. We do not have to spend it all on more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scope once: the queue and permission examples are teaching models, not measurements of your team. The nineteen-times wait assumes one server and a variability factor of one. We will do the arithmetic. The argument is that protecting review capacity belongs upstream, where we decide what enters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change that waited longer for review than it took to write. Bring arrival, first-review, and acceptance timestamps.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03:00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Idea → specification → code → review → release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 where it takes skill. Where it sits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Where does your work wait? Not where does it take skill. Where does it sit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team can have an implementation bottleneck on Monday and a review bottleneck on Friday. Faster generation changes the arrival rate at the next stage. If that stage was already close to capacity, the wait grows even when each review takes exactly as long as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a boundary around the review system. Count a change when it is ready for review and stop the clock when it leaves. Separate hands-on service time from waiting for somebody to start. Otherwise we will call a three-day wait a three-day review and optimize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Budget 45 seconds for hands on each stage. Take one answer about where work waits and use it for the diagram.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05:00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Wq ≈ ((ca² + cs²) / 2) × ρ / (1 − ρ) × 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 = 1: 80% → 4×; 90% → 9×; 95% → 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Kingman's single-server approximation separates three things: variability, utilization, and mean service time. Call the variability term V. Set V to one for this curve. At eighty percent utilization, point eight divided by point two is four. At ninety-five, point nine five divided by point zero five is nineteen.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Fifteen percentage points of utilization bought nearly five times the wait. That is the price of the last bit of headroom. The multiplier is waiting time divided by hands-on review time. It does not include the review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Little's law gives a separate accounting identity for a stable system: average work in progress equals throughput times average time in the system. They tell us what to measure before claiming the reviewer just needs to try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 F. C. Kingman (1961), [The single server queue in heavy traffic](https://www.cambridge.org/core/journals/mathematical-proceedings-of-the-cambridge-philosophical-society/article/abs/single-server-queue-in-heavy-traffic/81C55BC00A68FE6D5385638AA0B0AF37), 57(4), 902–904. John D. C. Little (1961), [A Proof for the Queuing Formula: L = λW](https://pubsonline.informs.org/doi/abs/10.1287/opre.9.3.383), Operations Research 9(3), 383–387.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Trace the curve and do both divisions. Ask what happens if variability doubles; show that it multiplies the wait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speeding only generation leaves review as the unchanged stage. Improve what arrives there.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10:00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Smaller surprises.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Fix the process producing the queue.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Deming's third point says to stop depending on inspection to achieve quality and build quality into the process. That is a useful objection to the default plan for generated code: produce more, then ask somebody to catch everything.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review. Change what it receives. An unasked-for abstraction, an unexplained permission change, and a speculative feature all consume the same person's attention. Rejecting them before generation is cheaper than having a reviewer reverse-engineer why they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Hiring can increase capacity. It is still worth fixing arrivals first. Otherwise the new reviewer inherits the same variance, interruptions, and missing context, with a longer onboarding document.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 Edwards Deming (1986), Out of the Crisis, MIT Center for Advanced Engineering Study; Point 3 of the Fourteen Points. Applied to review by the [Deming Institute](https://deming.org/software-code-reviews-from-a-deming-perspective/).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10:00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do what, in which tenant?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happens when access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must never happen?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enterprise permissions. That is the entire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sixty seconds with the person next to you. Write the questions you need answered before implementing it. You do not get a second page of requirements;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can grant a role? Does it apply to one tenant or every tenant? What happens to an existing session after revocation? What does the audit record need to show? There are several plausible implementations, and most disagree about behavior the ticket never specified.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made code cheap and left the question expensive. Writing down the answer is part of implementation. It just happens before the diff.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request once. Give pairs sixty seconds here, thirty in the 15-minute cut. Collect two answers, then introduce the tenant and revocation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12:00 to 14:00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Actor + tenant + action + resource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Revocation changes the next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Denied actions leave state unchanged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this example, an administrator can grant a role only inside the tenant they administer. A revoked role cannot authorize the next operation. A denied change leaves protected state untouched and records the failed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statements produce cases. An admin in tenant A requests a change in A: allow. The same admin requests a change in B: deny. Revoke the role, repeat the A request: deny. Check the resulting state, not just the status message.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Tie this back to the curve. Clear boundaries reduce the number of interpretations arriving at review. Bounded diffs reduce the amount of code a reviewer has to reconstruct at once. That is the variance term.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three cases beside the request. Keep the cross-tenant case visible in the handout, not beside the later demo’s initial code.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14:00 to 16:00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Understanding is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Defect finding · knowledge transfer · alternative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Bacchelli and Bird studied modern code review at Microsoft. Finding defects was the main motivation, but the observed benefits included more knowledge transfer, awareness, and alternative solutions than that motivation suggests. Understanding the change was central.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gives the review queue more than one job. A check that proves a local invariant does not teach another engineer how this subsystem behaves. An agent summary does not guarantee that anyone could repair it next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junior engineers in the reasoning. Let them write the acceptance case, explain a rejection, and follow a change through its consequences. If all the practice becomes watching green checks, we are removing the work that builds the next reviewer.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Alberto Bacchelli and Christian Bird (2013), [Expectations, Outcomes, and Challenges of Modern Code Review](https://www.cabird.com/pubs/bacchelli2013eoc.pdf), ICSE 2013.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45 seconds on how a junior engineer would learn the permission boundary from this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16:00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canEdit(user, resourceTenant) = user.roles.includes("admin")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admin user → allowed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implementation. Here is its test. The user has the admin role. The function allows the edit. The test passes.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resource tenant is right there in the signature. Nothing reads it. And you already heard the cross-tenant case, back on the spec slide. Watch the vote anyway.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Would you approve it? Now run the case where that administrator belongs to tenant A and the resource belongs to tenant B. The test was accurate about the behavior it checked. The behavior was incomplete in exactly the same way as the implementation.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wrote the test that agrees with the bug. Both of them are very confident.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 asks what automation leaves the operator doing. Skitka and colleagues put people in a flight simulator with an automated monitoring aid and counted the trials where the aid was wrong. On those trials people missed events the aid did not flag, and acted on prompts the other instruments contradicted. That is the whole finding, and it is about the trials where the aid was wrong. This fixture is how the same concern shows up in our queue: the green signal gets attention that the missing case did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 Linda J. Skitka, Kathleen L. Mosier and Mark Burdick (1999), [Does automation bias decision-making?](https://doi.org/10.1006/ijhc.1999.0252), International Journal of Human-Computer Studies 51(5), 991–1006. A flight-simulation task with a monitoring aid, not a code-review trial.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only after the vote. Run `bun artifacts/speaking-portfolio-expanded/packets/judgment/demo.ts` for PASS, then add `--holdout` for the actual failing assertion. Do not assume the room approves; if someone catches it, ask which evidence caught their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20:00 to 22:30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Responsibility must come with control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Who accepts, recovers, and maintains?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Elish calls the human who absorbs blame without enough control a moral crumple zone. Put an engineer at the end of an automated pipeline, give them two minutes to approve a diff, and announce that responsibility stayed human. The org chart looks excellent. We did not remove the bottleneck. We moved it onto one person and gave them a keyboard shortcut for approving things.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Can that person stop arrivals? Can they demand another test? Can they reject the change without missing a throughput target? Do they own the rollback and have time to understand it? Those are controls. Their name in the approval log is a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the permissions change, name who accepts the behavior, who receives the incident, and who maintains the policy next year. Give each the context and authority their job requires. Accountability without those controls is just a convenient place to send the postmortem.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Madeleine Clare Elish (2019), [Moral Crumple Zones: Cautionary Tales in Human-Robot Interaction](https://estsjournal.org/index.php/ests/article/download/260/177/), Engaging Science, Technology, and Society 5, 40–60.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writing the branch is cheap; deciding the permission boundary is still conceptual work.</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22:30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Arrivals: decline work before generating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Variance: bounded diffs and explicit behavior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Utilization: reserve actual review capacity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Fewer arrivals means deciding which changes should exist, including declining a second implementation after the first already met the need. That is a rule about review load, not about generation: generate ten parallel attempts if you like, as long as a gate collapses them to one candidate before a human reads any of them. Judging the ten is Dynamic Scaling's talk, and its Council of Guards eats nine. This one protects the person who accepts the one that got through.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Smaller variance means reducing surprises at review. Keep one purpose per diff, include the behavioral cases, and separate mechanical changes from policy changes. Small in line count is useful only when it is also small in meaning.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Protect slack by reserving review time and limiting work in progress. If the reviewer is on call, their calendar is not eight hours of service capacity. Measure interruptions before declaring them underutilized. Pilot these changes on one recurring workflow and keep the baseline.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Ready → first review → accepted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Hands-on review time ÷ available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age and escaped defects beside throughput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timestamps. When was the change ready, when did somebody first inspect it, and when was it accepted? Then sample hands-on review time separately. You need both the queue and the service time to explain a delay.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Estimate review utilization against time actually available for review, after meetings and incident duty. Do not infer it from how many green squares somebody has on GitHub. Keep the estimate beside backlog age, rework, and escaped defects.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forty-five seconds. Estimate yours, or write down the missing measurement. The missing field is a better next action than another dashboard of generated lines.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45 seconds. Invite one estimate and ask what counted as available time. Do not prescribe a universal utilization threshold.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Code Is Cheap. Judgment Is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27:00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should exist? Does it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Is it worth maintaining?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curve. The reviewer did not get slower. We filled the space that let them absorb uneven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Ninety-five percent utilization is not efficiency. It is a nineteen-times wait with good posture. Argue with the model by measuring arrivals, service time, and variability. You cannot argue the queue away by pointing at how quickly the code appeared.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result is a smaller change. Sometimes it is no change. Cheap code makes both decisions more valuable.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utilization curve up for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 Id="rIdImage1" Type="http://schemas.openxmlformats.org/officeDocument/2006/relationships/image" Target="../media/slide12-1.png"/><Relationship Id="rIdSvg1" Type="http://schemas.openxmlformats.org/officeDocument/2006/relationships/image" Target="../media/slide12-1.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Code Is Cheap. Judgment Is Expensive.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morning four good implementations arrive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95% utilized → 19× waiting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Four plausible implementations. One reviewer.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12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Point at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Idea → specification → code → review → release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Not where it takes skill. Where it sits untouched.</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12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queue does not care how you feel about it</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12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cannot inspect quality in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Fewer arrivals. Smaller surprises.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Fix the process producing the queue.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12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"Add enterprise permissions"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can do what, in which tenant?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happens when access changes?</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must never happen?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12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spec reduces variance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Actor + tenant + action + resource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Revocation changes the next decision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Denied actions leave state unchanged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12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review actually catches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Understanding is work</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Defect finding · knowledge transfer · alternative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12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the rubber stamp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canEdit(user, resourceTenant)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user.roles.includes("admin")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Test: admin user → allowed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PASS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12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 not appoint a crumple zone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Responsibility must come with control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accepts, recovers, and maintains?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12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levers on the queue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Arrivals: decline work before generating it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Variance: bounded diffs and explicit behavior</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Utilization: reserve actual review capacity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12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Measure the wait, not the output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Ready → first review → accepted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Hands-on review time ÷ available review time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Queue age and escaped defects beside throughput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12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Knowing when to stop</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8de9aa7b0e58010a491d155d2a0aaafbe5d48c9d4da5759fad5af686b3fce993" descr="Kingman: queue wait vs reviewer utilization, variability factor on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Code Is Cheap. Judgment Is Expensive.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12</Slides>
  <Notes>12</Notes>
</Properties>
</file>

<file path=docProps/core.xml><?xml version="1.0" encoding="utf-8"?>
<cp:coreProperties xmlns:cp="http://schemas.openxmlformats.org/package/2006/metadata/core-properties" xmlns:dc="http://purl.org/dc/elements/1.1/" xmlns:dcterms="http://purl.org/dc/terms/" xmlns:xsi="http://www.w3.org/2001/XMLSchema-instance">
  <dc:title>Code Is Cheap. Judgment Is Expensive.</dc:title>
  <dc:creator>Dan Levy</dc:creator>
  <dc:description>screen edition generated from current reviewed talk materials</dc:description>
  <dcterms:created xsi:type="dcterms:W3CDTF">2026-09-07T01:33:02Z</dcterms:created>
</cp:coreProperties>
</file>