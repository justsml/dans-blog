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queue before buying more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does the work actually wait?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Point at the queue before buying more throughput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 user.roles.includes("admin")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2026-09-07T01:22:58Z</dcterms:created>
</cp:coreProperties>
</file>