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03:00 to 05:00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 where it takes skill. Where it sits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05:00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speeding only generation leaves review as the unchanged stage. Improve what arrives there.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 (1986), Out of the Crisis, MIT Center for Advanced Engineering Study; Point 3 of the Fourteen Points. Applied to review by the [Deming Institute](https://deming.org/software-code-reviews-from-a-deming-perspective/).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10:00 to 12:00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12:00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14:00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16:00 to 20:00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20:00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 We did not remove the bottleneck. We moved it onto one person and gave them a keyboard shortcut for approving things.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writing the branch is cheap; deciding the permission boundary is still conceptual work.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22:30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Point at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Idea → specification → code → review → release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Not where it takes skill. Where it sits untouched.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cannot inspect quality 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Fewer arrivals. Smaller surprises.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Fix the process producing the queue.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review actually catches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Understanding is work</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Defect finding · knowledge transfer · alternative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resourceTenant)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user.roles.includes("admin")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 not appoint a crumple zone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Responsibility must come with control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accepts, recovers, and maintains?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wait, not the output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Ready → first review → accepted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Hands-on review time ÷ available review time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Queue age and escaped defects beside throughput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2026-09-07T02:16:43Z</dcterms:created>
</cp:coreProperties>
</file>