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queue before buying more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05:00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Neither result says your team is literally one server.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speeding only generation leaves review as the unchanged stage. Improve what arrives there.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10:00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a full 60 seconds,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12:00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an attempt to reduce service-time variance, not a claim that a document automatically changes a coefficient.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14:00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Automation-bias experiments ask what happens when people defer to a decision aid despite other evidence. Those experiments were not code-review trials. This fixture is how the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writing the branch is cheap; deciding the permission boundary is still conceptual work.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22:30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It includes declining a second implementation after the first already met the need. Comparing fleets of candidate agents belongs to Dynamic Scaling. Here we are protecting the person who accepts the resulting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gives a nineteen-times wait in our model. We can argue about the model by measuring arrivals, service time, and variability. We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does the work actually wait?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Point at the queue before buying more throughput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A queue does not care how you feel about i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 user.roles.includes("admin")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nowing when to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2026-09-06T09:11:12Z</dcterms:created>
</cp:coreProperties>
</file>