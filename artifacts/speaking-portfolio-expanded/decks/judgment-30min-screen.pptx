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03:00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 where it takes skill. Where it sits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05:00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speeding only generation leaves review as the unchanged stage. Improve what arrives there.</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10:00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12:00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14:00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16:00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20:00 to 22:30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 We did not remove the bottleneck. We moved it onto one person and gave them a keyboard shortcut for approving things.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writing the branch is cheap; deciding the permission boundary is still conceptual work.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22:30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Code Is Cheap. Judgment Is Expensive.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morning four good implementations arrive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95% utilized → 19× waiting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Four plausible implementations. One reviewer.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Point at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Idea → specification → code → review → release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Not where it takes skill. Where it sits untouched.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queue does not care how you feel about it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cannot inspect quality 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Fewer arrivals. Smaller surprises.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 the process producing the queue.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"Add enterprise permissions"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can do what, in which tenant?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happens when access changes?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must never happen?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spec reduces variance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Actor + tenant + action + resource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Revocation changes the next decision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Denied actions leave state unchanged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review actually catches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Understanding is work</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Defect finding · knowledge transfer · alternative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rubber stamp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canEdit(user, resourceTenant)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user.roles.includes("admin")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admin user → allowed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PASS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 not appoint a crumple zone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Responsibility must come with control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accepts, recovers, and maintains?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levers on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Arrivals: decline work before generating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Variance: bounded diffs and explicit behavior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Utilization: reserve actual review capacity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wait, not the output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Ready → first review → accepted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Hands-on review time ÷ available review time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Queue age and escaped defects beside throughput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Knowing when to stop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screen edition generated from current reviewed talk materials</dc:description>
  <dcterms:created xsi:type="dcterms:W3CDTF">2026-09-07T02:31:11Z</dcterms:created>
</cp:coreProperties>
</file>