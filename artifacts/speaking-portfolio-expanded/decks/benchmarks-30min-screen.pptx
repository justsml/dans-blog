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Buy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06:00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11:00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13:00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19:30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keep release evidence separate from development; repeated tuning spends a holdout. The IR history is in the companion talk.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use code for state and schema checks, calibrated graders for language judgments, and people for disputed policy.</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Tuxedo of Benchmarks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Same three models, your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71% pass · $0.34/run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82% pass · $0.28/run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90% pass · $0.20/run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Needs Therapy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the Judges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for Twenty,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Agreeable to a Fault (κ = 0)</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Stop averaging away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Slice by failure mechanism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counts, variation, and critical violations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Rejection Rule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Version cases, scorer, rubric, and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Write the rejection rule before the flattering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result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2026-09-07T02:16:43Z</dcterms:created>
</cp:coreProperties>
</file>