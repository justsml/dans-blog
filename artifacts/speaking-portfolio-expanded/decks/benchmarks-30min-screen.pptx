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Cry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Campbell (1979), [Assessing the impact of planned social change](https://doi.org/10.1016/0149-7189%2879%2990048-X). Strathern (1997), [Improving ratings](https://gwern.net/doc/statistics/decision/1997-strathern.pdf), European Review 5(3), 305–321. Formulations above are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supplied article.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[Position bias study](https://arxiv.org/abs/2406.07791);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 Then use it to make a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leaderboard, and the question it isn't</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answering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is a measuring instrument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it five times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green cases. About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green cases. About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grader is an instrument too</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Make it a release gate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2026-09-06T09:11:11Z</dcterms:created>
</cp:coreProperties>
</file>