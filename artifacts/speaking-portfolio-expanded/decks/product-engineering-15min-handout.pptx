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17 slides. Timings include the exercises and delivery pauses, without Q&amp;A. Sources checked 6 September 2026. Story prompts belong in speaker notes and require Dan’s own records before delivery. Slides 14 and 15 are labelled predictions, once, on slide 14; everything before them is the operating model as it stands.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mirroring has empirical support and documented exceptions. We can choose different communication structures.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research and feedback deliver evidence to a product review; accepted hypotheses feed build and opt-in beta proposals.</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06:30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ownership consumes attention, and it is about to consume fuel; limit interfaces, reserve recovery practice, and put the ongoing token burn beside the latency budget.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and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that permission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mentioning it in a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Generated UI, adapting in real time,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 the software you mastered is 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away. As you know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raises the question this room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 arguing about. Should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Anthropic end up owning every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channel? Watch what happens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assistants ship real-time collaboration: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spends less time in email, Slack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Google Docs then? I can already make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edit images and video in ways that make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likely to open Photoshop or DaVinci.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I need a jingle for the company, I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Suno and it is done. So is everything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spent a lifetime learning, mastering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fighting with about to be irrelevant? Yes.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least as you know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replaces it looks less like a grid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apps and more like Minority Report,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surprise revival of the terminal.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Matrix ending when you think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Thanks, AI. Skynet is not so bad if I 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my CLIs.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Here is the part I want you to leave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future is not spoken for. GPT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pretty good does not mean the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image creation belongs to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players, and the same is true in whichever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industry you work in. Those of us who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work at a frontier lab, the organic</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agents in the room, get to rethink any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app as an AI-native system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up. That is this whole talk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level higher: do not photocopy today's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categories onto tomorrow's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substrate either.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the handoff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expose. Keep the product review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conflicts, and give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a durable artifact so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and price the fuel.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do not become free because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has their names in a config file,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neither does the burn that keeps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running. Put permission before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do the larger version of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 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so is the product category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working inside. You are allowed to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ones, and 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Break the mirror on purpose. Automate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things. Keep the 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11</Slides>
  <Notes>11</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2026-09-07T01:43:59Z</dcterms:created>
</cp:coreProperties>
</file>