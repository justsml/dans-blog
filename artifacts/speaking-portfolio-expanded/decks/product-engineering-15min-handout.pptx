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40 minutes. Timings include the exercises and delivery pauses, without Q&amp;A. Sources checked 6 September 2026. Story prompts belong in speaker notes and require Dan’s own records before delivery.</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Conway, 1968: communication structures constrain designs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of those boundaries still earns its keep?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Conway said organizations designing systems "are constrained to produce designs which are copies of the communication structures of these organizations." Constrained. Communication structures. The wires matter more than the boxes.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a proposed operating model. The demo uses synthetic numbers to execute a policy, not measure customer benefit. My bet is that cheaper coordination makes some of our current boundaries obsolete. We should find those boundaries before we photocopy them onto agents.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Look at the handoffs in a product you own. Research writes a brief. Product translates it into tickets. Engineering translates the tickets into software. Support translates the software back into complaints. Which translations carry judgment, and which just carry the same sentence into another tool?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Melvin E. Conway (1968), [How Do Committees Invent?](https://melconway.com/Home/pdf/committees.pdf), Datamation, April, 28–31.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system whose API boundaries reproduced the team handoffs, and the change that got stuck between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mirroring has empirical support and documented exceptions. We can choose different communication structures.</a:t>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01:30 to 03:30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Coase, 1937: coordination has a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Reprice the handoff before copying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Coase asked why firms exist when people could contract through the market. Using the market costs something; coordinating inside the firm costs something too. The boundary depends on that comparison.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Apply that question inside a product group. A weekly brief may have existed because collecting it took somebody two days. A separate triage meeting may have existed because linking a complaint to a trace required three people and a spreadsheet. If those costs change, the old boundary deserves another look.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the inversion. Do not start with one agent per box on the current org chart. Start with the outcome and price the handoffs again. Agents do not delete coordination cost. They move some of it into verification, permissions, and maintenance. Count those before declaring the meeting extinct.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Ronald H. Coase (1937), [The Nature of the Firm](https://onlinelibrary.wiley.com/doi/10.1111/j.1468-0335.1937.tb00002.x), Economica 4(16), 386–405. The agent-design application is the speaker’s argument.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03:30 to 05:30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Research → sourced brief → product review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Feedback → cited clusters → product review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Review → accepted hypothesis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inverse Conway manoeuvre is the name people use for changing the organization to encourage the architecture they want. Here that means designing communication between agents and people, not putting a robot beside every job title.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Research delivers a brief with source URLs and dates. Feedback delivers clusters with the original complaints attached. The product review resolves disagreement between them and writes the accepted hypothesis. A build agent consumes that artifact. It does not poll six chat histories and guess which decision won.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Team Topologies distinguishes collaboration, service consumption, and facilitation. Use collaboration while discovering the interface. Make the repeated delivery a service once the contract is understood. Keep facilitation temporary. An agent roster without these wires is a seating plan.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[Thoughtworks, Inverse Conway Maneuver](https://www.thoughtworks.com/en-br/radar/techniques/inverse-conway-maneuver), 2014/2015. Skelton and Pais, [Team Topologies interaction modes](https://teamtopologies.com/key-concepts).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research and feedback deliver evidence to a product review; accepted hypotheses feed build and opt-in beta proposals.</a:t>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05:30 to 07:00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Activation is the target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behavior did we just pay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Give the system a target and it will search for ways to improve it. So will a team. Campbell described the pressure that decision-making puts on quantitative indicators and on the activity they are supposed to measure.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target is onboarding activation. The next screen has three candidates. Before we inspect anything else, choose the one you would investigate. Do not reverse-engineer the answer from the names; they are A, B, and C.</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interesting question is what the winning candidate did to earn the number. A metric tells you that something moved. It does not tell you whether you wanted the movement.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Donald T. Campbell (1979), [Assessing the impact of planned social change](https://doi.org/10.1016/0149-7189%2879%2990048-X), Evaluation and Program Planning 2(1), 67–90.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11. 07:00 to 10:30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 40% activation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 · 48% activation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 · 45% activation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candidate gets your attention? B has the largest activation number. Now open the rest of its record.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Support contacts rose to nine percent, against a five-percent ceiling. The copy invents urgency. Raise the support ceiling to ten and it still fails the urgency rule. A metric win cannot buy off a product principle.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 has forty-five percent activation, four percent support, and no fabricated urgency. It is eligible for human review. It is not shipped. These point estimates have no sample size or uncertainty behind them; our opening scope statement matters 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rule you wish you had before the first vote. Compare it with the policy we saved before opening the scorecard. The gap is what this exercise was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Five minutes in the 40/30 routes, 3:30 in the 15. Begin with only this slide, never the answer-labelled kit. After the vote open the kit and map B to Pressure copy, C to Clearer first step. Follow economics-product/demo.md. Allow 45 seconds to write the rule.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12. 10:30 to 13:00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Wider rollout · expensive runs · infrastructure changes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Customer messaging · customer data deletion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demo gave us a reason for the guard. Put it where the consequence changes, before the action happens.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Widening a cohort spends more customer exposure. An expensive run spends money. Creating infrastructure adds ongoing obligations; tearing it down may remove somebody's recovery path. Name the budget, the owner, and the evidence needed at each crossing.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add the two missing from the old list. Sending a message to a real customer. Deleting their records. Those are consequences for another person, even when the API call costs a fraction of a cent. A person approves them. The system must enforce that permission, not merely mention it in the prompt.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ownership consumes attention. Limit interfaces, reserve recovery practice, and attach a hypothesis and a report to each experiment.</a:t>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15. 13:00 to 15:00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Reprice the handoffs. Draw the interfaces.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Automate the right things. Keep the taste.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org chart. Some of those boundaries exist because the work really is different. Some exist because the person with the spreadsheet sat in another department. We should know which before teaching agents to repeat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one boundary. What arrives, what leaves, who decides, and what did it cost last week? Make collection cheaper without erasing the disagreement that the handoff used to expose. Keep the product review where the evidence conflicts. Give the resulting decision a durable artifact so the next agent does not have to guess.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price ownership. Six agents do not become free because one person has their names in a config file. Reserve the person's attention and practise the exceptional work. Put permission before customer consequences.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org chart is a record of earlier tradeoffs. You are allowed to make new ones. Automate the right things. Keep the taste.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Melvin E. Conway (1968), [How Do Committees Invent?](https://melconway.com/Home/pdf/committees.pdf), Datamation, April, 28–31.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Ronald H. Coase (1937), [The Nature of the Firm](https://onlinelibrary.wiley.com/doi/10.1111/j.1468-0335.1937.tb00002.x), Economica 4(16), 386–405. The agent-design application is the speaker’s argument.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[Thoughtworks, Inverse Conway Maneuver](https://www.thoughtworks.com/en-br/radar/techniques/inverse-conway-maneuver), 2014/2015. Skelton and Pais, [Team Topologies interaction modes](https://teamtopologies.com/key-concepts).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Donald T. Campbell (1979), [Assessing the impact of planned social change](https://doi.org/10.1016/0149-7189%2879%2990048-X), Evaluation and Program Planning 2(1), 67–90.</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slide4-1.png"/><Relationship Id="rIdSvg1" Type="http://schemas.openxmlformats.org/officeDocument/2006/relationships/image" Target="../media/slide4-1.sv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The Future of Product Engineering:</a:t>
            </a:r>
            <a:endParaRPr lang="en-US" sz="3750"/>
          </a:p>
          <a:p>
            <a:pPr marL="0" indent="0">
              <a:lnSpc>
                <a:spcPts val="4500"/>
              </a:lnSpc>
              <a:spcAft>
                <a:spcPts val="0"/>
              </a:spcAft>
              <a:buNone/>
            </a:pPr>
            <a:r>
              <a:rPr lang="en-US" sz="3750" b="1">
                <a:solidFill>
                  <a:srgbClr val="202B33"/>
                </a:solidFill>
                <a:latin typeface="Arial"/>
                <a:ea typeface="Arial"/>
                <a:cs typeface="Arial"/>
              </a:rPr>
              <a:t xml:space="preserve">Break the Mirror on Purpose</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15-minute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7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07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architecture you could read off the org chart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Conway, 1968: communication structures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constrain designs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Which of those boundaries still earns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Conway said organizations designing systems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constrained to produce designs which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copies of the communication structures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these organizations." Constrained.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Communication structures. The wires matter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more than the boxes.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is a proposed operating model.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demo uses synthetic numbers to execute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policy, not measure customer benefit. My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bet is that cheaper coordination makes some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our current boundaries obsolete. We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should find those boundaries before we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photocopy them onto agents.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Look at the handoffs in a product you own.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Research writes a brief. Product translates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into tickets. Engineering translates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tickets into software. Support translates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software back into complaints. Which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translations carry judgment, and which just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carry the same sentence into another tool?</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07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Your org chart is a fossil of coordination cost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Coase, 1937: coordination has a cost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Reprice the handoff before copying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Coase asked why firms exist when people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could contract through the market. Using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market costs something; coordinating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inside the firm costs something too.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boundary depends on that comparison.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Apply that question inside a product group.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weekly brief may have existed because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collecting it took somebody two days.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separate triage meeting may have existed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because linking a complaint to a trace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required three people and a spreadsheet. If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those costs change, the old boundary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deserves another look.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is the inversion. Do not start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agent per box on the current org chart.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Start with the outcome and price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handoffs again. Agents do not delete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coordination cost. They move some of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into verification, permissions,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maintenance. Count those before declaring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meeting extinct.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07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Draw the wires between agents</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2bc51557ea5d1c3de12599f0c5d78f5149879a572b4fc67a7c2dd9b037252a0f" descr="Draw the wires between agent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Research → sourced brief → product review</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Feedback → cited clusters → product review</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Review → accepted hypothesis → build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inverse Conway manoeuvre is the name people use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for changing the organization to encourage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architecture they want. Here that means designing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communication between agents and people, not putting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robot beside every job title.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Research delivers a brief with source URLs and dates.</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Feedback delivers clusters with the original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complaints attached. The product review resolves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disagreement between them and writes the accepted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hypothesis. A build agent consumes that artifact. 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does not poll six chat histories and guess which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decision won.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Team Topologies distinguishes collaboration, service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consumption, and facilitation. Use collaboration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while discovering the interface. Make the repeated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delivery a service once the contract is understood.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Keep facilitation temporary. An agent roster without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these wires is a seating plan.</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07    SOURCE SLIDE 10</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Campbell's law arrives on schedule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Activation is the target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behavior did we just pay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Give the system a target and it will search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 ways to improve it. So will a team.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Campbell described the pressure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decision-making puts on quantitative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indicators and on the activity they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supposed to measure.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Our target is onboarding activation.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next screen has three candidates. Before we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inspect anything else, choose the one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would investigate. Do not reverse-engineer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answer from the names; they are A, B,</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interesting question is what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winning candidate did to earn the number.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metric tells you that something moved.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does not tell you whether you wanted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movement.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07    SOURCE SLIDE 11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Demo: run it before you know the rule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 40% activation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 · 48% activation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 · 45% activation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Which candidate gets your attention? B has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largest activation number. Now open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rest of its record.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Support contacts rose to nine percent,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against a five-percent ceiling. The copy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invents urgency. Raise the support ceiling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ten and it still fails the urgency rule.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metric win cannot buy off a product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principle.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 has forty-five percent activation, four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percent support, and no fabricated urgency.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is eligible for human review. It is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shipped. These point estimates have no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sample size or uncertainty behind them; 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opening scope statement matters here.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Write the rule you wish you had before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first vote. Compare it with the policy we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saved before opening the scorecard. The gap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what this exercise was for.</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07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Where guards go, including the two we forgot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Wider rollout · expensive runs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infrastructure changes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Customer messaging · customer data deletion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demo gave us a reason for the guard.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Put it where the consequence changes,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before the action happens.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Widening a cohort spends more customer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exposure. An expensive run spends money.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Creating infrastructure adds ongoing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obligations; tearing it down may remove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somebody's recovery path. Name the budget,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owner, and the evidence needed at each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crossing.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add the two missing from the old list.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Sending a message to a real customer.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Deleting their records. Those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consequences for another person, even when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API call costs a fraction of a cent.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person approves them. The system must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enforce that permission, not merely mention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in the prompt.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07    SOURCE SLIDE 15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Break the mirror on purpose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Reprice the handoffs. Draw the interfaces.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Automate the right things. Keep the taste.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Back to the org chart. Some of those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boundaries exist because the work really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different. Some exist because the person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 the spreadsheet sat in another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department. We should know which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teaching agents to repeat them.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Take one boundary. What arrives,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leaves, who decides, and what did it cost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last week? Make collection cheaper without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erasing the disagreement that the handoff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used to expose. Keep the product review</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where the evidence conflicts. Give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resulting decision a durable artifact so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next agent does not have to guess.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price ownership. Six agents do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become free because one person has their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names in a config file. Reserve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person's attention and practise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exceptional work. Put permission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customer consequences.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org chart is a record of earlier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tradeoffs. You are allowed to make new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ones. Automate the right things. Keep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taste.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Melvin E. Conway (1968), How Do Committees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Invent?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https://melconway.com/Home/pdf/committees.pdf,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Datamation, April, 28–31.</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Ronald H. Coase (1937), The Nature of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Firm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https://onlinelibrary.wiley.com/doi/10.1111/j.1468-0335.1937.tb00002.x),</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Economica 4(16, 386–405. The agent-design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application is the speaker’s argument.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Thoughtworks, Inverse Conway Maneuver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https://www.thoughtworks.com/en-br/radar/techniques/inverse-conway-maneuver),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2014/2015. Skelton and Pais, [Team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Topologies interaction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modes](https://teamtopologies.com/key-concepts.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Donald T. Campbell (1979), Assessing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impact of planned social change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https://doi.org/10.1016/0149-7189%2879%2990048-X),</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Evaluation and Program Planning 2(1, 67–90.</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9</Slides>
  <Notes>9</Notes>
</Properties>
</file>

<file path=docProps/core.xml><?xml version="1.0" encoding="utf-8"?>
<cp:coreProperties xmlns:cp="http://schemas.openxmlformats.org/package/2006/metadata/core-properties" xmlns:dc="http://purl.org/dc/elements/1.1/" xmlns:dcterms="http://purl.org/dc/terms/" xmlns:xsi="http://www.w3.org/2001/XMLSchema-instance">
  <dc:title>The Future of Product Engineering: Break the Mirror on Purpose</dc:title>
  <dc:creator>Dan Levy</dc:creator>
  <dc:description>handout edition generated from current reviewed talk materials</dc:description>
  <dcterms:created xsi:type="dcterms:W3CDTF">2026-09-07T01:22:58Z</dcterms:created>
</cp:coreProperties>
</file>