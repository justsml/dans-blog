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Limit interfaces, reserve recovery practice, and attach a hypothesis and a report to each experiment.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The system must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 that permission, not merely mention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the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that the handoff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used to expose. Keep the product review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where the evidence conflicts.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resulting decision a durable artifact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Six agents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become free because one person has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names in a config file. Reserve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person's attention and practise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work. Put permission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You are allowed to make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ones. Automate the right things.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2026-09-06T09:11:12Z</dcterms:created>
</cp:coreProperties>
</file>