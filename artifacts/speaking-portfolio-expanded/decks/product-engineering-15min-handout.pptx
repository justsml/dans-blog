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17 slides. Timings include the exercises and delivery pauses, without Q&amp;A. Sources checked 6 September 2026. Story prompts belong in speaker notes and require Dan’s own records before delivery. Slides 14 and 15 are labelled predictions, once, on slide 14; everything before them is the operating model as it stands.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mirroring has empirical support and documented exceptions. We can choose different communication structures.</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research and feedback deliver evidence to a product review; accepted hypotheses feed build and opt-in beta proposals.</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04:30 to 05:45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05:45 to 08:45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08:45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ownership consumes attention, and it is about to consume fuel. Two predictions close this talk and I will label them as predictions once, because I have measured neither. The first: tokens stop being a build cost and become a running cost, defensive agents run forever, and the ongoing burn belongs in the design doc beside the latency budget, with an owner who is not whoever wrote the prompt.</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10:45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image creation belongs to the big players, and the same holds in whichever industry you work in. Those of us who do not work at a frontier lab — the organic agents in the room —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every experiment still reports its hypothesis, its exposure count and its owner.</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10:45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image creation belongs to the big players, and the same holds in whichever industry you work in. Those of us who do not work at a frontier lab — the organic agents in the room —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every experiment still reports its hypothesis, its exposure count and its owner.</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The Future of Product Engineering: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Break the Mirror on Purpose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architecture you could read off the org chart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Conway, 1968: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constrain designs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those boundaries still earns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Conway said organizations designing systems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constrained to produce designs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copies of the communication structures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these organizations." Constrained.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structures. The wires matter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the boxes.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proposed operating model.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demo uses synthetic numbers to execute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policy, not measure customer benefit. My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 is that cheaper coordination makes some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our current boundaries obsolete.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find those boundaries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photocopy them onto agents.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Look at the handoffs in a product you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Research writes a brief. Product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into tickets. Engineering translates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tickets into software. Support translates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software back into complaints.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translations carry judgment, and which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carry the same sentence into another tool?</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org chart is a fossil of coordination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Coase, 1937: coordination has a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Reprice the handoff before copying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Coase asked why firms exist when people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could contract through the market.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market costs something; coordinating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inside the firm costs something too.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boundary depends on that comparison.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inversion. Do not start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agent per box on the current org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 with the outcome and price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handoffs again. Agents do not delete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coordination cost. They move some of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verification, permissions,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maintenance. Count those before declaring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meeting extinct.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Draw the wires between agents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inverse Conway manoeuvre is the name people use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changing the organization to encourage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architecture they want. Here that means designing</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communication between agents and people, not putting</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robot beside every job title.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Research delivers a brief with source URLs and dates.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Feedback delivers clusters with the original</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complaints attached. The product review resolves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disagreement between them and writes the accepted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hypothesis. A build agent consumes that artifact.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 not poll six chat histories and guess which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decision won.</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Campbell's law arrives on schedule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Activation is the target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behavior did we just pay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system a target and it will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ways to improve it. So will a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Campbell described the pressure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decision-making puts on quantitative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indicators and on the activity they are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supposed to measure.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target is onboarding activation.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next screen has three candidates. Before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anything else, choose the one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investigate. Do not reverse-engineer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answer from the names; they are A,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run it before you know the rule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40%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48%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45% activation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candidate gets your attention? B has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largest activation number. Now open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rest of its record.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contacts rose to nine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 five-percent ceiling. The copy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invents urgency. Raise the support ceiling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ten and it still fails the urgency rule.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metric win cannot buy off a product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principle.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has forty-five percent activation,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support, and no fabricated urgency.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eligible for human review.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shipped. These point estimates have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sample size or uncertainty behind them;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scope statement matters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the rule you wish you had before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vote. Compare it with the policy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saved before opening the scorecard. The gap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what this exercise was for.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Where guards go, including the two we forgot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Wider rollout · expensive runs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messaging · customer data 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demo gave us a reason for the guard.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it where the consequence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the action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Widening a cohort spends more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An expensive run spends money.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Creating infrastructure adds ongoing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obligations; tearing it down may remove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somebody's recovery path. Name the budget,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owner, and the evidence needed at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add the two missing from the old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Sending a message to a real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Deleting their records. Those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consequences for another person,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API call costs a fraction of a cent.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approves them, and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enforces that permission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mentioning it in a prompt.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Yes, the software you mastered is going away. As you</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know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prediction, and this one is less comfortable.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AI does not magically make software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Well-understood software still gets harder to operate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as the world moves under it: you outgrow a</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performance envelope, you accumulate features,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somebody deprecates your dependency. Generation makes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first version cheap. It does not make the tenth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year cheap.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replaces it looks less like a grid of apps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more like Minority Report, with a surprise revival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terminal. Which is a Matrix ending when you think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about it. Thanks, AI. Skynet is not so bad if I get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 keep my CLIs.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Minority Report, With Terminals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Here is the part I want you to leave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future is not spoken for. GPT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pretty good does not mean image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creation belongs to the big players,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holds in whichever industry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in. Those of us who do not work at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frontier lab — the organic agents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room — get to rethink any and every app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AI-native system, from the boundary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this whole talk one level higher: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not photocopy today's product categories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onto tomorrow's substrate either.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Break the mirror on purpose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Reprice the handoffs. Draw the interfaces.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Automate the right things. Keep the taste.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one boundary. What arrives,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who decides, and what did it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last week? Make collection cheaper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erasing the disagreement the handoff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expose. Keep the product review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conflicts, and give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decision a durable artifact so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does not have to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do the larger version of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 The org chart is a record of earlier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tradeoffs; so is the product category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working inside. You are allowed to make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ones, and the channel is not spoken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yet. Break the mirror on purpose. Automate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things. Keep the taste.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Melvin E. Conway (1968), How Do Committees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https://melconway.com/Home/pdf/committees.pdf,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Datamation, April, 28–31.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Ronald H. Coase (1937), The Nature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https://onlinelibrary.wiley.com/doi/10.1111/j.1468-0335.1937.tb00002.x),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Economica 4(16, 386–405. The agent-design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is the speaker’s argument.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Thoughtworks, Inverse Conway Maneuver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https://www.thoughtworks.com/en-br/radar/techniques/inverse-conway-maneuver),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2014/2015. Skelton and Pais, [Team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Topologies 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modes](https://teamtopologies.com/key-concepts.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T. Campbell (1979), Assessing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impact of planned social change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https://doi.org/10.1016/0149-7189%2879%2990048-X),</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and Program Planning 2(1, 67–90.</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11</Slides>
  <Notes>11</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handout edition generated from current reviewed talk materials</dc:description>
  <dcterms:created xsi:type="dcterms:W3CDTF">2026-09-07T02:31:12Z</dcterms:created>
</cp:coreProperties>
</file>