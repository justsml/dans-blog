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 id="271" r:id="rIdSlide16"/>
    <p:sldId id="272" r:id="rIdSlide17"/>
    <p:sldId id="273" r:id="rIdSlide18"/>
    <p:sldId id="274" r:id="rIdSlide19"/>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 Id="rIdSlide16" Type="http://schemas.openxmlformats.org/officeDocument/2006/relationships/slide" Target="slides/slide16.xml"/><Relationship Id="rIdSlide17" Type="http://schemas.openxmlformats.org/officeDocument/2006/relationships/slide" Target="slides/slide17.xml"/><Relationship Id="rIdSlide18" Type="http://schemas.openxmlformats.org/officeDocument/2006/relationships/slide" Target="slides/slide18.xml"/><Relationship Id="rIdSlide19" Type="http://schemas.openxmlformats.org/officeDocument/2006/relationships/slide" Target="slides/slide19.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_rels/notesSlide16.xml.rels><?xml version="1.0" encoding="UTF-8" standalone="yes"?><Relationships xmlns="http://schemas.openxmlformats.org/package/2006/relationships"><Relationship Id="rIdSlide" Type="http://schemas.openxmlformats.org/officeDocument/2006/relationships/slide" Target="../slides/slide16.xml"/><Relationship Id="rIdMaster" Type="http://schemas.openxmlformats.org/officeDocument/2006/relationships/notesMaster" Target="../notesMasters/notesMaster1.xml"/></Relationships>
</file>

<file path=ppt/notesSlides/_rels/notesSlide17.xml.rels><?xml version="1.0" encoding="UTF-8" standalone="yes"?><Relationships xmlns="http://schemas.openxmlformats.org/package/2006/relationships"><Relationship Id="rIdSlide" Type="http://schemas.openxmlformats.org/officeDocument/2006/relationships/slide" Target="../slides/slide17.xml"/><Relationship Id="rIdMaster" Type="http://schemas.openxmlformats.org/officeDocument/2006/relationships/notesMaster" Target="../notesMasters/notesMaster1.xml"/></Relationships>
</file>

<file path=ppt/notesSlides/_rels/notesSlide18.xml.rels><?xml version="1.0" encoding="UTF-8" standalone="yes"?><Relationships xmlns="http://schemas.openxmlformats.org/package/2006/relationships"><Relationship Id="rIdSlide" Type="http://schemas.openxmlformats.org/officeDocument/2006/relationships/slide" Target="../slides/slide18.xml"/><Relationship Id="rIdMaster" Type="http://schemas.openxmlformats.org/officeDocument/2006/relationships/notesMaster" Target="../notesMasters/notesMaster1.xml"/></Relationships>
</file>

<file path=ppt/notesSlides/_rels/notesSlide19.xml.rels><?xml version="1.0" encoding="UTF-8" standalone="yes"?><Relationships xmlns="http://schemas.openxmlformats.org/package/2006/relationships"><Relationship Id="rIdSlide" Type="http://schemas.openxmlformats.org/officeDocument/2006/relationships/slide" Target="../slides/slide19.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Agents now direct their own compute. Put the limits where the work begins.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Rewritten 2026-09-06 from Dan's notes. 40 minutes, 14 slides, four audience moments, no Q&amp;A. Add five minutes for a 45-minute booking. Job counts and prices are fixtures; the vendors on slide 8 are real and were checked on the date above. Say the scope once, on slide 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[Presenter scripts](../packets/dynamic-scaling/script-40min.md) · [Contracts](../packets/dynamic-scaling/contracts.md) · [Walkthrough](../packets/dynamic-scaling/demo.md) · [Evidence](../packets/dynamic-scaling/evidence-bank.md)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Regenerate scripts, adaptations and the browser deck with `bun artifacts/speaking-portfolio-expanded/build-talk.ts dynamic-scaling`.</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chat turn, a retry, a cron job, a second tab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Each legal. Each ten images.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customer bought ten.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customer asks for ten images. Four things happen within a minute, and every one of them is legitimate. The chat turn calls the batch tool. A worker crashed halfway and its replacement retries. A nightly job re-runs anything not marked done. The customer opened a second tab because the first one looked stuck.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callers, ten images each. Every local limit passed. The provider is rendering forty. Your dashboard proudly reports four tool calls. We put the limit on the wrong unit of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whole talk in one multiplication. The agentic part is what comes next: the same system that hid the fan-out can also ask for its own compute, and we have to decide what that is allowed to mean. Numbers here are fixtures; the vendors later are real.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fan-out you found on a bill before you found it in a dashboard.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Let the room multiply before you show forty. Then ask which component knew the customer's entitlement. Silence is the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01:30 to 04:00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Horizontal: more boxes, decided by ops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Vertical: bigger box, decided by ops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Self-directed: the job describes its shape and asks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twenty years scaling was an infra question answered once for everyone. Add replicas or buy a bigger box, then let an autoscaler watch CPU and guess. The workload never got a vote.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Agentic workloads can vote. The orchestrator knows this batch is mostly waiting on a provider, that this one needs a GPU for ninety seconds, that this one is untrusted code and wants a sandbox. It can say so, per job, at the moment the job starts.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decisions stay separate. Tasks: split the work. Attempts: try several complete answers. Placement: choose where it runs. A model can propose all three cheaply now; it does not repeal the dependency graph, and it does not get to repeal the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Classify an image batch, a route-optimization run, three competing designs and a region move. Note that an LLM can schedule a solver without doing the arithmetic.</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04:00 to 05:30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Agent slots ≠ tool batch size ≠ provider attempts ≠ entitlement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runtime's concurrency limit counts tool calls. A batch tool multiplies each one. A retry layer multiplies again. Forty logical items become eighty provider attempts when every item gets one retry, and the visible count still says four.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Record logical items and external attempts separately. A retry is another attempt at an item, not a new entitlement. And read the batch tool's actual contract: maximum batch size, resource estimate, cancellation behavior, what a partial result looks like.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four callers, ten children, one retry layer. Count to eighty out loud.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05:30 to 08:00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Reserve before dispatch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Share tenant and provider limits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Queue or reject what does not fit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prompt that says only run one expensive tool is guidance. It is not a lock. The chat turn, the retry, the cron job and the second tab arrive at once, and none of them can see the others.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every external dispatch crosses one shared admission controller. It atomically checks tenant entitlement, budget, provider concurrency, rate and deadline, then reserves. If the request does not fit, it queues or returns an explicit rejection. A process-local semaphore only works when that process owns all the work, and in an agentic system it never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two simultaneous callers in contracts.md. Read-balance-then-write loses; atomic reservation admits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08:00 to 09:30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Concurrency ≠ requests per minute ≠ dollars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Reserved ≠ charged. Cancelled ≠ refunded.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Pessimistic reservations refuse real work; choose your tightness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can satisfy any one of these and blow the other two. Reserve a defensible maximum per operation, reconcile against the bill when the answer arrives, and keep unresolved provider jobs charged until you know. A worker lease expiring proves the worker died, not that the remote render stopped.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is a real trade here. Reserve the full retry allowance up front and a second legitimate caller gets queued behind money that may never be spent. Reserve lazily and you can overshoot. Pick a tightness on purpose and write it 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Use the $2 ledger in contracts.md. Show settled plus reserved never passing $2, then ask what the second caller should have seen.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a scheduler can lower pressure after throttling without ever raising the ceiling; that policy is deterministic code, not a prompt.</a:t>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09:30 to 12:30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Request: shape, size, duration, region, cost cap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Resolve: catalog, tenant budget, lease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Pay per job. No idle fleet. Least privilege for free.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that is actually new. The orchestrator asks for compute the way it asks for a tool. Eight sandboxes for six minutes, this region, this cost cap. The scheduler resolves that against a catalog of approved classes and the tenant's budget, and returns a lease with a teardown.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get is per-job economics. A customer can buy a faster turnaround. Finance can cap one workflow instead of one environment. Nobody pays for a warm fleet sized for the worst Tuesday of the year. And least privilege stops being a project: an instance that lives six minutes, reaches three domains, and holds one scoped credential is hard to abuse even when the agent inside it is confused.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risk is obvious. An agent that can provision is an agent that can spend. The catalog, the lease and the teardown are the answer, and they are enforced outside the model. The agent chooses; it does not grant.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moment an agent-sized request would have replaced a capacity-planning meeting.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Contrast one autoscaler threshold with one job request. Ask which one you could put on an invoice.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09:30 to 12:30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Request: shape, size, duration, region, cost cap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Resolve: catalog, tenant budget, lease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Pay per job. No idle fleet. Least privilege for free.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that is actually new. The orchestrator asks for compute the way it asks for a tool. Eight sandboxes for six minutes, this region, this cost cap. The scheduler resolves that against a catalog of approved classes and the tenant's budget, and returns a lease with a teardown.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get is per-job economics. A customer can buy a faster turnaround. Finance can cap one workflow instead of one environment. Nobody pays for a warm fleet sized for the worst Tuesday of the year. And least privilege stops being a project: an instance that lives six minutes, reaches three domains, and holds one scoped credential is hard to abuse even when the agent inside it is confused.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risk is obvious. An agent that can provision is an agent that can spend. The catalog, the lease and the teardown are the answer, and they are enforced outside the model. The agent chooses; it does not grant.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moment an agent-sized request would have replaced a capacity-planning meeting.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Contrast one autoscaler threshold with one job request. Ask which one you could put on an invoice.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12:30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Sandboxes: Fly.io Sprites, Depot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Serverless compute and GPUs: Modal, Vast.ai</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Durable edge state: Cloudflare Workers, Durable Objects, Workflows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Interruptible capacity: AWS EC2 Spot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pieces exist, and they are shaped for this. Fly.io Sprites are hardware-isolated VMs that create in a second or two, checkpoint and restore, and take an egress policy from outside so the agent inside cannot loosen it. Depot sandboxes bill per second for exactly this: run agent-generated code, stream output, throw it away.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Modal gives you functions and GPUs that scale to zero; Vast.ai is a marketplace where a spare GPU is cheap and short-lived. Cloudflare Workers with Durable Objects and Workflows hold the coordination state that survives everything else being torn down. EC2 Spot is the old version of the same idea: capacity that can vanish, so the job had better be restartable.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common thread: create in seconds, pay per second, torn down unless someone says otherwise, and the network narrowed from the outside. That is the substrate an agent-directed scheduler needs. What none of them give you is the ledger; that is still yours.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who runs agent code on something with a lifetime under an hour. Then ask who has an egress policy on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match the execution class to the work; waiting on a provider needs a durable step, not a GPU.</a:t>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12:30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Sandboxes: Fly.io Sprites, Depot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Serverless compute and GPUs: Modal, Vast.ai</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Durable edge state: Cloudflare Workers, Durable Objects, Workflows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Interruptible capacity: AWS EC2 Spot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pieces exist, and they are shaped for this. Fly.io Sprites are hardware-isolated VMs that create in a second or two, checkpoint and restore, and take an egress policy from outside so the agent inside cannot loosen it. Depot sandboxes bill per second for exactly this: run agent-generated code, stream output, throw it away.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Modal gives you functions and GPUs that scale to zero; Vast.ai is a marketplace where a spare GPU is cheap and short-lived. Cloudflare Workers with Durable Objects and Workflows hold the coordination state that survives everything else being torn down. EC2 Spot is the old version of the same idea: capacity that can vanish, so the job had better be restartable.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common thread: create in seconds, pay per second, torn down unless someone says otherwise, and the network narrowed from the outside. That is the substrate an agent-directed scheduler needs. What none of them give you is the ledger; that is still yours.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who runs agent code on something with a lifetime under an hour. Then ask who has an egress policy on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match the execution class to the work; waiting on a provider needs a durable step, not a GPU.</a:t>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15:00 to 17:30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accepted → submitted → waiting → completed / failed / unresolved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Callbacks: authenticate, deduplicate, valid transitions only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Notification is its own job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Accept ten prompts, return a stable job ID, persist item IDs, provider IDs, reservations, attempts, output locations and terminal states. The conversation can end. The sandbox can be reclaimed. The job continues.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Callbacks arrive twice and out of order; authenticate, deduplicate, apply only valid transitions. A restart rebuilds pending work from storage, not from replaying the conversation. And when the output is stored, enqueue the notification through an outbox so an email failure never regenerates an image. Naming something durable does not make an in-flight promise survive a lifecycle transition; the recovery protocol is yours to write.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the state machine in contracts.md. Crash after submission and before the provider ID is saved. Discuss unresolved.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17:30 to 21:30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callers, one entitlement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Spot instance reclaimed mid-batch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response lost, one email fails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callers each want a full batch. The first reserves the entitlement; the second queues with an explicit reason. Dispatch begins on a spot worker. Halfway through, the instance is reclaimed with two minutes' notice: the lease expires, the provider keeps rendering, the reservations stay charged.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new worker reloads the job, checks provider status for every submitted item, and collects what finished. One item's response never arrived; it stays unresolved with its reservation held, and the worker asks the provider rather than resubmitting. All outputs land. The email fails. The delivery worker retries the email against the completed job, and the expensive generation is untouched.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job, a recoverable lifecycle, honest accounting, and a compute substrate that was allowed to disappear under it. That is the abstraction the batch tool owed 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Five minutes from demo.md. Ask the room for each next transition before revealing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21:30 to 26:00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Barrel of monkeys: lead with cheap parallel generation,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Council of guards: judges read a thousand tokens and write fifty; measure the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Gates before preferences; the judge may reject everyone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Change the unit of work from images to whole designs. Give the batch-job problem to three generated agents with the same requirements and different priorities: a minimalist, a maintainer, a security and performance reviewer. Keep first drafts separate so they do not converge on the first plausible answer. The contrast is the product.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Somebody is going to cite Knight and Leveson at me, so let me do it first. 1986, twenty-seven teams, one specification, a million tests, and the independently written versions failed together far more than independence predicts. True, important, and about N-version programming as a correctness strategy. That is not what this is. I am not voting three models toward the truth, and I am not going to tell you the ensemble is right because it agreed with itself. If that is the pitch you heard, it is not mine.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what parallel attempts actually buy. Understanding of the models you depend on: run one brief through two of them and you learn what each reaches for and what each forgets. A migration harness: same brief, new model, diff the behavior before you switch, instead of after the incident. Better output: a synthesis of compatible ideas is often better than any single draft. And the cheap one, which is the one I care about: judging. A judge reads a thousand tokens and writes fifty. Output is what costs, so you can afford three or five judges from different models on every candidate, and the number you want back is not the average score. It is the disagreement. When the judges split or their reasons barely overlap, that candidate is sitting in territory nobody understands, and that is the one you do not ship on autopilot. I call this the Council of Guards. It picks between one and three alternatives to generate, and it costs a fraction of the generation it is guarding.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generation side has a name too, and I am not sorry about it: the barrel-of-monkeys maneuver. Lead with parallel generation on purpose. You are adding a controlled section of chaos that the next stage has to handle: a revision loop, a router, the council, or your users in an A/B test. Why you would want the chaos varies. Sometimes you want the fastest answer, so you race. Sometimes you want the best parts of several, so a frontier model, whose input tokens are the cheap ones, reads all of them and writes one coherent output. Sometimes you just want more candidates for the judges to rank so the best whole answer goes downstream. In law or medicine, where the rules are extensive and specific, that is how you catch the one errant mistake that shows up in one output out of ten. And the monkeys can be cheap: models at a hundredth or a thousandth the price of the frontier, generating alternatives in a loop. Some of them need a tool-calling agent with files, search and git, which means a sandbox and somebody's cloud; others single-shot it fine. That is an architecture question about how much effort you want in a system that keeps improving versus one you can retune at runtime. Fan-out is a tool you encapsulate at points in the graph: default model most of the time, n alternatives for a sample of requests. Your needs and your opportunities decide why, where and how often.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Does this border on speculative optimization dressed up as learning? Yes, possibly. Probably sometimes. We will find out. So do not build any of it without env vars to turn it down, and ideally build the system that adjusts its own fan-out and token burn from what it measures. Right? Right. That system is the companion talk.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gates before reading the candidates: no duplicate dispatch after restart, no cross-tenant spend, no regeneration on notification retry, no dispatch after deadline. Run executable checks first. In the exercise every candidate fails a gate, including the careful one, which is the point: the council is allowed to reject the room. Then combine compatible ideas into a new candidate with one coherent set of assumptions and run the gates again. Passing parts do not make a passing whole. Stop at the review budget; an endless debate is an expensive way to not ship.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None of this looks like the engineering we were raised on. Do not do the work twice. Do not spend compute speculatively. One right answer per ticket. Those were axioms when the expensive thing was the engineer. When the expensive thing is being wrong, and a second draft costs cents, doing it three times and reading what disagrees is the frugal move. I am not a shill for Big Token. I am telling you that cheaper, safer and faster now sometimes come from spending exactly where yesterday's wisdom told you not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Knight and Leveson (1986), [An Experimental Evaluation of the Assumption of Independence in Multiversion Programming](https://doi.org/10.1109/TSE.1986.6312924), IEEE Transactions on Software Engineering SE-12(1), 96 to 109. Cited to set aside: it is a result about redundancy as a correctness strategy, which this slide does not claim.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Score the three candidates in demo.md. Have the room find each candidate's failed gate before revealing it. Then show the council split per candidate: high agreement on the minimalist's failure, low overlap on the maintainer's, and ask which one deserves the human's afternoon.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21:30 to 26:00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Barrel of monkeys: lead with cheap parallel generation,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Council of guards: judges read a thousand tokens and write fifty; measure the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Gates before preferences; the judge may reject everyone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Change the unit of work from images to whole designs. Give the batch-job problem to three generated agents with the same requirements and different priorities: a minimalist, a maintainer, a security and performance reviewer. Keep first drafts separate so they do not converge on the first plausible answer. The contrast is the product.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Somebody is going to cite Knight and Leveson at me, so let me do it first. 1986, twenty-seven teams, one specification, a million tests, and the independently written versions failed together far more than independence predicts. True, important, and about N-version programming as a correctness strategy. That is not what this is. I am not voting three models toward the truth, and I am not going to tell you the ensemble is right because it agreed with itself. If that is the pitch you heard, it is not mine.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what parallel attempts actually buy. Understanding of the models you depend on: run one brief through two of them and you learn what each reaches for and what each forgets. A migration harness: same brief, new model, diff the behavior before you switch, instead of after the incident. Better output: a synthesis of compatible ideas is often better than any single draft. And the cheap one, which is the one I care about: judging. A judge reads a thousand tokens and writes fifty. Output is what costs, so you can afford three or five judges from different models on every candidate, and the number you want back is not the average score. It is the disagreement. When the judges split or their reasons barely overlap, that candidate is sitting in territory nobody understands, and that is the one you do not ship on autopilot. I call this the Council of Guards. It picks between one and three alternatives to generate, and it costs a fraction of the generation it is guarding.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generation side has a name too, and I am not sorry about it: the barrel-of-monkeys maneuver. Lead with parallel generation on purpose. You are adding a controlled section of chaos that the next stage has to handle: a revision loop, a router, the council, or your users in an A/B test. Why you would want the chaos varies. Sometimes you want the fastest answer, so you race. Sometimes you want the best parts of several, so a frontier model, whose input tokens are the cheap ones, reads all of them and writes one coherent output. Sometimes you just want more candidates for the judges to rank so the best whole answer goes downstream. In law or medicine, where the rules are extensive and specific, that is how you catch the one errant mistake that shows up in one output out of ten. And the monkeys can be cheap: models at a hundredth or a thousandth the price of the frontier, generating alternatives in a loop. Some of them need a tool-calling agent with files, search and git, which means a sandbox and somebody's cloud; others single-shot it fine. That is an architecture question about how much effort you want in a system that keeps improving versus one you can retune at runtime. Fan-out is a tool you encapsulate at points in the graph: default model most of the time, n alternatives for a sample of requests. Your needs and your opportunities decide why, where and how often.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Does this border on speculative optimization dressed up as learning? Yes, possibly. Probably sometimes. We will find out. So do not build any of it without env vars to turn it down, and ideally build the system that adjusts its own fan-out and token burn from what it measures. Right? Right. That system is the companion talk.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gates before reading the candidates: no duplicate dispatch after restart, no cross-tenant spend, no regeneration on notification retry, no dispatch after deadline. Run executable checks first. In the exercise every candidate fails a gate, including the careful one, which is the point: the council is allowed to reject the room. Then combine compatible ideas into a new candidate with one coherent set of assumptions and run the gates again. Passing parts do not make a passing whole. Stop at the review budget; an endless debate is an expensive way to not ship.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None of this looks like the engineering we were raised on. Do not do the work twice. Do not spend compute speculatively. One right answer per ticket. Those were axioms when the expensive thing was the engineer. When the expensive thing is being wrong, and a second draft costs cents, doing it three times and reading what disagrees is the frugal move. I am not a shill for Big Token. I am telling you that cheaper, safer and faster now sometimes come from spending exactly where yesterday's wisdom told you not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Knight and Leveson (1986), [An Experimental Evaluation of the Assumption of Independence in Multiversion Programming](https://doi.org/10.1109/TSE.1986.6312924), IEEE Transactions on Software Engineering SE-12(1), 96 to 109. Cited to set aside: it is a result about redundancy as a correctness strategy, which this slide does not claim.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Score the three candidates in demo.md. Have the room find each candidate's failed gate before revealing it. Then show the council split per candidate: high agreement on the minimalist's failure, low overlap on the maintainer's, and ask which one deserves the human's afternoon.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21:30 to 26:00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Barrel of monkeys: lead with cheap parallel generation,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Council of guards: judges read a thousand tokens and write fifty; measure the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Gates before preferences; the judge may reject everyone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Change the unit of work from images to whole designs. Give the batch-job problem to three generated agents with the same requirements and different priorities: a minimalist, a maintainer, a security and performance reviewer. Keep first drafts separate so they do not converge on the first plausible answer. The contrast is the product.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Somebody is going to cite Knight and Leveson at me, so let me do it first. 1986, twenty-seven teams, one specification, a million tests, and the independently written versions failed together far more than independence predicts. True, important, and about N-version programming as a correctness strategy. That is not what this is. I am not voting three models toward the truth, and I am not going to tell you the ensemble is right because it agreed with itself. If that is the pitch you heard, it is not mine.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what parallel attempts actually buy. Understanding of the models you depend on: run one brief through two of them and you learn what each reaches for and what each forgets. A migration harness: same brief, new model, diff the behavior before you switch, instead of after the incident. Better output: a synthesis of compatible ideas is often better than any single draft. And the cheap one, which is the one I care about: judging. A judge reads a thousand tokens and writes fifty. Output is what costs, so you can afford three or five judges from different models on every candidate, and the number you want back is not the average score. It is the disagreement. When the judges split or their reasons barely overlap, that candidate is sitting in territory nobody understands, and that is the one you do not ship on autopilot. I call this the Council of Guards. It picks between one and three alternatives to generate, and it costs a fraction of the generation it is guarding.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generation side has a name too, and I am not sorry about it: the barrel-of-monkeys maneuver. Lead with parallel generation on purpose. You are adding a controlled section of chaos that the next stage has to handle: a revision loop, a router, the council, or your users in an A/B test. Why you would want the chaos varies. Sometimes you want the fastest answer, so you race. Sometimes you want the best parts of several, so a frontier model, whose input tokens are the cheap ones, reads all of them and writes one coherent output. Sometimes you just want more candidates for the judges to rank so the best whole answer goes downstream. In law or medicine, where the rules are extensive and specific, that is how you catch the one errant mistake that shows up in one output out of ten. And the monkeys can be cheap: models at a hundredth or a thousandth the price of the frontier, generating alternatives in a loop. Some of them need a tool-calling agent with files, search and git, which means a sandbox and somebody's cloud; others single-shot it fine. That is an architecture question about how much effort you want in a system that keeps improving versus one you can retune at runtime. Fan-out is a tool you encapsulate at points in the graph: default model most of the time, n alternatives for a sample of requests. Your needs and your opportunities decide why, where and how often.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Does this border on speculative optimization dressed up as learning? Yes, possibly. Probably sometimes. We will find out. So do not build any of it without env vars to turn it down, and ideally build the system that adjusts its own fan-out and token burn from what it measures. Right? Right. That system is the companion talk.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gates before reading the candidates: no duplicate dispatch after restart, no cross-tenant spend, no regeneration on notification retry, no dispatch after deadline. Run executable checks first. In the exercise every candidate fails a gate, including the careful one, which is the point: the council is allowed to reject the room. Then combine compatible ideas into a new candidate with one coherent set of assumptions and run the gates again. Passing parts do not make a passing whole. Stop at the review budget; an endless debate is an expensive way to not ship.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None of this looks like the engineering we were raised on. Do not do the work twice. Do not spend compute speculatively. One right answer per ticket. Those were axioms when the expensive thing was the engineer. When the expensive thing is being wrong, and a second draft costs cents, doing it three times and reading what disagrees is the frugal move. I am not a shill for Big Token. I am telling you that cheaper, safer and faster now sometimes come from spending exactly where yesterday's wisdom told you not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Knight and Leveson (1986), [An Experimental Evaluation of the Assumption of Independence in Multiversion Programming](https://doi.org/10.1109/TSE.1986.6312924), IEEE Transactions on Software Engineering SE-12(1), 96 to 109. Cited to set aside: it is a result about redundancy as a correctness strategy, which this slide does not claim.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Score the three candidates in demo.md. Have the room find each candidate's failed gate before revealing it. Then show the council split per candidate: high agreement on the minimalist's failure, low overlap on the maintainer's, and ask which one deserves the human's afternoon.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21:30 to 26:00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Barrel of monkeys: lead with cheap parallel generation,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Council of guards: judges read a thousand tokens and write fifty; measure the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Gates before preferences; the judge may reject everyone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Change the unit of work from images to whole designs. Give the batch-job problem to three generated agents with the same requirements and different priorities: a minimalist, a maintainer, a security and performance reviewer. Keep first drafts separate so they do not converge on the first plausible answer. The contrast is the product.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Somebody is going to cite Knight and Leveson at me, so let me do it first. 1986, twenty-seven teams, one specification, a million tests, and the independently written versions failed together far more than independence predicts. True, important, and about N-version programming as a correctness strategy. That is not what this is. I am not voting three models toward the truth, and I am not going to tell you the ensemble is right because it agreed with itself. If that is the pitch you heard, it is not mine.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what parallel attempts actually buy. Understanding of the models you depend on: run one brief through two of them and you learn what each reaches for and what each forgets. A migration harness: same brief, new model, diff the behavior before you switch, instead of after the incident. Better output: a synthesis of compatible ideas is often better than any single draft. And the cheap one, which is the one I care about: judging. A judge reads a thousand tokens and writes fifty. Output is what costs, so you can afford three or five judges from different models on every candidate, and the number you want back is not the average score. It is the disagreement. When the judges split or their reasons barely overlap, that candidate is sitting in territory nobody understands, and that is the one you do not ship on autopilot. I call this the Council of Guards. It picks between one and three alternatives to generate, and it costs a fraction of the generation it is guarding.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generation side has a name too, and I am not sorry about it: the barrel-of-monkeys maneuver. Lead with parallel generation on purpose. You are adding a controlled section of chaos that the next stage has to handle: a revision loop, a router, the council, or your users in an A/B test. Why you would want the chaos varies. Sometimes you want the fastest answer, so you race. Sometimes you want the best parts of several, so a frontier model, whose input tokens are the cheap ones, reads all of them and writes one coherent output. Sometimes you just want more candidates for the judges to rank so the best whole answer goes downstream. In law or medicine, where the rules are extensive and specific, that is how you catch the one errant mistake that shows up in one output out of ten. And the monkeys can be cheap: models at a hundredth or a thousandth the price of the frontier, generating alternatives in a loop. Some of them need a tool-calling agent with files, search and git, which means a sandbox and somebody's cloud; others single-shot it fine. That is an architecture question about how much effort you want in a system that keeps improving versus one you can retune at runtime. Fan-out is a tool you encapsulate at points in the graph: default model most of the time, n alternatives for a sample of requests. Your needs and your opportunities decide why, where and how often.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Does this border on speculative optimization dressed up as learning? Yes, possibly. Probably sometimes. We will find out. So do not build any of it without env vars to turn it down, and ideally build the system that adjusts its own fan-out and token burn from what it measures. Right? Right. That system is the companion talk.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gates before reading the candidates: no duplicate dispatch after restart, no cross-tenant spend, no regeneration on notification retry, no dispatch after deadline. Run executable checks first. In the exercise every candidate fails a gate, including the careful one, which is the point: the council is allowed to reject the room. Then combine compatible ideas into a new candidate with one coherent set of assumptions and run the gates again. Passing parts do not make a passing whole. Stop at the review budget; an endless debate is an expensive way to not ship.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None of this looks like the engineering we were raised on. Do not do the work twice. Do not spend compute speculatively. One right answer per ticket. Those were axioms when the expensive thing was the engineer. When the expensive thing is being wrong, and a second draft costs cents, doing it three times and reading what disagrees is the frugal move. I am not a shill for Big Token. I am telling you that cheaper, safer and faster now sometimes come from spending exactly where yesterday's wisdom told you not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Knight and Leveson (1986), [An Experimental Evaluation of the Assumption of Independence in Multiversion Programming](https://doi.org/10.1109/TSE.1986.6312924), IEEE Transactions on Software Engineering SE-12(1), 96 to 109. Cited to set aside: it is a result about redundancy as a correctness strategy, which this slide does not claim.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Score the three candidates in demo.md. Have the room find each candidate's failed gate before revealing it. Then show the council split per candidate: high agreement on the minimalist's failure, low overlap on the maintainer's, and ask which one deserves the human's afternoon.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13. 26:00 to 27:30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Latency: dispatch + queue + slowest branch + merge + verify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Cost: every candidate, every retry, every held reservation, review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Compare against one competent attempt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Starting three workers does not delete the serial parts. That is Amdahl, 1967, and it is unkind: if a tenth of the job is serial, ten workers get you five and a quarter times, and a hundred workers get you nine. Waiting on every branch can make a finished task slower. Count the whole thing: all candidates, failed work, reserved uncertainty, judging and human review, and compare against one competent attempt on the same task set.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Measure accepted outcomes, not launched workers. Start with one extra attempt or one batch boundary; if it does not buy quality, time or cost, keep the simpler path. We are trying to buy useful work, not maximize the number of things blinking.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Amdahl (1967), Validity of the single processor approach to achieving large scale computing capabilities, AFIPS Conference Proceedings 30, 483 to 485.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Ninety seconds: choose a baseline, a cap and an acceptance gate. Keep latency and total cost as separate numbers.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27:30 to 30:00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ledger across every caller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Durable state across every restart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lease on every box, a gate on every candidate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four callers. Forty jobs were legal by four local counters. The missing piece was one shared account of what the application had promised and what it had already started.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inversion is real: the workload can now describe its own shape and ask for its own compute, and the substrate to grant it in seconds already exists. That is a better world than a warm fleet and a guess. It is only safe because the agent chooses from a catalog, spends from a ledger, and runs on boxes that expire.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Inspect one expensive tool in your system. Count the work it can launch underneath itself. Put the limit where that work actually begins.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Close on the multiplication and the shared admission line. Do not add a vendor.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Knight and Leveson (1986), [An Experimental Evaluation of the Assumption of Independence in Multiversion Programming](https://doi.org/10.1109/TSE.1986.6312924), IEEE Transactions on Software Engineering SE-12(1), 96 to 109. Cited to set aside: it is a result about redundancy as a correctness strategy, which this slide does not claim.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Amdahl (1967), Validity of the single processor approach to achieving large scale computing capabilities, AFIPS Conference Proceedings 30, 483 to 485.</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slide2-1.png"/><Relationship Id="rIdSvg1" Type="http://schemas.openxmlformats.org/officeDocument/2006/relationships/image" Target="../media/slide2-1.sv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slide5-1.png"/><Relationship Id="rIdSvg1" Type="http://schemas.openxmlformats.org/officeDocument/2006/relationships/image" Target="../media/slide5-1.sv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 Id="rIdImage1" Type="http://schemas.openxmlformats.org/officeDocument/2006/relationships/image" Target="../media/slide6-1.png"/><Relationship Id="rIdSvg1" Type="http://schemas.openxmlformats.org/officeDocument/2006/relationships/image" Target="../media/slide6-1.svg"/></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 Id="rIdImage1" Type="http://schemas.openxmlformats.org/officeDocument/2006/relationships/image" Target="../media/slide7-1.png"/><Relationship Id="rIdSvg1" Type="http://schemas.openxmlformats.org/officeDocument/2006/relationships/image" Target="../media/slide7-1.svg"/></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 Id="rIdImage1" Type="http://schemas.openxmlformats.org/officeDocument/2006/relationships/image" Target="../media/slide9-1.png"/><Relationship Id="rIdSvg1" Type="http://schemas.openxmlformats.org/officeDocument/2006/relationships/image" Target="../media/slide9-1.svg"/></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 Id="rIdImage1" Type="http://schemas.openxmlformats.org/officeDocument/2006/relationships/image" Target="../media/slide11-1.png"/><Relationship Id="rIdSvg1" Type="http://schemas.openxmlformats.org/officeDocument/2006/relationships/image" Target="../media/slide11-1.svg"/></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 Id="rIdImage1" Type="http://schemas.openxmlformats.org/officeDocument/2006/relationships/image" Target="../media/slide13-1.png"/><Relationship Id="rIdSvg1" Type="http://schemas.openxmlformats.org/officeDocument/2006/relationships/image" Target="../media/slide13-1.svg"/></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7.xml"/></Relationships>
</file>

<file path=ppt/slides/_rels/slide1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8.xml"/></Relationships>
</file>

<file path=ppt/slides/_rels/slide1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Dynamic Scaling of Agentic Workloads</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30-minute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12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12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Four callers, forty images, one customer</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f501b6c12ee57de00d0d8ab47b3d7373e10fdbdb35a9cf56315dbb05ff6bf328" descr="Each of four batch-tool calls starts ten jobs: 4 × 10 = 40, before retrie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 chat turn, a retry, a cron job, a second tab</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Each legal. Each ten images.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customer bought ten.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customer asks for ten images. Four things happen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within a minute, and every one of them is legitimate.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chat turn calls the batch tool. A worker crashed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halfway and its replacement retries. A nightly job</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re-runs anything not marked done. The customer opened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second tab because the first one looked stuck.</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Four callers, ten images each. Every local limit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passed. The provider is rendering forty. Your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dashboard proudly reports four tool calls. We put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limit on the wrong unit of work.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That is the whole talk in one multiplication.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agentic part is what comes next: the same system that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hid the fan-out can also ask for its own compute,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we have to decide what that is allowed to mean.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Numbers here are fixtures; the vendors later are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real.</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12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Horizontal, vertical, and now self-directed</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f5bca740713b7dd36a3ccfac9c9e9a9675c63ad025b015c1afe125e81654692e" descr="Ops sized the fleet for everyone; an autoscaler reacts to CPU; an agentic job describes its own shape and ask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Horizontal: more boxes, decided by ops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Vertical: bigger box, decided by ops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Self-directed: the job describes its shape and asks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For twenty years scaling was an infra question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answered once for everyone. Add replicas or buy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bigger box, then let an autoscaler watch CPU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guess. The workload never got a vote.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Agentic workloads can vote. The orchestrator knows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this batch is mostly waiting on a provider, that this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one needs a GPU for ninety seconds, that this one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untrusted code and wants a sandbox. It can say so,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per job, at the moment the job starts.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Three decisions stay separate. Tasks: split the work.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Attempts: try several complete answers. Placement: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choose where it runs. A model can propose all three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cheaply now; it does not repeal the dependency graph,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it does not get to repeal the budget.</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12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Count items and attempts, not tool slots</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342ac160b4ec3426a06b9bd5f5f25d8b7d3bcc6391f7dfec72e52bc5a99f3307" descr="One retry per item can turn 40 logical items into 80 provider attempt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Agent slots ≠ tool batch size ≠ provider attempts ≠</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entitlement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runtime's concurrency limit counts tool calls.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batch tool multiplies each one. A retry layer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multiplies again. Forty logical items become eighty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provider attempts when every item gets one retry,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visible count still says four.</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Record logical items and external attempts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separately. A retry is another attempt at an item,</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not a new entitlement. And read the batch tool's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actual contract: maximum batch size, resource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estimate, cancellation behavior, what a partial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result looks like.</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12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Put admission below every caller</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ade204143b64e69af78520893e44a4991a36800e58ae3c6b1bff88cf7111db46" descr="One coordinated reservation protects tenant spend and entitlement across all caller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Reserve before dispatch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Share tenant and provider limits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Queue or reject what does not fit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prompt that says only run one expensive tool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guidance. It is not a lock. The chat turn, the retry,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cron job and the second tab arrive at once,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none of them can see the others.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 every external dispatch crosses one shared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admission controller. It atomically checks tenant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entitlement, budget, provider concurrency, rate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deadline, then reserves. If the request does not fit,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it queues or returns an explicit rejection.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process-local semaphore only works when that process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owns all the work, and in an agentic system it never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does.</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12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Money, concurrency and rate are three limits</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8fde8ed4544054c6ba696fe2945ded1fdf0c0b247ec34f09fb00f8685dfce56b" descr="Illustrative $2 run cap: settled + reserved ≤ $2. Prices here are invented fixture value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Concurrency ≠ requests per minute ≠ dollars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Reserved ≠ charged. Cancelled ≠ refunded.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Pessimistic reservations refuse real work; choose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your tightness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You can satisfy any one of these and blow the other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two. Reserve a defensible maximum per operation,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reconcile against the bill when the answer arrives,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and keep unresolved provider jobs charged until you</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know. A worker lease expiring proves the worker died,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not that the remote render stopped.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There is a real trade here. Reserve the full retry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allowance up front and a second legitimate caller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gets queued behind money that may never be spent.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Reserve lazily and you can overshoot. Pick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tightness on purpose and write it down.</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12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inversion: infra as an agent capability</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473993b159729307dbf46a28dd0767ec3dfa81a479c514a84869a6738e54d9b7" descr="The job requests shape, size, duration and a cost cap; the scheduler resolves it against a catalog and tenant budget and returns a leas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Request: shape, size, duration, region, cost cap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Resolve: catalog, tenant budget, lease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Pay per job. No idle fleet. Least privilege for free.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Here is the part that is actually new.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orchestrator asks for compute the way it asks for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tool. Eight sandboxes for six minutes, this region,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this cost cap. The scheduler resolves that against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catalog of approved classes and the tenant's budget,</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and returns a lease with a teardown.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What you get is per-job economics. A customer can buy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faster turnaround. Finance can cap one workflow</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instead of one environment. Nobody pays for a warm</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fleet sized for the worst Tuesday of the year.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least privilege stops being a project: an instance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that lives six minutes, reaches three domains,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holds one scoped credential is hard to abuse even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when the agent inside it is confused.</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12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inversion: infra as an agent capability</a:t>
            </a:r>
            <a:endParaRPr lang="en-US" sz="2550"/>
          </a:p>
          <a:p>
            <a:pPr marL="0" indent="0">
              <a:lnSpc>
                <a:spcPts val="3060"/>
              </a:lnSpc>
              <a:spcAft>
                <a:spcPts val="0"/>
              </a:spcAft>
              <a:buNone/>
            </a:pPr>
            <a:r>
              <a:rPr lang="en-US" sz="2550" b="1">
                <a:solidFill>
                  <a:srgbClr val="202B33"/>
                </a:solidFill>
                <a:latin typeface="Arial"/>
                <a:ea typeface="Arial"/>
                <a:cs typeface="Arial"/>
              </a:rPr>
              <a:t xml:space="preserve">(continued)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What you risk is obvious. An agent that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provision is an agent that can spend.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catalog, the lease and the teardown are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answer, and they are enforced outside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The agent chooses; it does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grant.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12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ecosystem is already ephemeral by default</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f5c9434104cce2c1d2b93f00f44fc408290defaf280712183703c30a3c4a91dd" descr="Sandboxes, serverless GPUs, durable edge state and spot capacity, all created in seconds and torn down by default."/>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Sandboxes: Fly.io Sprites, Depot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Serverless compute and GPUs: Modal, Vast.ai</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Durable edge state: Cloudflare Workers, Durable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Objects, Workflows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Interruptible capacity: AWS EC2 Spot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pieces exist, and they are shaped for this.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Fly.io Sprites are hardware-isolated VMs that create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 a second or two, checkpoint and restore, and take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 egress policy from outside so the agent inside</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cannot loosen it. Depot sandboxes bill per second for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exactly this: run agent-generated code, stream</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output, throw it away.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Modal gives you functions and GPUs that scale to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zero; Vast.ai is a marketplace where a spare GPU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cheap and short-lived. Cloudflare Workers with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Durable Objects and Workflows hold the coordination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state that survives everything else being torn down.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EC2 Spot is the old version of the same idea: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capacity that can vanish, so the job had better be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restartable.</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12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ecosystem is already ephemeral by default</a:t>
            </a:r>
            <a:endParaRPr lang="en-US" sz="2550"/>
          </a:p>
          <a:p>
            <a:pPr marL="0" indent="0">
              <a:lnSpc>
                <a:spcPts val="3060"/>
              </a:lnSpc>
              <a:spcAft>
                <a:spcPts val="0"/>
              </a:spcAft>
              <a:buNone/>
            </a:pPr>
            <a:r>
              <a:rPr lang="en-US" sz="2550" b="1">
                <a:solidFill>
                  <a:srgbClr val="202B33"/>
                </a:solidFill>
                <a:latin typeface="Arial"/>
                <a:ea typeface="Arial"/>
                <a:cs typeface="Arial"/>
              </a:rPr>
              <a:t xml:space="preserve">(continued)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common thread: create in seconds, pay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 second, torn down unless someone says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otherwise, and the network narrowed from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outside. That is the substrate an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agent-directed scheduler needs. What none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them give you is the ledger; that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still yours.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12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 durable job survives the caller</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4b79e59a29b883db56a4fde7612f0abc0d63ce413439e88bfde5ed2a9fda887b" descr="Persist intent and provider identity; uncertain acceptance goes to reconciliation, not blind replay."/>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accepted → submitted → waiting → completed / failed /</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unresolved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Callbacks: authenticate, deduplicate, valid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transitions only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Notification is its own job</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Accept ten prompts, return a stable job ID, persist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item IDs, provider IDs, reservations, attempts,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output locations and terminal states.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conversation can end. The sandbox can be reclaimed.</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The job continues.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Callbacks arrive twice and out of order;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authenticate, deduplicate, apply only valid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transitions. A restart rebuilds pending work from</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storage, not from replaying the conversation.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when the output is stored, enqueue the notification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through an outbox so an email failure never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regenerates an image. Naming something durable does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not make an in-flight promise survive a lifecycle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transition; the recovery protocol is yours to write.</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12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Walkthrough: restart the batch</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Two callers, one entitlement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Spot instance reclaimed mid-batch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response lost, one email fails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Two callers each want a full batch.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first reserves the entitlement; the second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queues with an explicit reason. Dispatch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begins on a spot worker. Halfway through,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instance is reclaimed with two minutes'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notice: the lease expires, the provider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keeps rendering, the reservations stay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charged.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new worker reloads the job, checks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provider status for every submitted item,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collects what finished. One item's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response never arrived; it stays unresolved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its reservation held, and the worker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asks the provider rather than resubmitting.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All outputs land. The email fails.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delivery worker retries the email against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completed job, and the expensive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generation is untouched.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job, a recoverable lifecycle, honest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accounting, and a compute substrate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was allowed to disappear under it. That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abstraction the batch tool owed us.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12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Attempts are a scaling axis. So is judging.</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b4949abe8dedb577fd5f9a3e1c7aa70046fe06211202f0b36f95e7c744c651ce" descr="Different priorities expose tradeoffs. Common requirements and checks apply to every candidat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Barrel of monkeys: lead with cheap parallel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generation, on purpose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Council of guards: judges read a thousand tokens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write fifty; measure the disagreement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Gates before preferences; the judge may reject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everyone</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Change the unit of work from images to whole designs.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Give the batch-job problem to three generated agents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with the same requirements and different priorities: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minimalist, a maintainer, a security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performance reviewer. Keep first drafts separate so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they do not converge on the first plausible answer.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contrast is the product.</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12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Attempts are a scaling axis. So is judging.</a:t>
            </a:r>
            <a:endParaRPr lang="en-US" sz="2550"/>
          </a:p>
          <a:p>
            <a:pPr marL="0" indent="0">
              <a:lnSpc>
                <a:spcPts val="3060"/>
              </a:lnSpc>
              <a:spcAft>
                <a:spcPts val="0"/>
              </a:spcAft>
              <a:buNone/>
            </a:pPr>
            <a:r>
              <a:rPr lang="en-US" sz="2550" b="1">
                <a:solidFill>
                  <a:srgbClr val="202B33"/>
                </a:solidFill>
                <a:latin typeface="Arial"/>
                <a:ea typeface="Arial"/>
                <a:cs typeface="Arial"/>
              </a:rPr>
              <a:t xml:space="preserve">(continued)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Somebody is going to cite Knight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Leveson at me, so let me do it first. 1986,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twenty-seven teams, one specification,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million tests, and the independently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written versions failed together far more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than independence predicts. True,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important, and about N-version programming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 a correctness strategy. That is not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is. I am not voting three models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toward the truth, and I am not going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tell you the ensemble is right because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agreed with itself. If that is the pitch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heard, it is not mine.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Here is what parallel attempts actually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buy. Understanding of the models you depend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 run one brief through two of them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learn what each reaches for and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each forgets. A migration harness: same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brief, new model, diff the behavior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switch, instead of after the incident.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Better output: a synthesis of compatible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ideas is often better than any single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draft. And the cheap one, which is the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 care about: judging. A judge reads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thousand tokens and writes fifty. Output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costs, so you can afford three or five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judges from different models on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 and the number you want back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the average score. It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disagreement. When the judges split 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their reasons barely overlap,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 is sitting in territory nobody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understands, and that is the one you do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ship on autopilot. I call this the Council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Guards. It picks between one and three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alternatives to generate, and it costs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fraction of the generation it is guarding.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12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Attempts are a scaling axis. So is judging.</a:t>
            </a:r>
            <a:endParaRPr lang="en-US" sz="2550"/>
          </a:p>
          <a:p>
            <a:pPr marL="0" indent="0">
              <a:lnSpc>
                <a:spcPts val="3060"/>
              </a:lnSpc>
              <a:spcAft>
                <a:spcPts val="0"/>
              </a:spcAft>
              <a:buNone/>
            </a:pPr>
            <a:r>
              <a:rPr lang="en-US" sz="2550" b="1">
                <a:solidFill>
                  <a:srgbClr val="202B33"/>
                </a:solidFill>
                <a:latin typeface="Arial"/>
                <a:ea typeface="Arial"/>
                <a:cs typeface="Arial"/>
              </a:rPr>
              <a:t xml:space="preserve">(continued)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generation side has a name too, and I</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am not sorry about it: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barrel-of-monkeys maneuver. Lead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parallel generation on purpose. You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adding a controlled section of chaos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next stage has to handle: a revision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loop, a router, the council, or your users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an A/B test. Why you would want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chaos varies. Sometimes you want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fastest answer, so you race. Sometimes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want the best parts of several, so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frontier model, whose input tokens are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cheap ones, reads all of them and writes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coherent output. Sometimes you just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want more candidates for the judges to rank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 the best whole answer goes downstream.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law or medicine, where the rules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extensive and specific, that is how you</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catch the one errant mistake that shows 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one output out of ten. And the monkeys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be cheap: models at a hundredth or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thousandth the price of the frontier,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generating alternatives in a loop. Some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them need a tool-calling agent with files,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search and git, which means a sandbox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somebody's cloud; others single-shot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fine. That is an architecture question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about how much effort you want in a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keeps improving versus one you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retune at runtime. Fan-out is a tool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encapsulate at points in the graph: default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most of the time, n alternatives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sample of requests. Your needs and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opportunities decide why, where and how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often.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15</a:t>
            </a:r>
            <a:endParaRPr lang="en-US" sz="975"/>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12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Attempts are a scaling axis. So is judging.</a:t>
            </a:r>
            <a:endParaRPr lang="en-US" sz="2550"/>
          </a:p>
          <a:p>
            <a:pPr marL="0" indent="0">
              <a:lnSpc>
                <a:spcPts val="3060"/>
              </a:lnSpc>
              <a:spcAft>
                <a:spcPts val="0"/>
              </a:spcAft>
              <a:buNone/>
            </a:pPr>
            <a:r>
              <a:rPr lang="en-US" sz="2550" b="1">
                <a:solidFill>
                  <a:srgbClr val="202B33"/>
                </a:solidFill>
                <a:latin typeface="Arial"/>
                <a:ea typeface="Arial"/>
                <a:cs typeface="Arial"/>
              </a:rPr>
              <a:t xml:space="preserve">(continued)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Does this border on speculative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optimization dressed up as learning? Yes,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possibly. Probably sometimes. We will find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out. So do not build any of it without env</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vars to turn it down, and ideally build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system that adjusts its own fan-out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token burn from what it measures. Right?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Right. That system is the companion talk.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Write the gates before reading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candidates: no duplicate dispatch after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restart, no cross-tenant spend, no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regeneration on notification retry, no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dispatch after deadline. Run executable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checks first. In the exercise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 fails a gate, including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careful one, which is the point: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council is allowed to reject the room. Then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combine compatible ideas into a new</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candidate with one coherent set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assumptions and run the gates again.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Passing parts do not make a passing whole.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Stop at the review budget; an endless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debate is an expensive way to not ship.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None of this looks like the engineering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were raised on. Do not do the work twice.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not spend compute speculatively.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right answer per ticket. Those were axioms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when the expensive thing was the engineer.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When the expensive thing is being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a second draft costs cents, doing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three times and reading what disagrees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frugal move. I am not a shill for Big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Token. I am telling you that cheaper, safer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faster now sometimes come from spending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exactly where yesterday's wisdom told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to.</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16</a:t>
            </a:r>
            <a:endParaRPr lang="en-US" sz="975"/>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12    SOURCE SLIDE 13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Measure the accepted outcome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Latency: dispatch + queue + slowest branch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merge + verify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Cost: every candidate, every retry,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held reservation, review time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Compare against one competent attempt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Starting three workers does not delete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serial parts. That is Amdahl, 1967, and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unkind: if a tenth of the job is serial,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ten workers get you five and a quarter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times, and a hundred workers get you nine.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Waiting on every branch can make a finished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task slower. Count the whole thing: all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candidates, failed work, reserved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uncertainty, judging and human review,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compare against one competent attempt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same task set.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 accepted outcomes, not launched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workers. Start with one extra attempt 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batch boundary; if it does not buy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quality, time or cost, keep the simpler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path. We are trying to buy useful work,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maximize the number of things blinking.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17</a:t>
            </a:r>
            <a:endParaRPr lang="en-US" sz="975"/>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12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Put the limit where the work begins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One ledger across every caller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Durable state across every restart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lease on every box, a gate on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Back to the four callers. Forty jobs were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legal by four local counters. The missing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piece was one shared account of what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application had promised and what it had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already started.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inversion is real: the workload can now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describe its own shape and ask for its own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compute, and the substrate to grant it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seconds already exists. That is a better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world than a warm fleet and a guess. It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only safe because the agent chooses from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catalog, spends from a ledger, and runs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boxes that expire.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Inspect one expensive tool in your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Count the work it can launch underneath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itself. Put the limit where that work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actually begins.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18</a:t>
            </a:r>
            <a:endParaRPr lang="en-US" sz="975"/>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Knight and Leveson (1986), An Experimental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Evaluation of the Assumption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Independence in Multiversion Programming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https://doi.org/10.1109/TSE.1986.6312924),</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IEEE Transactions on Software Engineering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SE-12(1, 96 to 109. Cited to set aside: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a result about redundancy as a</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correctness strategy, which this slide 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claim.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Amdahl (1967), Validity of the single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processor approach to achieving large scale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computing capabilities, AFIPS Conference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Proceedings 30, 483 to 485.</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19</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19</Slides>
  <Notes>19</Notes>
</Properties>
</file>

<file path=docProps/core.xml><?xml version="1.0" encoding="utf-8"?>
<cp:coreProperties xmlns:cp="http://schemas.openxmlformats.org/package/2006/metadata/core-properties" xmlns:dc="http://purl.org/dc/elements/1.1/" xmlns:dcterms="http://purl.org/dc/terms/" xmlns:xsi="http://www.w3.org/2001/XMLSchema-instance">
  <dc:title>Dynamic Scaling of Agentic Workloads</dc:title>
  <dc:creator>Dan Levy</dc:creator>
  <dc:description>handout edition generated from current reviewed talk materials</dc:description>
  <dcterms:created xsi:type="dcterms:W3CDTF">2026-09-07T00:27:55Z</dcterms:created>
</cp:coreProperties>
</file>