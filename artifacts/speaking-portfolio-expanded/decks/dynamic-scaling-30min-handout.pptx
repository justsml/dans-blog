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18:00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25:30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accepted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Same brief, contrasting priorities, separate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drafts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judge reads a thousand tokens and writes fifty. Run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council.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Give the batch-job problem to three generated agents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same requirements and different priorities: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minimalist, a maintainer, a security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reviewer. Keep first drafts separate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do not converge on the first plausible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contrast is the product.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 is going to cite Knight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Leveson at me, so let me do it first. 1986,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twenty-seven teams, one specification,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 tests, and the independently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written versions failed together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independence predicts. True,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important, and about N-version programming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correctness strategy. That is not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I am not voting three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toward the truth, and I am not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the ensemble is right because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agreed with itself. If that is the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heard, it is not mine.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what parallel attempts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 Understanding of the models you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run one brief through two of them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learn what each reaches for and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forgets. A migration harness: same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brief, new model, diff the behavior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switch, instead of after the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output: a synthesis of compatible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is often better than any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And the cheap one, which is the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care about: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costs, so you can afford three 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from different models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and the number you want back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average score.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When the judges split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reasons barely overlap,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is sitting in territory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understands, and that is the one you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 on autopilot. I call this the Council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Guards. It picks between one and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alternatives to generate, and it costs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fraction of the generation it is guarding.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reading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Run executable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checks first. In the exercise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fails a gate, including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careful one, which is the point: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combine compatible ideas into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with one coherent set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assumptions and run the gates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Passing parts do not make a passing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at the review budget; an endless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debate is an expensive way to not ship.</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second draft costs cents, doing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times and reading what disagrees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I am telling you that cheaper, safer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faster now sometimes come from 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where yesterday's wisdom told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2026-09-06T23:17:24Z</dcterms:created>
</cp:coreProperties>
</file>