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18:00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synthesis is a new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They can still share a blind spot;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last part is not a hunch, and software engineering settled it forty years ago. Knight and Leveson ran the experiment in 1986: twenty-seven teams wrote the same program from the same specification, independently, and after a million tests the versions failed together far more often than independence predicts. Independently written does not mean independently wrong. Parallel attempts buy you contrast. They do not buy you coverage, and anyone selling you three-model consensus as a correctness argument is selling the assumption that experiment rejected.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judge is allowed to reject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synthesis is a new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They can still share a blind spot;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last part is not a hunch, and software engineering settled it forty years ago. Knight and Leveson ran the experiment in 1986: twenty-seven teams wrote the same program from the same specification, independently, and after a million tests the versions failed together far more often than independence predicts. Independently written does not mean independently wrong. Parallel attempts buy you contrast. They do not buy you coverage, and anyone selling you three-model consensus as a correctness argument is selling the assumption that experiment rejected.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judge is allowed to reject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25:30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vote.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can vote. The orchestrator knows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batch is mostly waiting on a provider, that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hardware-isolated VMs that create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a second or two, checkpoint and restore, and take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egress policy from outside so the agent inside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cannot loosen it. Depot sandboxes bill per second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exactly this: run agent-generated code, stream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accepted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too</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Same brief, contrasting priorities, separate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drafts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synthesis is a new candidate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Change the unit of work from images to whole designs.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Give the batch-job problem to three generated agents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same requirements and different priorities: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minimalist, a maintainer, a security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performance reviewer. Keep first drafts separate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they do not converge on the first plausible answer.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They can still share a blind spot; the contrast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product.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too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last part is not a hunch, and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settled it forty years ago.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Knight and Leveson ran the experiment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1986: twenty-seven teams wrote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program from the same specification,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independently, and after a million tests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versions failed together far more often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independence predicts. Independently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written does not mean independently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Parallel attempts buy you contrast. They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buy you coverage, and anyone selling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three-model consensus as a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argument is selling the assumption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 rejected.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gates before reading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Run executable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checks first. In the exercise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fails a gate, including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careful one, which is the point: the 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allowed to reject 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combine compatible ideas into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with one coherent set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assumptions and run the gates again.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Passing parts do not make a passing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at the review budget; an endless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debate is an expensive way to not ship.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2026-09-06T09:11:14Z</dcterms:created>
</cp:coreProperties>
</file>