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scripts](../packets/dynamic-scaling/script-40min.md) · [Contracts](../packets/dynamic-scaling/contracts.md) · [Walkthrough](../packets/dynamic-scaling/demo.md) · [Evidence](../packets/dynamic-scaling/evidence-bank.md)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vote.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can vote.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scheduler can lower pressure after throttling without ever raising the ceiling; that policy is deterministic code, not a prompt.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hardware-isolated VMs that create in a second or two, checkpoint and restore, and take an egress policy from outside so the agent inside cannot loosen it. Depot sandboxes bill per second for exactly this: run agent-generated code, stream output,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hardware-isolated VMs that create in a second or two, checkpoint and restore, and take an egress policy from outside so the agent inside cannot loosen it. Depot sandboxes bill per second for exactly this: run agent-generated code, stream output,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15:00 to 17:30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17:30 to 21:30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minutes from demo.md.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21:30 to 26:00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Change the unit of work from images to whole designs. Give the batch-job problem to three generated agents with the same requirements and different priorities: a minimalist, a maintainer, a security and performance reviewer. Keep first drafts separate so they do not converge on the first plausible answer. The contrast is the product.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teams, one specification, a million tests, and the independently written versions failed together far more than independence predicts. True, important, and about N-version programming as a correctness strategy. That is not what this is. I am not voting three models toward the truth, and I am not going to tell you the ensemble is right because it agreed with itself. If that is the pitch you heard, it is not mine.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what parallel attempts actually buy. Understanding of the models you depend on: run one brief through two of them and you learn what each reaches for and what each forgets. A migration harness: same brief, new model, diff the behavior before you switch, instead of after the incident. Better output: a synthesis of compatible ideas is often better than any single draft. And the cheap one, which is the one I care about: judging. A judge reads a thousand tokens and writes fifty. Output is what costs, so you can afford three or five judges from different models on every candidate, and the number you want back is not the average score. It is the disagreement. When the judges split or their reasons barely overlap, that candidate is sitting in territory nobody understands, and that is the one you do not ship on autopilot. I call this the Council of Guards. It picks between one and three alternatives to generate, and it costs a fraction of the generation it is guarding.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too, and I am not sorry about it: the barrel-of-monkeys maneuver. Lead with parallel generation on purpose. You are adding a controlled section of chaos that the next stage has to handle: a revision loop, a router, the council, or your users in an A/B test. Why you would want the chaos varies. Sometimes you want the fastest answer, so you race. Sometimes you want the best parts of several, so a frontier model, whose input tokens are the cheap ones, reads all of them and writes one coherent output. Sometimes you just want more candidates for the judges to rank so the best whole answer goes downstream. In law or medicine, where the rules are extensive and specific, that is how you catch the one errant mistake that shows up in one output out of ten. And the monkeys can be cheap: models at a hundredth or a thousandth the price of the frontier, generating alternatives in a loop. Some of them need a tool-calling agent with files, search and git, which means a sandbox and somebody's cloud; others single-shot it fine. That is an architecture question about how much effort you want in a system that keeps improving versus one you can retune at runtime. Fan-out is a tool you encapsulate at points in the graph: default model most of the time, n alternatives for a sample of requests. Your needs and your opportunities decide why, where and how often.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Does this border on speculative optimization dressed up as learning? Yes, possibly. Probably sometimes. We will find out. So do not build any of it without env vars to turn it down, and ideally build the system that adjusts its own fan-out and token burn from what it measures. Right? Right. That system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reading the candidates: no duplicate dispatch after restart, no cross-tenant spend, no regeneration on notification retry, no dispatch after deadline. Run executable checks first. In the exercise every candidate fails a gate, including the careful one, which is the point: the council is allowed to reject the room. Then combine compatible ideas into a new candidate with one coherent set of assumptions and run the gates again. Passing parts do not make a passing whole. Stop at the review budget; an endless debate is an expensive way to not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I am telling you that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26:00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vote.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Agentic workloads can vote. The orchestrator knows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batch is mostly waiting on a provider, that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one 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decisions stay separate. Tasks: split the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Attempts: try several complete answers. Placement: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choose where it runs. A model can propose all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cheaply now; it does not repeal the dependency graph,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it does not get to repeal the budget.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Count items and attempts, not tool slots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 slots ≠ tool batch size ≠ provider attempts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runtime's concurrency limit counts tool calls.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tool multiplies each one. A retry layer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multiplies again. Forty logical items become eighty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attempts when every item gets one retry,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visible count still says four.</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logical items and external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separately. A retry is another attempt at an item,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new entitlement. And read the batch tool's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actual contract: maximum batch size, resource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estimate, cancellation behavior, what a partial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looks like.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Money, concurrency and rate are three limits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8fde8ed4544054c6ba696fe2945ded1fdf0c0b247ec34f09fb00f8685dfce56b"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Pessimistic reservations refuse real work; choose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tightness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 can satisfy any one of these and blow the other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Reserve a defensible maximum per operation,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reconcile against the bill when the answer arrives,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keep unresolved provider jobs charged until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A worker lease expiring proves the worker died,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that the remote render stopped.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There is a real trade here. Reserve the full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allowance up front and a second legitimate caller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gets queued behind money that may never be spent.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 lazily and you can overshoot. Pick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tightness on purpose and write it down.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inversion: infra as an agent capability</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inversion: infra as an agent capability</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ecosystem is already ephemeral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c9434104cce2c1d2b93f00f44fc408290defaf280712183703c30a3c4a91dd"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hardware-isolated VMs that create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 a second or two, checkpoint and restore, and take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 egress policy from outside so the agent inside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cannot loosen it. Depot sandboxes bill per second for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exactly this: run agent-generated code, stream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ecosystem is already ephemeral by default</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durable job survives the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accepted → submitted → waiting → completed / failed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authenticate, deduplicate,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only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Accept ten prompts, return a stable job ID, persist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item IDs, provider IDs, reservations,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locations and terminal states.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conversation can end. The sandbox can be reclaimed.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job continues.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arrive twice and out of order;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authenticate, deduplicate, apply only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A restart rebuilds pending work from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storage, not from replaying the conversation.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output is stored, enqueue the notification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 an outbox so an email failure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regenerates an image. Naming something durable does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make an in-flight promise survive a lifecycle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 the recovery protocol is yours to write.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b4949abe8dedb577fd5f9a3e1c7aa70046fe06211202f0b36f95e7c744c651ce" descr="Different priorities expose tradeoffs. Common requirements and checks apply to every candidat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Barrel of monkeys: lead with cheap parallel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generation, on purpose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Council of guards: judges read a thousand tokens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write fifty; measure the disagreement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Gates before preferences; the judge may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Change the unit of work from images to whole designs.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Give the batch-job problem to three generated agents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 the same requirements and different priorities: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minimalist, a maintainer, a security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performance reviewer. Keep first drafts separate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they do not converge on the first plausible answer.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contrast is the product.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Somebody is going to cite Knight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Leveson at me, so let me do it first. 1986,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twenty-seven teams, one specification,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million tests, and the independently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written versions failed together far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independence predicts. True,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important, and about N-version programming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 a correctness strategy. That is not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I am not voting three models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toward the truth, and I am not going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tell you the ensemble is right because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agreed with itself. If that is the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heard, it is not mine.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what parallel attempts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buy. Understanding of the models you depend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 run one brief through two of them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learn what each reaches for and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each forgets. A migration harness: same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brief, new model, diff the behavior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switch, instead of after the incident.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output: a synthesis of compatible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ideas is often better than any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draft. And the cheap one, which is the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 care about: judging. A judge reads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tokens and writes fifty. Output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costs, so you can afford three or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judges from different models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and the number you want back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the average score. It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When the judges split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their reasons barely overlap,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is sitting in territory nobody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understands, and that is the one you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 on autopilot. I call this the Council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Guards. It picks between one and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alternatives to generate, and it costs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fraction of the generation it is guarding.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generation side has a name too, and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 not sorry about it: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barrel-of-monkeys maneuver. Lead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parallel generation on purpose. You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adding a controlled section of chaos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next stage has to handle: a revision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loop, a router, the council, or your users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an A/B test. Why you would want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chaos varies. Sometimes you want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fastest answer, so you race. Sometimes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want the best parts of several, so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frontier model, whose input tokens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cheap ones, reads all of them and writes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coherent output. Sometimes you just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want more candidates for the judges to rank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best whole answer goes downstream.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law or medicine, where the rules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extensive and specific, that is how you</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catch the one errant mistake that shows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one output out of ten. And the monkeys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 be cheap: models at a hundredth 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thousandth the price of the frontier,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generating alternatives in a loop. Some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need a tool-calling agent with files,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and git, which means a sandbox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somebody's cloud; others single-shot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fine. That is an architecture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how much effort you want in a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keeps improving versus one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retune at runtime. Fan-out is a tool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encapsulate at points in the graph: default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most of the time, n alternatives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sample of requests. Your needs and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opportunities decide why, where and how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often.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Attempts are a scaling axis. So is judging.</a:t>
            </a:r>
            <a:endParaRPr lang="en-US" sz="2550"/>
          </a:p>
          <a:p>
            <a:pPr marL="0" indent="0">
              <a:lnSpc>
                <a:spcPts val="3060"/>
              </a:lnSpc>
              <a:spcAft>
                <a:spcPts val="0"/>
              </a:spcAft>
              <a:buNone/>
            </a:pPr>
            <a:r>
              <a:rPr lang="en-US" sz="2550" b="1">
                <a:solidFill>
                  <a:srgbClr val="202B33"/>
                </a:solidFill>
                <a:latin typeface="Arial"/>
                <a:ea typeface="Arial"/>
                <a:cs typeface="Arial"/>
              </a:rPr>
              <a:t xml:space="preserve">(continued)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Does this border on speculative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optimization dressed up as learning? Yes,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possibly. Probably sometimes. We will find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So do not build any of it without env</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vars to turn it down, and ideally build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that adjusts its own fan-out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burn from what it measures. Right?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That system is the companion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the gates before reading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no duplicate dispatch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 no cross-tenant spend,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regeneration on notification retry,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 after deadline. Run executable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checks first. In the exercise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fails a gate, including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careful one, which is the point: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council is allowed to reject the room.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combine compatible ideas into a new</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candidate with one coherent set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assumptions and run the gates again.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Passing parts do not make a passing whole.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Stop at the review budget; an endless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debate is an expensive way to not ship.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None of this looks like the engineering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were raised on. Do not do the work twice.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spend compute speculatively.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answer per ticket. Those were axioms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was the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is being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second draft costs cents, doing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times and reading what disagrees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frugal move. I am not a shill for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I am telling you that cheaper, safer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faster now sometimes come from spending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where yesterday's wisdom told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accepted outcome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Latency: dispatch + queue + slowest branch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merge + verify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every candidate, every retry,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held reservation, review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Starting three workers does not delete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serial parts. That is Amdahl, 1967,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unkind: if a tenth of the job is serial,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 workers get you five and a quarter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a hundred workers get you 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every branch can make a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slower. Count the whole thing: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failed work, reserved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judging and human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accepted outcomes, not launched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workers. Start with one extra attempt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batch boundary; if it does not buy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time or cost, keep the simpler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 We are trying to buy useful work,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maximize the number of things blinking.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Knight and Leveson (1986), An Experimental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of the Assumption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Independence in Multiversion Programming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https://doi.org/10.1109/TSE.1986.6312924),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IEEE Transactions on Software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SE-12(1, 96 to 109. Cited to set aside: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result about redundancy as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correctness strategy, which this slide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Amdahl (1967), Validity of the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processor approach to achieving large scale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computing capabilities, AFIPS Conference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30, 483 to 485.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19</Slides>
  <Notes>19</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2026-09-07T01:22:59Z</dcterms:created>
</cp:coreProperties>
</file>