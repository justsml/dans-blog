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01:45 to 03:15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add only the integration needed for one failure class; the check preserves counts and evidence.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03:15 to 04:45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distill before classifying, and give unexplained cases an unknown result.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04:45 to 06:15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tickets and PRs carry evidence into a bounded review queue.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06:15 to 09:45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09:45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compile repeated paths into tested scripts; feedback uses the same queue, and people approve money, messages, and deletion.</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12:00 to 13:45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choose one failure class and one integration on Monday.</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13:45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Nobody reads the scroll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2026-09-07T02:31:12Z</dcterms:created>
</cp:coreProperties>
</file>