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"hold one assignment"; drop the story.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questions only; skip the two-failures preview.</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02:30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in with slide 3's objective in one sentence: "a history essay that must weigh two conflicting sources." Keep the write.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05:00 to 07:30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switch; state the other two.</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in with slide 6 in one line: "the first failure is a tutor that agrees with a wrong answer."</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11:00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Solo, sixty seconds, written.</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12:30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Pilot steps only; skip the vendor questions and the story.</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14:00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Skip the write; deliver the closing line.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 Skeptic's Guide to Surviving AI in Education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Assume access. Demand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the reason students are here.</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09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Skepticism is a method, not a mood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claim?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would count as evidence?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benefits if we believe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09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Delegate / Augment / Preserve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Delegate effort outside the objective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Augment practice toward the objective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evidence of the objective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09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same assistance, three verdicts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Spelling without assistance → Preserve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Strength of an argument → Augment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Scientific explanation → Delegate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09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2: gains that vanish, and when</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they don't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Bastani: assisted practice up, unaided performance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down, safeguards helped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Kestin: a designed tutor beat active learning 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immediate outcomes</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learners, which teaching moves, which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 how long after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09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3: the detector as judge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Authorship inference ≠ learning evidence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misconduct decision</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09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Pre-mortem: it is week ten and the policy</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failed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smallest change that would have caught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09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Pilot one assignment; ask one better question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 Specify permitted assistance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evidence before and after · Decide whether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to keep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 the vendor: what learning improved, compared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for whom, at what staff cost?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09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Keep the reason students are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Choose assistance deliberately.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Collect evidence of understanding. Evaluate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teaching, not the hype.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screen edition generated from current reviewed talk materials</dc:description>
  <dcterms:created xsi:type="dcterms:W3CDTF">2026-09-06T09:11:11Z</dcterms:created>
</cp:coreProperties>
</file>