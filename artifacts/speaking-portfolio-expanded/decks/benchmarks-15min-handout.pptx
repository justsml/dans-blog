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our cancellation workload reverses the fictional leaderboard. The scoring question changed.</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11:00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separate held-out evidence, report slices and counts, version the scorer, and set the rejection rule before viewing the candidate.</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 Then use it to make a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Stop Looking at My Benchmarks… Get</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Your Own!</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9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09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leaderboard, and the question it isn't answering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89.7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84.3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new model arrives wearing a tuxedo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benchmarks. Here are three scores. Pick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you would try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scope statement: the model names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workload numbers in this fixture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invented. The arithmetic and cited research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checkable. We are choosing a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not measuring general intelligence.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won the displayed competition.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buying the result, ask what competition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Which tasks, whose answers,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scorer, and how much uncertainty?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decimal point has done a lot of persuasion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answering any of those questions.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09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Goodhart, Campbell, and the target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and behavior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Strathern for the familiar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described statistical regularities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breaking under pressure from their use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control. Campbell described the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social decision-making puts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processes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The familiar sentence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becoming a target comes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practical question is the same.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improves the number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improving the thing we care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assistant can shorten handling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closing the conversation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solves the problem. A judge can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prose while the backend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that loophole down before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a case that exploits it. If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evaluator applauds the exploit, you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worth doing.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09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eval suite is a measuring instrument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suite needs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green run is an inference, not a warranty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eval suite is a psychometric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somebody checked into Git.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produces scores from tasks and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we use those scores to make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is its validation?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a response that sounds excellent but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leaves the account active. Try a correct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with awkward wording. Try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cancellation with a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 instrument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those for the reasons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needs another dashboard to discover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grader rewards tone. We need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counterexample and the nerve to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it ruins the chart.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09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One number is a comforting fiction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is the score a score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Construct validity: evidence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gave us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What property does this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supports that interpretation? Messick puts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 use at the center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validation. A score used to shortlist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the same score used to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refunds are different 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Raji and colleagues make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explicit for broad AI benchmarks.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collection of tasks does not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justify a claim about everything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cancellation, separate constraints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preferences. The correct account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state change are constraints.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Tone is a preference after those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Averaging them together lets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action buy its way out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nice paragraph.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09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"Cancel my account."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account. Applicable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Verify state. Include the refusal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asks to cancel. Identify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 through an authenticated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Resolve the applicable policy.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Execute the allowed operation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read the resulting state. The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match what happened.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vary one thing at a time. Wrong tenant.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Expired session. Cancellation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completed. A tool times out after accepting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request. An account type that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approval. Each case names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expected state and what the assistant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tell the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trace becomes a test when it answers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question. A transcript without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criterion is only a souvenir.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enough context to reproduce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and strip the customer's secrets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enters the corpus.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09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Run it five times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94, 82, 91, 97, 89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78, 79, 81, 82, 80 · pass at ≥ 80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Majority disagreement: 2 / 5 = 40%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judge scores ninety-four,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eighty-two, then ninety-one,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ninety-seven, then eighty-nine. Same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answers. Noise wearing a lab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narrower spread can still change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Use seventy-eight, seventy-nine,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eighty-one, eighty-two, eighty. Pass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 or above. That gives fail, fail,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 pass, pass. Two of five verdicts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 with the majority. Forty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one change between adjacent runs;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confuse that with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Auto-Tune Your LLM Judge I call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the decision flip rate.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definition beside the result.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has zero flips. A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liar is still a liar, so check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independent labels too.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09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green cases. About one in seven.</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d9d88671737e342604a8bb2f8a50f9753e84270f97998346745671bda4153b9" descr="Twenty green cases. About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for twenty feels finished. Here is what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buys under independent, identically distributed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sampling from the population you care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no failures, the chance of that observation 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 probability p is one minus p, raised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Set it to five percent. Solve for 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one-sided ninety-five-percent upper bound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about thirteen point nine percent. Hanley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Lippman-Hand's rule of three gives the quick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approximation: three divided by twenty, fifteen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percent. About one in seven is the scale we still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not excluded.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Now the uncomfortable part. Twenty cases hand-picked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your favorite incidents are not a random sample.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confidence statement does not transfer to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set. They can catch known mechanisms. They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certify the population failure rate.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09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green cases. About one in seven.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Card and colleagues examined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in NLP comparisons. Small tests also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miss real differences. More decimal places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create more observations.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09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grader is an instrument too</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90 expert passes. Ten expert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90% agreement, κ = 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hundred cases. Experts pass ninety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fail ten. Our judge passes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Ninety-percent agreement. Congratulations,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calibrated a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Cohen's kappa compares observed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agreement expected from the marginal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label rates. Here both are point nine,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 is zero. But kappa also changes with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prevalence. Do not replace blind faith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raw agreement with blind faith in a kappa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threshold. Keep the confusion matrix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disagreements.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Blind model identity. Swap A/B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 Position bias and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published evidence behind them. Repeat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checks on the judge you actually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experts disagree, inspect the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case before blaming the model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to find a truth you never agreed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09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does good mean 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Validity · reliability ·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 contamination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twenty cases tomorrow.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criterion, the source,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reason each case belongs. Then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honest limitation: twenty green cases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establish broad reliability.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asks what inference the score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supports. Reliability asks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 is repeatable enough for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Agreement asks where graders differ.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asks whether the experiment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difference we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asks what the system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seen. Goodhart asks what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score will break.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suite is an instrument. Test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Then use it to make a decision.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Campbell (1979), Assessing the impact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Formulations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are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(1955),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in psychological tests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https://psychclassics.yorku.ca/Cronbach/construct.htm).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Messick (1990), [Validity of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Use](https://www.ets.org/research/policy_research_reports/publications/report/1990/ihmy.html).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Raji et al. (2021), [AI and the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the Whole Wide World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Benchmark](https://datasets-benchmarks-proceedings.neurips.cc/paper/2021/hash/084b6fbb10729ed4da8c3d3f5a3ae7c9-Abstract-round2.html.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 Levy, Auto-Tune Your LLM Judge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https://danlevy.net/auto-tune-your-llm-judge/,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supplied article. The sequence is reused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teaching fixture, not a fresh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James A. Hanley and Abby Lippman-Hand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(1983), If Nothing Goes Wrong,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All Right? Interpreting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Numerators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https://www.medicine.mcgill.ca/epidemiology/hanley/c607/ch08/zero_numerator.pdf),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JAMA 249(13), 1743–1745. Card et 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(2020), [With Little Power Comes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Responsibility](https://aclanthology.org/2020.emnlp-main.745/.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Cohen (1960), A Coefficient of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Nominal Scales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https://journals.sagepub.com/doi/abs/10.1177/001316446002000104).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Feinstein and Cicchetti (1990), [High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agreement but low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kappa](https://pubmed.ncbi.nlm.nih.gov/2348207/).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[Position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study](https://arxiv.org/abs/2406.07791);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[Self-Preference Bias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LLM-as-a-Judge](https://arxiv.org/abs/2410.21819.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handout edition generated from current reviewed talk materials</dc:description>
  <dcterms:created xsi:type="dcterms:W3CDTF">2026-09-07T01:22:58Z</dcterms:created>
</cp:coreProperties>
</file>