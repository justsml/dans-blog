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89.7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88.9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84.3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new model arrives wearing a tuxedo of benchmarks. Here are three scores. Pick the model you would try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scope statement: the model names and workload numbers in this fixture are invented. The arithmetic and cited research are checkable. We are choosing a support system, not measuring general 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won the displayed competition. Before buying the result, ask what competition it was. Which tasks, whose answers, what scorer, and how much uncertainty? The decimal point has done a lot of persuasion without answering any of those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show of hands. Do not ask the room to vote again on the next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our cancellation workload reverses the fictional leaderboard. The scoring question changed.</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Reward a proxy and behavior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Credit Strathern for the familiar Goodhart wording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described statistical regularities breaking under pressure from their use in control. Campbell described the pressure that social decision-making puts on indicators and on the processes they measure. The familiar sentence about a measure becoming a target comes through Marilyn Strathern.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practical question is the same. What behavior improves the number without improving the thing we care about? A support assistant can shorten handling time by closing the conversation before it solves the problem. A judge can reward confident prose while the backend state stays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that loophole down before optimizing. Then add a case that exploits it. If your evaluator applauds the exploit, you found work worth doing.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(1975), Problems of Monetary Management: The U.K. Experience, Reserve Bank of Australia conference paper (reprinted 1981). Campbell (1979), [Assessing the impact of planned social change](https://doi.org/10.1016/0149-7189%2879%2990048-X). Strathern (1997), [Improving ratings](https://gwern.net/doc/statistics/decision/1997-strathern.pdf), European Review 5(3), 305–321. Formulations above are attributed paraphrases, not claims that every optimized benchmark has stopped measuring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02:00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needs an 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green run is an inference, not a warranty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eval suite is a psychometric instrument somebody checked into Git. It produces scores from tasks and judgments, then we use those scores to make decisions. Where is its validation?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Try a response that sounds excellent but leaves the account active. Try a correct cancellation with awkward wording. Try an unauthorized cancellation with a perfect explanation. The instrument should distinguish those for the reasons you intended.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Nobody needs another dashboard to discover that the grader rewards tone. We need a counterexample and the nerve to keep it after it ruins the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green eval run followed by a production failure. Bring the case, the score, the observed state, and the assumption the scorer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03:00 to 04:30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is the score a score 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Construct validity: evidence for the interpretation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gave us construct validity. What property does this test actually measure, and what evidence supports that interpretation? Messick puts interpretation and use at the center of validation. A score used to shortlist a model and the same score used to authorize refunds are different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Raji and colleagues make the problem explicit for broad AI benchmarks. A collection of tasks does not automatically justify a claim about everything the model can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cancellation, separate constraints from preferences. The correct account and authorized state change are constraints. Tone is a preference after those pass. Averaging them together lets an unauthorized action buy its way out with a nice paragraph.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04:30 to 06:00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Right account. Applicable policy. Authorized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Verify state. Include the refusal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to cancel. Identify the account through an authenticated context. Resolve the applicable policy. Check authority. Execute the allowed operation and read the resulting state. The response must match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vary one thing at a time. Wrong tenant. Expired session. Cancellation already completed. A tool times out after accepting the request. An account type that requires another approval. Each case names the expected state and what the assistant should tell the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trace becomes a test when it answers a specific question. A transcript without an acceptance criterion is only a souvenir. Keep enough context to reproduce the failure, and strip the customer's secrets before it enters the corpus.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through timeout-after-acceptance using the contracts handout. Ask which backend read distinguishes a failed cancellation from a lost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06:00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94, 82, 91, 97, 89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78, 79, 81, 82, 80 · pass at ≥ 80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Majority disagreement: 2 / 5 = 40%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judge scores ninety-four, then eighty-two, then ninety-one, then ninety-seven, then eighty-nine. Same case, different answers. Noise wearing a lab 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narrower spread can still change a decision. Use seventy-eight, seventy-nine, eighty-one, eighty-two, eighty. Pass at eighty or above. That gives fail, fail, pass, pass, pass. Two of five verdicts disagree with the majority. Forty percent. There is one change between adjacent runs; do not confuse that with majority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Auto-Tune Your LLM Judge I call majority disagreement the decision flip rate. Keep the definition beside the result. An always-pass judge has zero flips. A stable liar is still a liar, so check correctness against independent labels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danlevy.net, 11 August 2026.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reruns a fixed case. Reveal the five verdicts and do the 2/5 calculation aloud. Use the saved sequence; do not claim a live model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11:00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90 expert passes. Ten expert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Always-pass judge: 90% agreement, κ = 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hundred cases. Experts pass ninety and fail ten. Our judge passes everything. Ninety-percent agreement. Congratulations, we have calibrated a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Cohen's kappa compares observed agreement with agreement expected from the marginal label rates. Here both are point nine, so kappa is zero. But kappa also changes with prevalence. Do not replace blind faith in raw agreement with blind faith in a kappa threshold. Keep the confusion matrix and inspect the disagreements.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Blind model identity. Swap A/B answer order. Position bias and self-preference have published evidence behind them. Repeat these checks on the judge you actually use. When experts disagree, inspect the rubric and case before blaming the model for failing to find a truth you never agreed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Shi et al. (2024), [Judging the Judges: position bias in pairwise LLM comparisons](https://arxiv.org/abs/2406.07791). Wataoka et al. (2024),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90/10 confusion matrix. Compute (0.9 − 0.9)/(1 − 0.9). Allow 45 seconds to inspect the ten missed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separate held-out evidence, report slices and counts, version the scorer, set the rejection rule before viewing the candidate, and use code for state and schema, graders for language, people for disputed policy.</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 reliability · 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Power · contamination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twenty cases tomorrow. Attach the acceptance criterion, the source, and the reason each case belongs. Then attach the honest limitation: twenty green cases do not establish broad reliability.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asks what inference the score supports. Reliability asks whether the measurement is repeatable enough for its use. Agreement asks where graders differ. Power asks whether the experiment can detect the difference we care about. Contamination asks what the system has already seen. Goodhart asks what optimizing the score will break.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is an instrument. Test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Goodhart (1975), Problems of Monetary Management: The U.K. Experience, Reserve Bank of Australia conference paper (reprinted 1981). Campbell (1979), [Assessing the impact of planned social change](https://doi.org/10.1016/0149-7189%2879%2990048-X). Strathern (1997), [Improving ratings](https://gwern.net/doc/statistics/decision/1997-strathern.pdf), European Review 5(3), 305–321. Formulations above are attributed paraphrases, not claims that every optimized benchmark has stopped measuring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danlevy.net, 11 August 2026.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Shi et al. (2024), [Judging the Judges: position bias in pairwise LLM comparisons](https://arxiv.org/abs/2406.07791). Wataoka et al. (2024), [Self-Preference Bias in LLM-as-a-Judge](https://arxiv.org/abs/2410.21819).</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Goodhart (1975), Problems of Monetary Management: The U.K. Experience, Reserve Bank of Australia conference paper (reprinted 1981). Campbell (1979), [Assessing the impact of planned social change](https://doi.org/10.1016/0149-7189%2879%2990048-X). Strathern (1997), [Improving ratings](https://gwern.net/doc/statistics/decision/1997-strathern.pdf), European Review 5(3), 305–321. Formulations above are attributed paraphrases, not claims that every optimized benchmark has stopped measuring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danlevy.net, 11 August 2026.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Shi et al. (2024), [Judging the Judges: position bias in pairwise LLM comparisons](https://arxiv.org/abs/2406.07791). Wataoka et al. (2024), [Self-Preference Bias in LLM-as-a-Judge](https://arxiv.org/abs/2410.21819).</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Stop Looking at My Benchmarks… Get</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Your Own!</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9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09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Tuxedo of Benchmarks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89.7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88.9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84.3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new model arrives wearing a tuxedo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benchmarks. Here are three scores. Pick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you would try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scope statement: the model names 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workload numbers in this fixture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invented. The arithmetic and cited research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checkable. We are choosing a support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 not measuring general intelligence.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won the displayed competition.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buying the result, ask what competition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Which tasks, whose answers,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scorer, and how much uncertainty?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decimal point has done a lot of persuasion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answering any of those questions.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09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Goodhart, Campbell, and the target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Reward a proxy and behavior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Credit Strathern for the familiar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Goodhart described statistical regularities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breaking under pressure from their use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control. Campbell described the pressure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social decision-making puts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indicators and on the processes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The familiar sentence about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becoming a target comes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Marilyn Strathern.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practical question is the same.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 improves the number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improving the thing we care about?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assistant can shorten handling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closing the conversation before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solves the problem. A judge can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confident prose while the backend state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stays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that loophole down before optimizing.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add a case that exploits it. If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evaluator applauds the exploit, you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worth doing.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09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Eval Suite Needs Therapy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suite needs an 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green run is an inference, not a warranty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eval suite is a psychometric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 somebody checked into Git.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produces scores from tasks and judgments,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we use those scores to make decisions.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is its validation?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Try a response that sounds excellent but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leaves the account active. Try a correct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with awkward wording. Try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unauthorized cancellation with a perfect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explanation. The instrument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those for the reasons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needs another dashboard to discover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the grader rewards tone. We need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counterexample and the nerve to keep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it ruins the chart.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09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One number is a comforting fiction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is the score a score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Construct validity: evidence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Cronbach and Meehl gave us 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What property does this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measure, and what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supports that interpretation? Messick puts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and use at the center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validation. A score used to shortlist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and the same score used to authorize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refunds are different claims.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Raji and colleagues make the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explicit for broad AI benchmarks.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collection of tasks does not automatically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justify a claim about everything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cancellation, separate constraints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preferences. The correct account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state change are constraints.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Tone is a preference after those 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Averaging them together lets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unauthorized action buy its way out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nice paragraph.</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09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"Cancel my account."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Right account. Applicable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Verify state. Include the refusal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customer asks to cancel. Identify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 through an authenticated context.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Resolve the applicable policy.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authority. Execute the allowed operation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read the resulting state. The response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must match what happened.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vary one thing at a time. Wrong tenant.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Expired session. Cancellation already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completed. A tool times out after accepting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request. An account type that requires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approval. Each case names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expected state and what the assistant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tell the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trace becomes a test when it answers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 question. A transcript without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criterion is only a souvenir.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enough context to reproduce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and strip the customer's secrets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it enters the corpus.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09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Run the Judges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94, 82, 91, 97, 89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78, 79, 81, 82, 80 · pass at ≥ 80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Majority disagreement: 2 / 5 = 40%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judge scores ninety-four,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eighty-two, then ninety-one,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ninety-seven, then eighty-nine. Same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answers. Noise wearing a lab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narrower spread can still change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Use seventy-eight, seventy-nine,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eighty-one, eighty-two, eighty. Pass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eighty or above. That gives fail, fail,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 pass, pass. Two of five verdicts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 with the majority. Forty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one change between adjacent runs;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confuse that with majority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Auto-Tune Your LLM Judge I call majority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the decision flip rate. 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definition beside the result.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always-pass judge has zero flips. A stable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liar is still a liar, so check correctness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independent labels too.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09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Twenty for Twenty, One in Seven</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d9d88671737e342604a8bb2f8a50f9753e84270f97998346745671bda4153b9" descr="Twenty for Twenty, One in Seven"/>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Twenty for twenty feels finished. Here is what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buys under independent, identically distributed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sampling from the population you care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no failures, the chance of that observation 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 probability p is one minus p, raised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twenty. Set it to five percent. Solve for p.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 one-sided ninety-five-percent upper bound is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about thirteen point nine percent. Hanley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Lippman-Hand's rule of three gives the quick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approximation: three divided by twenty, fifteen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percent. About one in seven is the scale we still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not excluded.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Now the uncomfortable part. Twenty cases hand-picked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from your favorite incidents are not a random sample.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confidence statement does not transfer to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set. They can catch known mechanisms. They cannot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certify the population failure rate.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09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Twenty for Twenty, One in Seven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Card and colleagues examined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in NLP comparisons. Small tests also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miss real differences. More decimal places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create more observations.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09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Agreeable to a Fault (κ = 0)</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90 expert passes. Ten expert failures.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Always-pass judge: 90% agreement, κ = 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a hundred cases. Experts pass ninety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fail ten. Our judge passes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Ninety-percent agreement. Congratulations,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have calibrated a button.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Cohen's kappa compares observed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agreement expected from the marginal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label rates. Here both are point nine, so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kappa is zero. But kappa also changes with</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prevalence. Do not replace blind faith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raw agreement with blind faith in a kappa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threshold. Keep the confusion matrix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the disagreements.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Blind model identity. Swap A/B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 Position bias and self-preference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published evidence behind them. Repeat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checks on the judge you actually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experts disagree, inspect the rubric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case before blaming the model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failing to find a truth you never agreed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09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What does good mean here?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Validity · reliability ·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 contamination ·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twenty cases tomorrow. Attach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acceptance criterion, the source,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reason each case belongs. Then attach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honest limitation: twenty green cases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establish broad reliability.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asks what inference the score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supports. Reliability asks whether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measurement is repeatable enough for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 Agreement asks where graders differ.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asks whether the experiment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the difference we care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Contamination asks what the system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seen. Goodhart asks what optimizing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score will break.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suite is an instrument. Test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Goodhart (1975), Problems of Monetary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Management: The U.K. Experience, Reserve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Bank of Australia conference paper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(reprinted 1981). Campbell (1979),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Assessing the impact of planned social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https://doi.org/10.1016/0149-7189%2879%2990048-X).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Strathern (1997), [Improving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ratings](https://gwern.net/doc/statistics/decision/1997-strathern.pdf),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European Review 5(3, 305–321. Formulations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above are attributed paraphrases,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claims that every optimized benchmark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stopped measuring anything.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Cronbach and Meehl (1955), 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in psychological tests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https://psychclassics.yorku.ca/Cronbach/construct.htm).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Messick (1990), [Validity of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Use](https://www.ets.org/research/policy_research_reports/publications/report/1990/ihmy.html).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Raji et al. (2021), [AI and the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the Whole Wide World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Benchmark](https://datasets-benchmarks-proceedings.neurips.cc/paper/2021/hash/084b6fbb10729ed4da8c3d3f5a3ae7c9-Abstract-round2.html.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Dan Levy, Auto-Tune Your LLM Judge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https://danlevy.net/auto-tune-your-llm-judge/,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danlevy.net, 11 August 2026. The sequence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reused as a teaching fixture,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fresh measurement.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James A. Hanley and Abby Lippman-Hand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(1983), If Nothing Goes Wrong,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All Right? Interpreting Zero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Numerators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https://www.medicine.mcgill.ca/epidemiology/hanley/c607/ch08/zero_numerator.pdf),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JAMA 249(13), 1743–1745. Card et 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(2020), [With Little Power Comes Great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Responsibility](https://aclanthology.org/2020.emnlp-main.745/.</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Cohen (1960), A Coefficient of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Nominal Scales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https://journals.sagepub.com/doi/abs/10.1177/001316446002000104).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Feinstein and Cicchetti (1990), [High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agreement but low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kappa](https://pubmed.ncbi.nlm.nih.gov/2348207/).</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Shi et al. (2024), [Judging the Judges: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position bias in pairwise LLM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comparisons](https://arxiv.org/abs/2406.07791).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Wataoka et al. (2024), [Self-Preference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Bias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LLM-as-a-Judge](https://arxiv.org/abs/2410.21819.</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13</Slides>
  <Notes>13</Notes>
</Properties>
</file>

<file path=docProps/core.xml><?xml version="1.0" encoding="utf-8"?>
<cp:coreProperties xmlns:cp="http://schemas.openxmlformats.org/package/2006/metadata/core-properties" xmlns:dc="http://purl.org/dc/elements/1.1/" xmlns:dcterms="http://purl.org/dc/terms/" xmlns:xsi="http://www.w3.org/2001/XMLSchema-instance">
  <dc:title>Stop Looking at My Benchmarks… Get Your Own!</dc:title>
  <dc:creator>Dan Levy</dc:creator>
  <dc:description>handout edition generated from current reviewed talk materials</dc:description>
  <dcterms:created xsi:type="dcterms:W3CDTF">2026-09-07T02:16:43Z</dcterms:created>
</cp:coreProperties>
</file>