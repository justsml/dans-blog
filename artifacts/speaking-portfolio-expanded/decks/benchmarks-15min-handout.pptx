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our cancellation workload reverses the fictional leaderboard. The scoring question changed.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06:00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11:00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separate held-out evidence, report slices and counts, version the scorer, set the rejection rule before viewing the candidate, and use code for state and schema, graders for language, people for disputed policy.</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Stop Looking at My Benchmarks… Get</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Your Own!</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9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09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Tuxedo of Benchmarks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89.7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88.9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84.3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new model arrives wearing a tuxedo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benchmarks. Here are three scores. Pick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you would try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scope statement: the model names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workload numbers in this fixture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invented. The arithmetic and cited research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checkable. We are choosing a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not measuring general intelligence.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won the displayed competition.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buying the result, ask what competition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Which tasks, whose answers,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scorer, and how much uncertainty?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decimal point has done a lot of persuasion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answering any of those questions.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09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Goodhart, Campbell, and the target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and behavior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Strathern for the familiar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described statistical regularities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breaking under pressure from their use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control. Campbell described the pressure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social decision-making puts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processes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The familiar sentence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becoming a target comes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practical question is the same.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improves the number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improving the thing we care about?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assistant can shorten handling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closing the conversation before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solves the problem. A judge can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prose while the backend state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that loophole down before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a case that exploits it. If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evaluator applauds the exploit, you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worth doing.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09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Eval Suite Needs Therapy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suite needs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green run is an inference, not a warranty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eval suite is a psychometric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somebody checked into Git.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produces scores from tasks and judgments,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we use those scores to make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is its validation?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Try a response that sounds excellent but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leaves the account active. Try a correct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with awkward wording. Try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cancellation with a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explanation. The instrument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those for the reasons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needs another dashboard to discover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the grader rewards tone. We need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counterexample and the nerve to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it ruins the chart.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09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One number is a comforting fiction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is the score a score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Construct validity: evidence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gave us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What property does this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supports that interpretation? Messick puts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 use at the center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validation. A score used to shortlist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the same score used to authorize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refunds are different 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Raji and colleagues make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explicit for broad AI benchmarks.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collection of tasks does not automatically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justify a claim about everything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cancellation, separate constraints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preferences. The correct account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state change are constraints.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Tone is a preference after those pass.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Averaging them together lets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unauthorized action buy its way out with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nice paragraph.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09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"Cancel my account."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Right account. Applicable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Verify state. Include the refusal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asks to cancel. Identify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 through an authenticated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Resolve the applicable policy.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Execute the allowed operation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read the resulting state. The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match what happened.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vary one thing at a time. Wrong tenant.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Expired session. Cancellation already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completed. A tool times out after accepting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request. An account type that requires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another approval. Each case names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expected state and what the assistant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tell the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trace becomes a test when it answers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question. A transcript without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criterion is only a souvenir.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enough context to reproduce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and strip the customer's secrets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enters the corpus.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09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Run the Judges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94, 82, 91, 97, 89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78, 79, 81, 82, 80 · pass at ≥ 80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Majority disagreement: 2 / 5 = 40%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judge scores ninety-four,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eighty-two, then ninety-one,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ninety-seven, then eighty-nine. Same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answers. Noise wearing a lab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narrower spread can still change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Use seventy-eight, seventy-nine,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eighty-one, eighty-two, eighty. Pass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eighty or above. That gives fail, fail,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 pass, pass. Two of five verdicts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 with the majority. Forty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one change between adjacent runs;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confuse that with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Auto-Tune Your LLM Judge I call majority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the decision flip rate.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definition beside the result.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has zero flips. A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liar is still a liar, so check correctness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independent labels too.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for twenty feels finished. Here is what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buys under independent, identically distributed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sampling from the population you care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 no failures, the chance of that observation 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 probability p is one minus p, raised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twenty. Set it to five percent. Solve for 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one-sided ninety-five-percent upper bound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about thirteen point nine percent. Hanley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Lippman-Hand's rule of three gives the quick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approximation: three divided by twenty, fifteen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percent. About one in seven is the scale we still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not excluded.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Now the uncomfortable part. Twenty cases hand-picked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from your favorite incidents are not a random sample.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confidence statement does not transfer to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set. They can catch known mechanisms. They cannot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certify the population failure rate.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09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Twenty for Twenty, One in Seven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Card and colleagues examined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in NLP comparisons. Small tests also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miss real differences. More decimal places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create more observations.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09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Agreeable to a Fault (κ = 0)</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90 expert passes. Ten expert failures.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Always-pass judge: 90% agreement, κ = 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hundred cases. Experts pass ninety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fail ten. Our judge passes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Ninety-percent agreement. Congratulations,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calibrated a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Cohen's kappa compares observed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agreement expected from the marginal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label rates. Here both are point nine,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 is zero. But kappa also changes with</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prevalence. Do not replace blind faith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raw agreement with blind faith in a kappa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threshold. Keep the confusion matrix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disagreements.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Blind model identity. Swap A/B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 Position bias and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published evidence behind them. Repeat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checks on the judge you actually 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experts disagree, inspect the rubric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case before blaming the model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to find a truth you never agreed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09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does good mean 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Validity · reliability ·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 contamination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twenty cases tomorrow.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criterion, the source,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reason each case belongs. Then attach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honest limitation: twenty green cases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establish broad reliability.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asks what inference the score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supports. Reliability asks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measurement is repeatable enough for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use. Agreement asks where graders differ.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Power asks whether the experiment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difference we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Contamination asks what the system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seen. Goodhart asks what optimizing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score will break.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suite is an instrument. Test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Goodhart (1975), Problems of Monetary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Management: The U.K. Experience, 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Bank of Australia conference paper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(reprinted 1981). Campbell (1979),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Assessing the impact of planned social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Formulations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above are attributed paraphrases,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 that every optimized benchmark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stopped measuring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Cronbach and Meehl (1955), Construct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validity in psychological tests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https://psychclassics.yorku.ca/Cronbach/construct.htm).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Messick (1990), [Validity of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Use](https://www.ets.org/research/policy_research_reports/publications/report/1990/ihmy.html).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Raji et al. (2021), [AI and the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the Whole Wide World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Benchmark](https://datasets-benchmarks-proceedings.neurips.cc/paper/2021/hash/084b6fbb10729ed4da8c3d3f5a3ae7c9-Abstract-round2.html.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 Levy, Auto-Tune Your LLM Judge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https://danlevy.net/auto-tune-your-llm-judge/,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danlevy.net, 11 August 2026. The sequence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reused as a teaching fixture,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fresh measurement.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James A. Hanley and Abby Lippman-Hand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(1983), If Nothing Goes Wrong,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All Right? Interpreting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Numerators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https://www.medicine.mcgill.ca/epidemiology/hanley/c607/ch08/zero_numerator.pdf),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JAMA 249(13), 1743–1745. Card et 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(2020), [With Little Power Comes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Responsibility](https://aclanthology.org/2020.emnlp-main.745/.</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Cohen (1960), A Coefficient of 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Nominal Scales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https://journals.sagepub.com/doi/abs/10.1177/001316446002000104).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Feinstein and Cicchetti (1990), [High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agreement but 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kappa](https://pubmed.ncbi.nlm.nih.gov/2348207/).</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Shi et al. (2024), [Judging the Judges: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position bias in pairwise LLM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comparisons](https://arxiv.org/abs/2406.07791).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Wataoka et al. (2024), [Self-Preference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LLM-as-a-Judge](https://arxiv.org/abs/2410.21819.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Stop Looking at My Benchmarks… Get Your Own!</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handout edition generated from current reviewed talk materials</dc:description>
  <dcterms:created xsi:type="dcterms:W3CDTF">2026-09-07T01:43:58Z</dcterms:created>
</cp:coreProperties>
</file>