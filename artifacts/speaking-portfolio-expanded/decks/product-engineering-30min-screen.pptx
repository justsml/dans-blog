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Colfer and Baldwin found mirroring prevalent, with documented ways to break it; prevalence is not destiny.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30 seconds: where is your team on the spectrum, and what is its heaviest handoff? Keep the answers for the close.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11:00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estimated a ticket last week, take the show of hands, and say the count without inventing a denominator. Confirm the first-person observation with Dan before delivery; if it no longer holds, open with the question instead.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build-walking agent adds screenshots and reasons to the same evidence queue.</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12:30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the recipients. Narrow feedback tells us what to try next; it does not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14:30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16:30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Graicunas counted 222 possible relationships at six reports, which is a warning about interfaces rather than a staffing ratio, and Bainbridge asks who still gets recovery practice. One more ownership line for the years ahead: tokens stop being a build cost and become fuel, defensive agents run forever, and somebody owns that meter.</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23:30 to 26:30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throwaway software is a taste most of this room has and most of the world does not. We are early adopters; we are delighted to regenerate a tool rather than maintain it. Normal people are not turned on by the idea of vibe coding their own recipe tracker, never mind a Slack replacement. What they will accept is an interface generated for them, adapting in real time, that they never had to choose from a menu of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actually be arguing about. Should OpenAI and Anthropic end up owning every software channel? Watch what happens when the assistants ship real-time collaboration: who spends less time in email, Slack and Google Docs then? I can already make and edit images and video in ways that make me less likely to open Photoshop or DaVinci. If I need a jingle for the company, I ask Suno and it is done. So is everything you spent a lifetime learning, mastering and fighting with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17. 26:30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and price the fuel. Six agents do not become free because one person has their names in a config file, and neither does the burn that keeps them running.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The Future of Product Engineering: Break the Mirror on Purpose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architecture you could read off the org</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chart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Conway, 1968: communication structures constrain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of those boundaries still earns its keep?</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org chart is a fossil of coordination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Coase, 1937: coordination has a cost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 before copying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spectrum, and the two ways to lose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Committee at one end. Five people at the other.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suffering arrives later than the speed does.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Draw the wires between agents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Two directions of attention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Research looks out. Feedback looks in.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meeting where the evidence disagrees.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Effort left the rubric. Argue with 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My observation, not your sprint report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estimated a ticket last week?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Targeted beta enrollment, and the deluge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customers behind the cluster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Invite an opt-in cohort. Keep the exit.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Campbell's law arrives on schedule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Activation is the target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behavior did we just pay for?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run it before you know the rule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40% activation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48% activation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45% activation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guards go, including the two we forgot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Wider rollout · expensive runs · infrastructure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changes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Customer messaging · customer data deletion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Minority Report, With Terminals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UI, adapting in real time, per person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Yes, the software you mastered is going away. As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channel is not spoken for.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Break the mirror on purpose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handoffs. Draw the interfaces.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Automate the right things. Keep the taste.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screen edition generated from current reviewed talk materials</dc:description>
  <dcterms:created xsi:type="dcterms:W3CDTF">2026-09-07T01:43:59Z</dcterms:created>
</cp:coreProperties>
</file>