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1968: communication structures constrain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those boundaries still earns its keep?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said organizations designing systems "are constrained to produce designs which are copies of the communication structures of these organizations." Constrained. Communication structures. The wires matter more than the boxes.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proposed operating model. The demo uses synthetic numbers to execute a policy, not measure customer benefit. My bet is that cheaper coordination makes some of our current boundaries obsolete. We should find those boundaries before we photocopy them onto agents.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Look at the handoffs in a product you own. Research writes a brief. Product translates it into tickets. Engineering translates the tickets into software. Support translates the software back into complaints. Which translations carry judgment, and which just carry the same sentence into another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system whose API boundaries reproduced the team handoffs, and the change that got stuck between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Colfer and Baldwin found mirroring prevalent, with documented ways to break it; prevalence is not destiny.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02:00 to 04:30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1937: coordination has a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Reprice the handoff before copying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asked why firms exist when people could contract through the market. Using the market costs something; coordinating inside the firm costs something too. The boundary depends on that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Apply that question inside a product group. A weekly brief may have existed because collecting it took somebody two days. A separate triage meeting may have existed because linking a complaint to a trace required three people and a spreadsheet. If those costs change, the old boundary deserves another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inversion. Do not start with one agent per box on the current org chart. Start with the outcome and price the handoffs again. Agents do not delete coordination cost. They move some of it into verification, permissions, and maintenance. Count those before declaring the meeting extinct.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04:30 to 06:30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Committee at one end. Five people at the other.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suffering arrives later than the speed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one end, thousands of employees and millions of customers. Change procedures, risk analysis, a prioritization rubric. At the other, five people around a laptop who can all hear the person making the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small team can acquire research and feedback capacity it could never afford to staff. The large team can shorten a handoff. Both can also generate proposals faster than anyone understands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Automate the right things and keep the taste. Trade judgment for AI vibes and the suffering arrives later than the speed does. That delay is what makes the trade look good.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30 seconds: where is your team on the spectrum, and what is its heaviest handoff? Keep the answers for slide 14.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06:30 to 09:00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 sourced brief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Feedback → cited clusters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Review → accepted hypothesis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inverse Conway manoeuvre is the name people use for changing the organization to encourage the architecture they want. Here that means designing communication between agents and people, not putting a robot beside every job title.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delivers a brief with source URLs and dates. Feedback delivers clusters with the original complaints attached. The product review resolves disagreement between them and writes the accepted hypothesis. A build agent consumes that artifact. It does not poll six chat histories and guess which decision won.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Team Topologies distinguishes collaboration, service consumption, and facilitation. Use collaboration while discovering the interface. Make the repeated delivery a service once the contract is understood. Keep facilitation temporary. An agent roster without these wires is a seating plan.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09:00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looks out. Feedback looks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meeting where the evidence disagrees.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research agent watches competitors and people talking about your product. The feedback agent ingests support tickets, interviews, reviews, and in-app complaints. Both preserve the evidence behind their summaries.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them disagree. Research says onboarding lacks a feature. Feedback says users cannot find the feature we already have. A clustering agent might merge those into "onboarding problems" and confidently bury the distinction.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review where somebody opens the source material and argues about what belongs at the top. It is the integrating interface in this system. Taste gets exercised in public there. A standing brief is useful; a dashboard nobody opens is just another place to store the mistake.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feedback cluster that merged different complaints and changed the wrong priority. Bring one original complaint that the summary obscured.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11:30 to 13:00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observation, not your sprint report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estimated a ticket last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not heard an engineering team discuss level of effort on a ticket in months. That is the observation in my working notes. Let us test how badly it travels.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estimated a ticket last week? Keep your hands up long enough to count. That is this room, not an industry survey. If half the room did it yesterday, then effort has left some rubrics and is alive in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still have to choose what to ship. Even when the first implementation is cheap, rollout, review, customer support, and maintenance have costs. Put those beside evidence for the idea. Do not replace story points with a model's confidence and call that prioritization.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Count the hands and say the count without inventing a denominator. Confirm the first-person observation with Dan before delivery; if it no longer holds, start with the audience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build-walking agent adds screenshots and reasons to the same evidence queue.</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13:00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customers behind the cluster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Invite an opt-in cohort. Keep the exit.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idea came from a cluster of customers. Preserve that provenance. Find people with the same task, then ask whether they want to try the change. Similar company size is not necessarily a similar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invitation explains what changes, that it is a beta, and how to turn it off. A person approves the message and recipients. Acceptance enrolls the customer behind a flag. Narrow feedback tells us what to try next; it does not automatically establish a causal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Prepare the intake before inviting people. If customers answer and nobody follows up, you have taught your best customers that responding is a one-time event. The feedback loop needs an owner even when the summarizer runs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beta invitation that selected users on the wrong axis, or feedback that arrived faster than the team could act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15:00 to 17:00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Activation is the target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behavior did we just pay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system a target and it will search for ways to improve it. So will a team. Campbell described the pressure that decision-making puts on quantitative indicators and on the activity they are supposed to measure.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target is onboarding activation. The next screen has three candidates. Before we inspect anything else, choose the one you would investigate. Do not reverse-engineer the answer from the names; they are A, B, and 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interesting question is what the winning candidate did to earn the number. A metric tells you that something moved. It does not tell you whether you wanted the movement.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T. Campbell (1979), [Assessing the impact of planned social change](https://doi.org/10.1016/0149-7189%2879%2990048-X), Evaluation and Program Planning 2(1), 67–90.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17:00 to 22:00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40%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48%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45%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candidate gets your attention? B has the largest activation number. Now open the rest of its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Support contacts rose to nine percent, against a five-percent ceiling. The copy invents urgency. Raise the support ceiling to ten and it still fails the urgency rule. A metric win cannot buy off a product principle.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has forty-five percent activation, four percent support, and no fabricated urgency. It is eligible for human review. It is not shipped. These point estimates have no sample size or uncertainty behind them; our opening scope statement matters 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rule you wish you had before the first vote. Compare it with the policy we saved before opening the scorecard. The gap is what this exercise was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in the 40/30 routes, 3:30 in the 15. Begin with only this slide, never the answer-labelled kit. After the vote open the kit and map B to Pressure copy, C to Clearer first step. Follow economics-product/demo.md. Allow 45 seconds to write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22:00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Wider rollout · expensive runs · infrastructure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Customer messaging · customer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demo gave us a reason for the guard. Put it where the consequence changes, before the action happens.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Widening a cohort spends more customer exposure. An expensive run spends money. Creating infrastructure adds ongoing obligations; tearing it down may remove somebody's recovery path. Name the budget, the owner, and the evidence needed at each crossing.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add the two missing from the old list. Sending a message to a real customer. Deleting their records. Those are consequences for another person, even when the API call costs a fraction of a cent. A person approves them. The system must enforce that permission, not merely mention it in the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Graicunas counted 222 possible relationships at six reports; this is a warning about interfaces, not a staffing ratio. Bainbridge asks who still gets recovery practice. Every experiment needs a hypothesis and a report.</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25:00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Reprice the handoffs. Draw the interfaces.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org chart. Some of those boundaries exist because the work really is different. Some exist because the person with the spreadsheet sat in another department. We should know which before teaching agents to repeat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boundary. What arrives, what leaves, who decides, and what did it cost last week? Make collection cheaper without erasing the disagreement that the handoff used to expose. Keep the product review where the evidence conflicts. Give the resulting decision a durable artifact so the next agent does not have to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price ownership. Six agents do not become free because one person has their names in a config file. Reserve the person's attention and practise the exceptional work. Put permission before customer consequences.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org chart is a record of earlier tradeoffs. You are allowed to make new ones. 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The Future of Product Engineering: Break the Mirror on Purpose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architecture you could read off the org</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chart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Conway, 1968: communication structures constrain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designs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Which of those boundaries still earns its keep?</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11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org chart is a fossil of coordination cost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Coase, 1937: coordination has a cost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Reprice the handoff before copying it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11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spectrum, and the two ways to lose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Committee at one end. Five people at the other.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suffering arrives later than the speed does.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11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Draw the wires between agents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2bc51557ea5d1c3de12599f0c5d78f5149879a572b4fc67a7c2dd9b037252a0f" descr="Draw the wires between agen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11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Two directions of attention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Research looks out. Feedback looks in.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Keep the meeting where the evidence disagrees.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11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Effort left the rubric. Argue with me.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My observation, not your sprint report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estimated a ticket last week?</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11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Targeted beta enrollment, and the deluge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Keep the customers behind the cluster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Invite an opt-in cohort. Keep the exit.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11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Campbell's law arrives on schedule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Activation is the target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behavior did we just pay for?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11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run it before you know the rule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40% activation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48% activation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45% activation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11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Where guards go, including the two we forgot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Wider rollout · expensive runs · infrastructure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changes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Customer messaging · customer data deletion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11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Break the mirror on purpose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Reprice the handoffs. Draw the interfaces.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Automate the right things. Keep the taste.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11</Slides>
  <Notes>11</Notes>
</Properties>
</file>

<file path=docProps/core.xml><?xml version="1.0" encoding="utf-8"?>
<cp:coreProperties xmlns:cp="http://schemas.openxmlformats.org/package/2006/metadata/core-properties" xmlns:dc="http://purl.org/dc/elements/1.1/" xmlns:dcterms="http://purl.org/dc/terms/" xmlns:xsi="http://www.w3.org/2001/XMLSchema-instance">
  <dc:title>The Future of Product Engineering: Break the Mirror on Purpose</dc:title>
  <dc:creator>Dan Levy</dc:creator>
  <dc:description>screen edition generated from current reviewed talk materials</dc:description>
  <dcterms:created xsi:type="dcterms:W3CDTF">2026-09-06T09:11:13Z</dcterms:created>
</cp:coreProperties>
</file>