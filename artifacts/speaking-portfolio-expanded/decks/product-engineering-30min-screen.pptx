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12:30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16:30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which is a warning about interfaces rather than a staffing ratio, and Bainbridge asks who still gets recovery practice. That leaves two predictions to close on, and I will label them as predictions once, because I have measured neither. The first is an ownership line for the years ahead: tokens stop being a build cost and become fuel, defensive agents run forever, and somebody owns that meter.</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2026-09-07T02:18:57Z</dcterms:created>
</cp:coreProperties>
</file>