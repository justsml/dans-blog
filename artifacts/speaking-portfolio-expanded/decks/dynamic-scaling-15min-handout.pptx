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logical items and provider attempts separately; a retry is not a new entitlement.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money, concurrency and rate are three different limits; a run can satisfy one and blow the other two.</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10:30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attempts are a scaling axis and so is judging; a council of cheap judges from different models tells you where they disagree, and that is the candidate that gets a human. Bound the attempts, gate them, and treat any synthesis as a new candidate.</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vote.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workloads can vote. The orchestrator knows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batch is mostly waiting on a provider, that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hardware-isolated VMs that create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 a second or two, checkpoint and restore, and take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egress policy from outside so the agent inside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cannot loosen it. Depot sandboxes bill per second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exactly this: run agent-generated code, stream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2026-09-07T00:27:55Z</dcterms:created>
</cp:coreProperties>
</file>