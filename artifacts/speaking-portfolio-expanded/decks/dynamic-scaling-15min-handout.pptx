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Agents now direct their own compute. Put the limits where the work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notes. 40 minutes, 14 slides, four audience moments, no Q&amp;A. Add five minutes for a 45-minute booking. Job counts and prices are fixtures; the vendors on slide 8 are real and were checked on the date above. Say the scope once, on slide 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scripts](../packets/dynamic-scaling/script-40min.md) · [Contracts](../packets/dynamic-scaling/contracts.md) · [Walkthrough](../packets/dynamic-scaling/demo.md) · [Evidence](../packets/dynamic-scaling/evidence-bank.md)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dynamic-scaling`.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vote.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can vote.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count logical items and provider attempts separately; a retry is not a new entitlement.</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03:30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money, concurrency and rate are three different limits; a run can satisfy one and blow the other two.</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job survives the caller when its intent, provider IDs and reservations are persisted before dispatch.</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job survives the caller when its intent, provider IDs and reservations are persisted before dispatch.</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10:30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attempts are a scaling axis too; bound them, gate them, and treat any synthesis as a new candidate.</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 Id="rIdImage1" Type="http://schemas.openxmlformats.org/officeDocument/2006/relationships/image" Target="../media/slide7-1.png"/><Relationship Id="rIdSvg1" Type="http://schemas.openxmlformats.org/officeDocument/2006/relationships/image" Target="../media/slide7-1.svg"/></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Dynamic Scaling of Agentic Workloads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7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07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Four callers, forty images, one customer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customer asks for ten images. Four things happen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within a minute, and every one of them is legitimate.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chat turn calls the batch tool. A worker crashed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halfway and its replacement retries. A nightly job</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re-runs anything not marked done. The customer opened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second tab because the first one looked stuck.</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Four callers, ten images each. Every local limit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passed. The provider is rendering forty. Your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dashboard proudly reports four tool calls. We put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limit on the wrong unit of work.</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is the whole talk in one multiplication.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part is what comes next: the same system that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hid the fan-out can also ask for its own compute,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we have to decide what that is allowed to mean.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Numbers here are fixtures; the vendors later are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real.</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07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Horizontal, vertical, and now self-directed</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For twenty years scaling was an infra question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answered once for everyone. Add replicas or buy a</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bigger box, then let an autoscaler watch CPU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guess. The workload never got a vote.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Agentic workloads can vote. The orchestrator knows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batch is mostly waiting on a provider, that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one needs a GPU for ninety seconds, that this one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untrusted code and wants a sandbox. It can say so,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per job, at the moment the job starts.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07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admission below every caller</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prompt that says only run one expensive tool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guidance. It is not a lock. The chat turn, the retry,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cron job and the second tab arrive at once,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none of them can see the others.</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So every external dispatch crosses one shared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admission controller. It atomically checks tenant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entitlement, budget, provider concurrency, rate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deadline, then reserves. If the request does not fit,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it queues or returns an explicit rejection.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process-local semaphore only works when that process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owns all the work, and in an agentic system it never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does.</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07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inversion: infra as an agent capability</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Here is the part that is actually new. The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orchestrator asks for compute the way it asks for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tool. Eight sandboxes for six minutes, this region,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this cost cap. The scheduler resolves that against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catalog of approved classes and the tenant's budget,</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and returns a lease with a teardown.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What you get is per-job economics. A customer can buy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 faster turnaround. Finance can cap one workflow</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instead of one environment. Nobody pays for a warm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fleet sized for the worst Tuesday of the year.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least privilege stops being a project: an instance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that lives six minutes, reaches three domains, and</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holds one scoped credential is hard to abuse even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when the agent inside it is confused.</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07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inversion: infra as an agent capability</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What you risk is obvious. An agent that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provision is an agent that can spend.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the lease and the teardown are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answer, and they are enforced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 The agent chooses;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grant.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07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ecosystem is already ephemeral by default</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f5c9434104cce2c1d2b93f00f44fc408290defaf280712183703c30a3c4a91dd"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edge state: Cloudflare Workers, Durable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Objects, Workflows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pieces exist, and they are shaped for this.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Fly.io Sprites are hardware-isolated VMs that create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in a second or two, checkpoint and restore, and take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 egress policy from outside so the agent inside</a:t>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cannot loosen it. Depot sandboxes bill per second for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exactly this: run agent-generated code, stream</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output, throw it away.</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Modal gives you functions and GPUs that scale to</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zero; Vast.ai is a marketplace where a spare GPU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cheap and short-lived. Cloudflare Workers with</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Durable Objects and Workflows hold the coordination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state that survives everything else being torn down.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EC2 Spot is the old version of the same idea: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capacity that can vanish, so the job had better be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restartable.</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07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ecosystem is already ephemeral by default</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common thread: create in seconds, pay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 second, torn down unless someone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otherwise, and the network narrowed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outside. That is the substrate an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agent-directed scheduler needs. What none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of them give you is the ledger;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still yours.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07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Walkthrough: restart the batch</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Two callers, one entitlement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Spot instance reclaimed mid-batch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response lost, one email fails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callers each want a full batch.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first reserves the entitlement; the second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queues with an explicit reason. Dispatch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begins on a spot worker. Halfway through,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instance is reclaimed with two minutes'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the lease expires, the provider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keeps rendering, the reservations stay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charged.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new worker reloads the job, checks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provider status for every submitted item,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collects what finished. One item's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response never arrived; it stays unresolved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 its reservation held, and the worker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asks the provider rather than resubmitting.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outputs land. The email fails.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delivery worker retries the email against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completed job, and the expensive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generation is untouched.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job, a recoverable lifecycle, honest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accounting, and a compute substrate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was allowed to disappear under it. That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abstraction the batch tool owed us.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07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Put the limit where the work begins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One ledger across every caller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Durable state across every restart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lease on every box, a gate on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candidate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Back to the four callers. Forty jobs were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legal by four local counters. The missing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piece was one shared account of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had promised and what it had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already started.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inversion is real: the workload can now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describe its own shape and ask for its 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compute, and the substrate to grant it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seconds already exists. That is a better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world than a warm fleet and a guess. It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only safe because the agent chooses from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catalog, spends from a ledger, and runs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boxes that expire.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Inspect one expensive tool in your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Count the work it can launch underneath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Put the limit where that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actually begins.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Dynamic Scaling of Agentic Workloads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handout edition generated from current reviewed talk materials</dc:description>
  <dcterms:created xsi:type="dcterms:W3CDTF">2026-09-06T09:11:14Z</dcterms:created>
</cp:coreProperties>
</file>