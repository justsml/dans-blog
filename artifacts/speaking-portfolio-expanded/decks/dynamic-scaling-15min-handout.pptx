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and so is judging; a council of cheap judges from different models tells you where they disagree, and that is the candidate that gets a human. Bound the attempts, gate them, and treat any synthesis as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2026-09-07T01:22:59Z</dcterms:created>
</cp:coreProperties>
</file>