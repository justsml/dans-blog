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Your Eval Suite Has a Grandfather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hole in the golden 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expanded TREC-8 judgments and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system-rank correlations above point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 Deep, diverse pools 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changed: the next reader is a generator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 IR also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consumers before modern RAG;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here is this particular generative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and its failure modes.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 eval suite has a grandfather.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years since the Cranfield report.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did not just build evaluations.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investigated when they could be trusted.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set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handout edition generated from current reviewed talk materials</dc:description>
  <dcterms:created xsi:type="dcterms:W3CDTF">2026-09-06T09:11:11Z</dcterms:created>
</cp:coreProperties>
</file>