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term specificity, vectors, vocabulary mismatch, and passage retrieval explain how we obtain candidates. Now judge the evidence they returned.</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02:30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05:00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06:30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retrieved text supplies evidence, never tool authority. Name a corpus owner and an update path.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2026-09-07T02:16:43Z</dcterms:created>
</cp:coreProperties>
</file>