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mirroring has empirical support and documented exceptions. We can choose different communication structures.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01:30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Apply that question inside a product group. A weekly brief may have existed because collecting it took somebody two days. A separate triage meeting may have existed because linking a complaint to a trace required three people and a spreadsheet. If those costs change, the old boundary deserves another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03:30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Team Topologies distinguishes collaboration, service consumption, and facilitation. Use collaboration while discovering the interface. Make the repeated delivery a service once the contract is understood. Keep facilitation temporary. An agent roster without these wires is a seating plan.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research and feedback deliver evidence to a product review; accepted hypotheses feed build and opt-in beta proposals.</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interesting question is what the winning candidate did to earn the number. A metric tells you that something moved. It does not tell you whether you wanted the movement.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07:00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in the 40/30 routes, 3:30 in the 15. Begin with only this slide, never the answer-labelled kit. After the vote open the kit and map B to Pressure copy, C to Clearer first step. Follow economics-product/demo.md.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10:30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The system must enforce that permission, not merely mention it in the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ownership consumes attention. Limit interfaces, reserve recovery practice, and attach a hypothesis and a report to each experiment.</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org chart. Some of those boundaries exist because the work really is different. Some exist because the person with the spreadsheet sat in another department. We should know which before teaching agents to repeat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that the handoff used to expose. Keep the product review where the evidence conflicts. Give the resulting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price ownership. Six agents do not become free because one person has their names in a config file. Reserve the person's attention and practise the exceptional work. Put permission before customer consequences.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org chart is a record of earlier tradeoffs. You are allowed to make new ones.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The Future of Product Engineering: Break the Mirror on Purpose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architecture you could read off the org</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chart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Conway, 1968: communication structures constrain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designs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of those boundaries still earns its keep?</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07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org chart is a fossil of coordination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Coase, 1937: coordination has a cost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 before copying 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07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Draw the wires between agents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07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Campbell's law arrives on schedule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Activation is the target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behavior did we just pay for?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07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run it before you know the rule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40% activation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48% activation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45% activation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07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Where guards go, including the two we forgot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Wider rollout · expensive runs · infrastructure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changes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Customer messaging · customer data deletion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07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Break the mirror on purpose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handoffs. Draw the interfaces.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Automate the right things. Keep the taste.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screen edition generated from current reviewed talk materials</dc:description>
  <dcterms:created xsi:type="dcterms:W3CDTF">2026-09-07T01:22:58Z</dcterms:created>
</cp:coreProperties>
</file>