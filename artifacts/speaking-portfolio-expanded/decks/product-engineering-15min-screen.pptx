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mirroring has empirical support and documented exceptions. We can choose different communication structures.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research and feedback deliver evidence to a product review; accepted hypotheses feed build and opt-in beta proposals.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05:00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06:30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ownership consumes attention, and it is about to consume fuel; limit interfaces, reserve recovery practice, and put the ongoing token burn beside the latency budget.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every experiment still reports its hypothesis, its exposure count and its owner.</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Minority Report, With Terminals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UI, adapting in real time, per person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Yes, the software you mastered is going away. As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channel is not spoken for.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2026-09-07T01:43:59Z</dcterms:created>
</cp:coreProperties>
</file>