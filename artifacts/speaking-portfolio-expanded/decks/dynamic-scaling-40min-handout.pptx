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inversion: infra as an agent capability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inversion: infra as an agent capability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ecosystem is already ephemeral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ecosystem is already ephemeral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Match the execution class to the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So is judging.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judge reads a thousand tokens and writes fifty. Run a council.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So is judging.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judge reads a thousand tokens and writes fifty. Run a council.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So is judging.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judge reads a thousand tokens and writes fifty. Run a council.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34:00 to 37:00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vote.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can vote. The orchestrator knows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batch is mostly waiting on a provider, that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Adapt pressure inside a fixed ceiling</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Throttled → wait and reduce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Healthy window → cautious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 stop dispatch, report honestly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agent can propose that a batch of ten becomes 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after the provider starts failing. Good.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scheduler still owns the range. For known throttling,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deterministic policy is enough: respect retry</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guidance, add jitter, reduce admission,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cautiously after a healthy window. Never let each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worker double its own throughput because its last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 worked.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deadline arrives, stop new work and report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completed, pending and unresolved separately.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user needs an accurate result, not a cheerful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completion message over a pile of missing images.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hardware-isolated VMs that create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a second or two, checkpoint and restore, and take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egress policy from outside so the agent inside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cannot loosen it. Depot sandboxes bill per second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exactly this: run agent-generated code, stream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Match the execution class to the work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a provider → durable step,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GPU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CPU or GPU work → compute worker, spot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code → sandbox with egress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provider is rendering the image,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waiting on the network. Fifty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containers do not make it render faster.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For long waits, persist state and resume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callbacks or bounded polling. For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computation, use a worker sized for it.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you did not write, use a sandbox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the egress policy seriously.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combine. The decision that matters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execution happens and where recovery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state lives; get those two right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vendor list is a detail.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accepted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Same brief, contrasting priorities, separate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drafts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judge reads a thousand tokens and writes fifty. Run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council. Measure the disagreement.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the unit of work from images to whole designs.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Give the batch-job problem to three generated agents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same requirements and different priorities: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minimalist, a maintainer, a security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performance reviewer. Keep first drafts separate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they do not converge on the first plausible answer.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contrast is the product.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 is going to cite Knight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Leveson at me, so let me do it first. 1986,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twenty-seven teams, one specification,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million tests, and the independently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written versions failed together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independence predicts. True,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important, and about N-version programming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a correctness strategy. That is not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I am not voting three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toward the truth, and I am not going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the ensemble is right because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agreed with itself. If that is the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heard, it is not mine.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what parallel attempts actually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 Understanding of the models you depend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run one brief through two of them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learn what each reaches for and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each forgets. A migration harness: same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brief, new model, diff the behavior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switch, instead of after the incident.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output: a synthesis of compatible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ideas is often better than any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And the cheap one, which is the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care about: judging. A judge reads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tokens and writes fifty.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costs, so you can afford three 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judges from different models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and the number you want back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average score. It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When the judges split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reasons barely overlap,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is sitting in territory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understands, and that is the one you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 on autopilot. I call this the Council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Guards. It picks between one and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alternatives to generate, and it costs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fraction of the generation it is guarding.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Write the gates before reading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Run executable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checks first. In the exercise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fails a gate, including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careful one, which is the point: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council is allowed to reject the room.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combine compatible ideas into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with one coherent set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assumptions and run the gates again.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Passing parts do not make a passing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at the review budget; an endless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debate is an expensive way to not ship.</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None of this looks like the engineering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raised on. Do not do the work twice.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spend compute speculatively.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answer per ticket. Those were axioms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was the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is being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second draft costs cents, doing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times and reading what disagrees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frugal move. I am not a shill for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I am telling you that cheaper, safer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faster now sometimes come from 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where yesterday's wisdom told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 Cited to set aside: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result about redundancy as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correctness strategy, which this slide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20</Slides>
  <Notes>20</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2026-09-06T23:17:24Z</dcterms:created>
</cp:coreProperties>
</file>