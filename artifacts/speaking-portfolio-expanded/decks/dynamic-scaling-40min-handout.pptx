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callers, forty images, one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of four batch-tool calls starts ten jobs: 4 × 10 = 40, before retries.](../../reveal-talks/assets/dynamic-scaling/01-four-calls-hide-forty-provider-jobs.svg)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Horizontal, vertical, and now self-directed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![Ops sized the fleet for everyone; an autoscaler reacts to CPU; an agentic job describes its own shape and asks.](../../reveal-talks/assets/dynamic-scaling/02-horizontal-vertical-self-directed.svg)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Count items and attempts, not tool slots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retry per item can turn 40 logical items into 80 provider attempts.](../../reveal-talks/assets/dynamic-scaling/03-count-items-and-attempts-separately.svg)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admission below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coordinated reservation protects tenant spend and entitlement across all callers.](../../reveal-talks/assets/dynamic-scaling/04-every-caller-crosses-shared-admission.svg)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Money, concurrency and rate are three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![Illustrative $2 run cap: settled + reserved ≤ $2. Prices here are invented fixture values.](../../reveal-talks/assets/dynamic-scaling/05-reservations-and-charges-share-one-ceiling.svg)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 pressure inside a fixed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scheduler reduces admission after throttling; every increase remains inside the approved maximum.](../../reveal-talks/assets/dynamic-scaling/06-adapt-pressure-within-a-fixed-limit.svg)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Throttled → wait and reduce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Healthy window → cautious increase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Deadline → stop dispatch, report honestly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can propose that a batch of ten becomes five after the provider starts failing. Good. The scheduler still owns the range. For known throttling, deterministic policy is enough: respect retry guidance, add jitter, reduce admission, increase cautiously after a healthy window. Never let each worker double its own throughput because its last call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When the deadline arrives, stop new work and report completed, pending and unresolved separately. The user needs an accurate result, not a cheerful completion message over a pile of missing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ten to five, then a cautious recovery that never exceeds the original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Infra Is a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Infra Is a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Torn Down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Torn Down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Fifty Containers Don't Render Faster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Waiting on a provider → durable step, not a GPU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CPU or GPU work → compute worker, spot if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Untrusted code → sandbox with egress policy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provider is rendering the image, you are waiting on the network. Fifty containers do not make it render faster. For long waits, persist state and resume from callbacks or bounded polling. For real computation, use a worker sized for it. For code you did not write, use a sandbox and take the egress policy seriously.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These combine. The decision that matters is where execution happens and where recovery state lives; get those two right and the vendor list is a detail.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Place a local graph solver, a remote image request and an agent-written script into their classes.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durable job survives the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![Persist intent and provider identity; uncertain acceptance goes to reconciliation, not blind replay.](../../reveal-talks/assets/dynamic-scaling/08-a-job-survives-the-caller.svg)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restart the 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30:00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accepted outcome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the limit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say.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Agentic workloads do. The orchestrator knows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is mostly waiting on a provider, that this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decisions stay separate. Tasks: split the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Attempts: try several complete answers. Placement: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choose where it runs. A model can propose all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cheaply now; it does not repeal the dependency graph,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it does not get to repeal the budget.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Count items and attempts, not tool slots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 slots ≠ tool batch size ≠ provider attempts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runtime's concurrency limit counts tool calls.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tool multiplies each one. A retry layer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multiplies again. Forty logical items become eighty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attempts when every item gets one retry,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visible count still says four.</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logical items and external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separately. A retry is another attempt at an item,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new entitlement. And read the batch tool's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 contract: maximum batch size, resource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estimate, cancellation behavior, what a partial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looks like.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Money, concurrency and rate are three limits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Pessimistic reservations refuse real work;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tightness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can satisfy any one of these and blow the other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Reserve a defensible maximum per operation,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reconcile against the bill when the answer arrives,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keep unresolved provider jobs charged until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A worker lease expiring proves the worker died,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that the remote render stopped.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There is a real trade here. Reserve the full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allowance up front and a second legitimate caller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gets queued behind money that may never be spent.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 lazily and you can overshoot. Pick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tightness on purpose and write it down.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Adapt pressure inside a fixed ceiling</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ce1bad6f501d9e5ee1448d48bfaa18655a5264cd9d7fc51c304cc492b77baffb" descr="The scheduler reduces admission after throttling; every increase remains inside the approved maximum."/>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Throttled → wait and reduce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Healthy window → cautious increase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 stop dispatch, report honestly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agent can propose that a batch of ten becomes 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after the provider starts failing. Good.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scheduler still owns the range. For known throttling,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deterministic policy is enough: respect retry</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guidance, add jitter, reduce admission, increase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cautiously after a healthy window. Never let each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worker double its own throughput because its last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 worked.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deadline arrives, stop new work and report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completed, pending and unresolved separately.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user needs an accurate result, not a cheerful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completion message over a pile of missing images.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microVMs whose stated creation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target is under a second, checkpoint and restore,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take an egress policy from outside so the agent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inside cannot loosen it. Depot sandboxes bill by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for exactly this: run agent-generated 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Fifty Containers Don't Render Faster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a provider → durable step,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GPU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CPU or GPU work → compute worker, spot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code → sandbox with egress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provider is rendering the image,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waiting on the network. Fifty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containers do not make it render faster.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For long waits, persist state and resume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callbacks or bounded polling. For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computation, use a worker sized for it.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you did not write, use a sandbox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the egress policy seriously.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combine. The decision that matters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execution happens and where recovery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state lives; get those two right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vendor list is a detail.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durable job survives the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queued → submitted → waiting → completed / failed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authenticate, deduplicate,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Accept ten prompts, return a stable job ID, persist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item IDs, provider IDs, reservations,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locations and terminal states.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conversation can end. The sandbox can be reclaimed.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arrive twice and out of order;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authenticate, deduplicate, apply only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A restart rebuilds pending work from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storage, not from replaying the conversation.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output is stored, enqueue the notification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 an outbox so an email failure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regenerates an image. Naming something durable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make an in-flight promise survive a lifecycle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 the recovery protocol is yours to write.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c5fb820b277964d777498358b0962f4a0f45afc5a39c350b143fa7e45e40586"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Barrel of monkeys: lead with cheap parallel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generation, on purpose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Council of Guards: judges read a thousand tokens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write fifty; measure the disagreement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Gates before preferences; the judge may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the unit of work from images to whole designs.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brief, three generated agents: minimalist,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maintainer, security and performance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 first drafts. The contrast is the product.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is going to cite Knight and Leveson at 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let me do it first. 1986, twenty-seven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programmers, one specification, a million tests,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independently written versions failed together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far more than independence predicts. True, important,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about N-version programming as a correctness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strategy. Not this. I am not voting three models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toward the truth.</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generation side has a name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sorry about: the barrel-of-monkeys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maneuver. Lead with cheap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on purpose — monkeys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hundredth of the frontier's price —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 the barrel to the next stage.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Race: take the first draft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passes the gate. Synthesize: a frontier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reads them all, input tokens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ones, and writes one coherent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Rank: more candidates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judges, so the best whole answer goes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downstream. Catch: in law or medicine,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the rules are extensive and specific,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mistake you fear shows up in one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of ten, and the only way to see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have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Speculative optimization in a lab 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Possibly. Ship it with an env var that sets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fan-out to one, and ideally let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 that knob itself. Right? Right.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companion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half is judging. A judge reads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tokens and writes fifty,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is what costs, so five judges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models on every candidate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affordable. Not the average score.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Judges that split, or whose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barely overlap, have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territory nobody understands;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does not ship on autopilot.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this the Council of Guards: it reads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writes almost nothing,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costs a fraction of what it guards.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Write the gates before you read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no duplicate dispatch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 no cross-tenant spend,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regeneration on notification retry,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 after deadline. Every 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fails one, including the careful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council is allowed to reject the room.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synthesis is a new candidate. Stop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None of this looks like the engineering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were raised on. Do not do the work twice.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spend compute speculatively.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answer per ticket. Those were axioms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was the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is being wrong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second draft costs cents, doing it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reading what disagrees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frugal move. I am not a shill for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Cheaper, safer and faster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sometimes come from spending exactly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yesterday's wisdom told you not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accepted outcome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Latency: dispatch + queue + slowest branch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merge + verify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every candidate, every retry,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reservation, review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Starting three workers does not delete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serial parts. That is Amdahl, 1967,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unkind: if a tenth of the job is serial,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 workers get you five and a quarter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a hundred workers get you 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every branch can make a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slower. Count the whole thing: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failed work, 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judging and human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accepted outcomes, not launched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workers. Start with one extra attempt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batch boundary; if it does not buy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time or cost, keep the simpler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 We are trying to buy useful work,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maximize the number of things blinking.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Knight and Leveson (1986), An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of the Assumption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Independence in Multiversion Programming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https://doi.org/10.1109/TSE.1986.6312924),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IEEE Transactions on Software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SE-12(1, 96 to 109. Cited to set aside: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result about redundancy as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correctness strategy, which this slide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Amdahl (1967), Validity of the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processor approach to achieving large scale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computing capabilities, AFIPS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30, 483 to 485.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20</Slides>
  <Notes>20</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2026-09-07T01:44:02Z</dcterms:created>
</cp:coreProperties>
</file>