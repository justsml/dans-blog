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inversion: infra as an agent capability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inversion: infra as an agent capability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ecosystem is already ephemeral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ecosystem is already ephemeral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Match the execution class to the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accepted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Attempts are a scaling axis. So is judging.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too, and I am not sorry about it: the barrel-of-monkeys maneuver. Lead with parallel generation on purpose. You are adding a controlled section of chaos that the next stage has to handle: a revision loop, a router, the council, or your users in an A/B test. Why you would want the chaos varies. Sometimes you want the fastest answer, so you race. Sometimes you want the best parts of several, so a frontier model, whose input tokens are the cheap ones, reads all of them and writes one coherent output. Sometimes you just want more candidates for the judges to rank so the best whole answer goes downstream. In law or medicine, where the rules are extensive and specific, that is how you catch the one errant mistake that shows up in one output out of ten. And the monkeys can be cheap: models at a hundredth or a thousandth the price of the frontier, generating alternatives in a loop. Some of them need a tool-calling agent with files, search and git, which means a sandbox and somebody's cloud; others single-shot it fine. That is an architecture question about how much effort you want in a system that keeps improving versus one you can retune at runtime. Fan-out is a tool you encapsulate at points in the graph: default model most of the time, n alternatives for a sample of requests. Your needs and your opportunities decide why, where and how often.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Does this border on speculative optimization dressed up as learning? Yes, possibly. Probably sometimes. We will find out. So do not build any of it without env vars to turn it down, and ideally build the system that adjusts its own fan-out and token burn from what it measures. Right? Right. That system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Attempts are a scaling axis. So is judging.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too, and I am not sorry about it: the barrel-of-monkeys maneuver. Lead with parallel generation on purpose. You are adding a controlled section of chaos that the next stage has to handle: a revision loop, a router, the council, or your users in an A/B test. Why you would want the chaos varies. Sometimes you want the fastest answer, so you race. Sometimes you want the best parts of several, so a frontier model, whose input tokens are the cheap ones, reads all of them and writes one coherent output. Sometimes you just want more candidates for the judges to rank so the best whole answer goes downstream. In law or medicine, where the rules are extensive and specific, that is how you catch the one errant mistake that shows up in one output out of ten. And the monkeys can be cheap: models at a hundredth or a thousandth the price of the frontier, generating alternatives in a loop. Some of them need a tool-calling agent with files, search and git, which means a sandbox and somebody's cloud; others single-shot it fine. That is an architecture question about how much effort you want in a system that keeps improving versus one you can retune at runtime. Fan-out is a tool you encapsulate at points in the graph: default model most of the time, n alternatives for a sample of requests. Your needs and your opportunities decide why, where and how often.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Does this border on speculative optimization dressed up as learning? Yes, possibly. Probably sometimes. We will find out. So do not build any of it without env vars to turn it down, and ideally build the system that adjusts its own fan-out and token burn from what it measures. Right? Right. That system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Attempts are a scaling axis. So is judging.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too, and I am not sorry about it: the barrel-of-monkeys maneuver. Lead with parallel generation on purpose. You are adding a controlled section of chaos that the next stage has to handle: a revision loop, a router, the council, or your users in an A/B test. Why you would want the chaos varies. Sometimes you want the fastest answer, so you race. Sometimes you want the best parts of several, so a frontier model, whose input tokens are the cheap ones, reads all of them and writes one coherent output. Sometimes you just want more candidates for the judges to rank so the best whole answer goes downstream. In law or medicine, where the rules are extensive and specific, that is how you catch the one errant mistake that shows up in one output out of ten. And the monkeys can be cheap: models at a hundredth or a thousandth the price of the frontier, generating alternatives in a loop. Some of them need a tool-calling agent with files, search and git, which means a sandbox and somebody's cloud; others single-shot it fine. That is an architecture question about how much effort you want in a system that keeps improving versus one you can retune at runtime. Fan-out is a tool you encapsulate at points in the graph: default model most of the time, n alternatives for a sample of requests. Your needs and your opportunities decide why, where and how often.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Does this border on speculative optimization dressed up as learning? Yes, possibly. Probably sometimes. We will find out. So do not build any of it without env vars to turn it down, and ideally build the system that adjusts its own fan-out and token burn from what it measures. Right? Right. That system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Attempts are a scaling axis. So is judging.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too, and I am not sorry about it: the barrel-of-monkeys maneuver. Lead with parallel generation on purpose. You are adding a controlled section of chaos that the next stage has to handle: a revision loop, a router, the council, or your users in an A/B test. Why you would want the chaos varies. Sometimes you want the fastest answer, so you race. Sometimes you want the best parts of several, so a frontier model, whose input tokens are the cheap ones, reads all of them and writes one coherent output. Sometimes you just want more candidates for the judges to rank so the best whole answer goes downstream. In law or medicine, where the rules are extensive and specific, that is how you catch the one errant mistake that shows up in one output out of ten. And the monkeys can be cheap: models at a hundredth or a thousandth the price of the frontier, generating alternatives in a loop. Some of them need a tool-calling agent with files, search and git, which means a sandbox and somebody's cloud; others single-shot it fine. That is an architecture question about how much effort you want in a system that keeps improving versus one you can retune at runtime. Fan-out is a tool you encapsulate at points in the graph: default model most of the time, n alternatives for a sample of requests. Your needs and your opportunities decide why, where and how often.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Does this border on speculative optimization dressed up as learning? Yes, possibly. Probably sometimes. We will find out. So do not build any of it without env vars to turn it down, and ideally build the system that adjusts its own fan-out and token burn from what it measures. Right? Right. That system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vote.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can vote. The orchestrator knows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batch is mostly waiting on a provider, that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fde8ed4544054c6ba696fe2945ded1fdf0c0b247ec34f09fb00f8685dfce56b"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Adapt pressure inside a fixed ceiling</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Throttled → wait and reduce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Healthy window → cautious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 stop dispatch, report honestly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agent can propose that a batch of ten becomes 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after the provider starts failing. Good.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scheduler still owns the range. For known throttling,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deterministic policy is enough: respect retry</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guidance, add jitter, reduce admission,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cautiously after a healthy window. Never let each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worker double its own throughput because its last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 worked.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deadline arrives, stop new work and report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completed, pending and unresolved separately.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user needs an accurate result, not a cheerful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completion message over a pile of missing images.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hardware-isolated VMs that create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 a second or two, checkpoint and restore, and take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egress policy from outside so the agent inside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cannot loosen it. Depot sandboxes bill per second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exactly this: run agent-generated code, stream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Match the execution class to the work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a provider → durable step,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GPU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CPU or GPU work → compute worker, spot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code → sandbox with egress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provider is rendering the image,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waiting on the network. Fifty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containers do not make it render faster.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For long waits, persist state and resume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callbacks or bounded polling. For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computation, use a worker sized for it.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you did not write, use a sandbox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the egress policy seriously.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combine. The decision that matters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execution happens and where recovery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state lives; get those two right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vendor list is a detail.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accepted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b4949abe8dedb577fd5f9a3e1c7aa70046fe06211202f0b36f95e7c744c651ce"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Barrel of monkeys: lead with cheap parallel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generation, on purpose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Council of guards: judges read a thousand tokens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write fifty; measure the disagreement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the unit of work from images to whole designs.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Give the batch-job problem to three generated agents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same requirements and different priorities: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minimalist, a maintainer, a security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performance reviewer. Keep first drafts separate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they do not converge on the first plausible answer.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contrast is the product.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 is going to cite Knight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Leveson at me, so let me do it first. 1986,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twenty-seven teams, one specification,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million tests, and the independently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written versions failed together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independence predicts. True,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important, and about N-version programming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a correctness strategy. That is not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I am not voting three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toward the truth, and I am not going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the ensemble is right because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agreed with itself. If that is the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heard, it is not mine.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what parallel attempts actually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 Understanding of the models you depend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run one brief through two of them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learn what each reaches for and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each forgets. A migration harness: same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brief, new model, diff the behavior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switch, instead of after the incident.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output: a synthesis of compatible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ideas is often better than any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And the cheap one, which is the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care about: judging. A judge reads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tokens and writes fifty.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costs, so you can afford three 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judges from different models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and the number you want back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average score. It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When the judges split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reasons barely overlap,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is sitting in territory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understands, and that is the one you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 on autopilot. I call this the Council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Guards. It picks between one and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alternatives to generate, and it costs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fraction of the generation it is guarding.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generation side has a name too, and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 not sorry about it: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barrel-of-monkeys maneuver. Lead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parallel generation on purpose. You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adding a controlled section of chaos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stage has to handle: a revision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a router, the council, or your users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an A/B test. Why you would want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chaos varies. Sometimes you want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fastest answer, so you race. Sometimes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want the best parts of several, so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frontier model, whose input tokens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ones, reads all of them and writes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coherent output. Sometimes you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want more candidates for the judges to rank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the best whole answer goes downstream.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law or medicine, where the rules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extensive and specific, that is how you</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catch the one errant mistake that shows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one output out of ten. And the monkeys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be cheap: models at a hundredth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thousandth the price of the frontier,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generating alternatives in a loop. Some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need a tool-calling agent with files,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search and git, which means a sandbox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somebody's cloud; others single-shot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fine. That is an architecture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how much effort you want in a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keeps improving versus one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retune at runtime. Fan-out is a tool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encapsulate at points in the graph: default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most of the time, n alternatives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sample of requests. Your needs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decide why, where and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often.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Does this border on speculative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optimization dressed up as learning? Yes,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possibly. Probably sometimes. We will find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So do not build any of it without env</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vars to turn it down, and ideally build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that adjusts its own fan-out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burn from what it measures.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That system is the companion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gates before reading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Run executable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checks first. In the exercise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fails a gate, including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careful one, which is the point: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council is allowed to reject the room.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combine compatible ideas into a new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candidate with one coherent set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assumptions and run the gates again.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Passing parts do not make a passing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at the review budget; an endless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debate is an expensive way to not ship.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None of this looks like the engineering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raised on. Do not do the work twice.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spend compute speculatively.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answer per ticket. Those were axioms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was the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is being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second draft costs cents, doing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times and reading what disagrees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frugal move. I am not a shill for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I am telling you that cheaper, safer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faster now sometimes come from 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where yesterday's wisdom told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 Cited to set aside: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result about redundancy as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correctness strategy, which this slide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21</Slides>
  <Notes>21</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2026-09-07T01:22:59Z</dcterms:created>
</cp:coreProperties>
</file>