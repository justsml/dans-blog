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 id="273" r:id="rIdSlide18"/>
    <p:sldId id="274" r:id="rIdSlide19"/>
    <p:sldId id="275" r:id="rIdSlide20"/>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 Id="rIdSlide18" Type="http://schemas.openxmlformats.org/officeDocument/2006/relationships/slide" Target="slides/slide18.xml"/><Relationship Id="rIdSlide19" Type="http://schemas.openxmlformats.org/officeDocument/2006/relationships/slide" Target="slides/slide19.xml"/><Relationship Id="rIdSlide20" Type="http://schemas.openxmlformats.org/officeDocument/2006/relationships/slide" Target="slides/slide20.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_rels/notesSlide18.xml.rels><?xml version="1.0" encoding="UTF-8" standalone="yes"?><Relationships xmlns="http://schemas.openxmlformats.org/package/2006/relationships"><Relationship Id="rIdSlide" Type="http://schemas.openxmlformats.org/officeDocument/2006/relationships/slide" Target="../slides/slide18.xml"/><Relationship Id="rIdMaster" Type="http://schemas.openxmlformats.org/officeDocument/2006/relationships/notesMaster" Target="../notesMasters/notesMaster1.xml"/></Relationships>
</file>

<file path=ppt/notesSlides/_rels/notesSlide19.xml.rels><?xml version="1.0" encoding="UTF-8" standalone="yes"?><Relationships xmlns="http://schemas.openxmlformats.org/package/2006/relationships"><Relationship Id="rIdSlide" Type="http://schemas.openxmlformats.org/officeDocument/2006/relationships/slide" Target="../slides/slide19.xml"/><Relationship Id="rIdMaster" Type="http://schemas.openxmlformats.org/officeDocument/2006/relationships/notesMaster" Target="../notesMasters/notesMaster1.xml"/></Relationships>
</file>

<file path=ppt/notesSlides/_rels/notesSlide20.xml.rels><?xml version="1.0" encoding="UTF-8" standalone="yes"?><Relationships xmlns="http://schemas.openxmlformats.org/package/2006/relationships"><Relationship Id="rIdSlide" Type="http://schemas.openxmlformats.org/officeDocument/2006/relationships/slide" Target="../slides/slide20.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Agents now direct their own compute. Put the limits where the work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from Dan's notes. 40 minutes, 14 slides, four audience moments, no Q&amp;A. Add five minutes for a 45-minute booking. Job counts and prices are fixtures; the vendors on slide 8 are real and were checked on the date above. Say the scope once, on slide 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scripts](../packets/dynamic-scaling/script-40min.md) · [Contracts](../packets/dynamic-scaling/contracts.md) · [Walkthrough](../packets/dynamic-scaling/demo.md) · [Evidence](../packets/dynamic-scaling/evidence-bank.md)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Regenerate scripts, adaptations and the browser deck with `bun artifacts/speaking-portfolio-expanded/build-talk.ts dynamic-scaling`.</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Four callers, forty images, one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![Each of four batch-tool calls starts ten jobs: 4 × 10 = 40, before retries.](../../reveal-talks/assets/dynamic-scaling/01-four-calls-hide-forty-provider-jobs.svg)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chat turn, a retry, a cron job, a second tab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Each legal. Each ten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customer bought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for ten images. Four things happen within a minute, and every one of them is legitimate. The chat turn calls the batch tool. A worker crashed halfway and its replacement retries. A nightly job re-runs anything not marked done. The customer opened a second tab because the first one looked stuck.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callers, ten images each. Every local limit passed. The provider is rendering forty. Your dashboard proudly reports four tool calls. We put the limit on the wrong unit of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whole talk in one multiplication. The agentic part is what comes next: the same system that hid the fan-out can also ask for its own compute, and we have to decide what that is allowed to mean. Numbers here are fixtures; the vendors later are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fan-out you found on a bill before you found it in a dashboard.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Let the room multiply before you show forty. Then ask which component knew the customer's entitlement. Silence is the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Horizontal, vertical, and now self-directed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02:00 to 05:00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![Ops sized the fleet for everyone; an autoscaler reacts to CPU; an agentic job describes its own shape and asks.](../../reveal-talks/assets/dynamic-scaling/02-horizontal-vertical-self-directed.svg)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Horizontal: more boxes,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Vertical: bigger box,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Self-directed: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twenty years scaling was an infra question answered once for everyone. Add replicas or buy a bigger box, then let an autoscaler watch CPU and guess. The workload never got a say.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Agentic workloads do. The orchestrator knows this batch is mostly waiting on a provider, that this one needs a GPU for ninety seconds, that this one is untrusted code and wants a sandbox. It can say so, per job, at the moment the job starts.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decisions stay separate. Tasks: split the work. Attempts: try several complete answers. Placement: choose where it runs. A model can propose all three cheaply now; it does not repeal the dependency graph, and it does not get to repeal the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Classify an image batch, a route-optimization run, three competing designs and a region move. Note that an LLM can schedule a solver without doing the arithmetic.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Count items and attempts, not tool slots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05:00 to 07:00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retry per item can turn 40 logical items into 80 provider attempts.](../../reveal-talks/assets/dynamic-scaling/03-count-items-and-attempts-separately.svg)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Agent slots ≠ tool batch size ≠ provider attempts ≠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runtime's concurrency limit counts tool calls. A batch tool multiplies each one. A retry layer multiplies again. Forty logical items become eighty provider attempts when every item gets one retry, and the visible count still says four.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logical items and external attempts separately. A retry is another attempt at an item, not a new entitlement. And read the batch tool's actual contract: maximum batch size, resource estimate, cancellation behavior, what a partial result looks like.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four callers, ten children, one retry layer. Count to eighty out loud.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Put admission below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07:00 to 10:00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coordinated reservation protects tenant spend and entitlement across all callers.](../../reveal-talks/assets/dynamic-scaling/04-every-caller-crosses-shared-admission.svg)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Reserve before dispatch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Share tenant and provider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Queue or reject what does not fit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prompt that says only run one expensive tool is guidance. It is not a lock. The chat turn, the retry, the cron job and the second tab arrive at once, and none of them can see the others.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external dispatch crosses one shared admission controller. It atomically checks tenant entitlement, budget, provider concurrency, rate and deadline, then reserves. If the request does not fit, it queues or returns an explicit rejection. A process-local semaphore only works when that process owns all the work, and in an agentic system it never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two simultaneous callers in contracts.md. Read-balance-then-write loses; atomic reservation admits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Money, concurrency and rate are three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10:00 to 12:00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![Illustrative $2 run cap: settled + reserved ≤ $2. Prices here are invented fixture values.](../../reveal-talks/assets/dynamic-scaling/05-reservations-and-charges-share-one-ceiling.svg)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Concurrency ≠ requests per minute ≠ dollars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Reserved ≠ charged. Cancelled ≠ refunded.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Pessimistic reservations refuse real work; choose your tightness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can satisfy any one of these and blow the other two. Reserve a defensible maximum per operation, reconcile against the bill when the answer arrives, and keep unresolved provider jobs charged until you know. A worker lease expiring proves the worker died, not that the remote render stopped.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real trade here. Reserve the full retry allowance up front and a second legitimate caller gets queued behind money that may never be spent. Reserve lazily and you can overshoot. Pick a tightness on purpose and write it 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Use the $2 ledger in contracts.md. Show settled plus reserved never passing $2, then ask what the second caller should have seen.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 pressure inside a fixed ceiling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12:00 to 14:00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scheduler reduces admission after throttling; every increase remains inside the approved maximum.](../../reveal-talks/assets/dynamic-scaling/06-adapt-pressure-within-a-fixed-limit.svg)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Throttled → wait and reduce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Healthy window → cautious increase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Deadline → stop dispatch, report honestly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agent can propose that a batch of ten becomes five after the provider starts failing. Good. The scheduler still owns the range. For known throttling, deterministic policy is enough: respect retry guidance, add jitter, reduce admission, increase cautiously after a healthy window. Never let each worker double its own throughput because its last call worked.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When the deadline arrives, stop new work and report completed, pending and unresolved separately. The user needs an accurate result, not a cheerful completion message over a pile of missing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ten to five, then a cautious recovery that never exceeds the original ceiling.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Infra Is a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14:00 to 17:00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job requests shape, size, duration and a cost cap; the scheduler resolves it against a catalog and tenant budget and returns a lease.](../../reveal-talks/assets/dynamic-scaling/07-infra-as-an-agent-capability.svg)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Infra Is a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14:00 to 17:00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job requests shape, size, duration and a cost cap; the scheduler resolves it against a catalog and tenant budget and returns a lease.](../../reveal-talks/assets/dynamic-scaling/07-infra-as-an-agent-capability.svg)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Torn Down by Default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17:00 to 20:00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serverless GPUs, durable edge state and spot capacity, all created in seconds and torn down by default.](../../reveal-talks/assets/dynamic-scaling/08-the-ephemeral-ecosystem.svg)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microVMs whose stated creation target is under a second, checkpoint and restore, and take an egress policy from outside so the agent inside cannot loosen it. Depot sandboxes bill by the second for exactly this: run agent-generated code,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Torn Down by Default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17:00 to 20:00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serverless GPUs, durable edge state and spot capacity, all created in seconds and torn down by default.](../../reveal-talks/assets/dynamic-scaling/08-the-ephemeral-ecosystem.svg)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microVMs whose stated creation target is under a second, checkpoint and restore, and take an egress policy from outside so the agent inside cannot loosen it. Depot sandboxes bill by the second for exactly this: run agent-generated code,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Fifty Containers Don't Render Faster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20:00 to 22:00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Waiting on a provider → durable step, not a GPU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CPU or GPU work → compute worker, spot if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Untrusted code → sandbox with egress policy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provider is rendering the image, you are waiting on the network. Fifty containers do not make it render faster. For long waits, persist state and resume from callbacks or bounded polling. For real computation, use a worker sized for it. For code you did not write, use a sandbox and take the egress policy seriously.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These combine. The decision that matters is where execution happens and where recovery state lives; get those two right and the vendor list is a detail.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Place a local graph solver, a remote image request and an agent-written script into their classes.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durable job survives the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22:00 to 25:00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![Persist intent and provider identity; uncertain acceptance goes to reconciliation, not blind replay.](../../reveal-talks/assets/dynamic-scaling/08-a-job-survives-the-caller.svg)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queued → submitted → waiting → completed / failed /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Callbacks: authenticate, deduplicate, valid transitions only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Notification is its own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Accept ten prompts, return a stable job ID, persist item IDs, provider IDs, reservations, attempts, output locations and terminal states. The conversation can end. The sandbox can be reclaimed. The job continues.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Callbacks arrive twice and out of order; authenticate, deduplicate, apply only valid transitions. A restart rebuilds pending work from storage, not from replaying the conversation. And when the output is stored, enqueue the notification through an outbox so an email failure never regenerates an image. Naming something durable does not make an in-flight promise survive a lifecycle transition; the recovery protocol is yours to write.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the state machine in contracts.md. Crash after submission and before the provider ID is saved. Discuss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Walkthrough: restart the 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25:00 to 30:00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Two callers, one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Spot instance reclaimed mid-batch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response lost, one email fails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each want a full batch. The first reserves the entitlement; the second queues with an explicit reason. Dispatch begins on a spot worker. Halfway through, the instance is reclaimed with two minutes' notice: the lease expires, the provider keeps rendering, the reservations stay charged.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new worker reloads the job, checks provider status for every submitted item, and collects what finished. One item's response never arrived; it stays unresolved with its reservation held, and the worker asks the provider rather than resubmitting. All outputs land. The email fails. The delivery worker retries the email against the completed job, and the expensive generation is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job, a recoverable lifecycle, honest accounting, and a compute substrate that was allowed to disappear under it. That is the abstraction the batch tool owed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The trace in demo.md; compress rows 1 and 2 on the short routes. Ask the room for each next transition before revealing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Monkeys, Then Guards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![Cheap parallel generation produces candidates; shared gates reject before preference; cheap multi-model judges report disagreement rather than an average score.](../../reveal-talks/assets/dynamic-scaling/12-monkeys-then-guards.svg)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Barrel of monkeys: lead with cheap parallel generation,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Council of Guards: judges read a thousand tokens and write fifty; measure the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Change the unit of work from images to whole designs. One brief, three generated agents: minimalist, maintainer, security and performance reviewer. Separate first drafts. The contrast is the product.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Somebody is going to cite Knight and Leveson at me, so let me do it first. 1986, twenty-seven programmers, one specification, a million tests, and the independently written versions failed together far more than independence predicts. True, important, and about N-version programming as a correctness strategy. Not this. I am not voting three models toward the truth.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generation side has a name I am not sorry about: the barrel-of-monkeys maneuver. Lead with cheap parallel generation on purpose — monkeys at a hundredth of the frontier's price — and hand the barrel to the next stage. Four reasons. Race: take the first draft that passes the gate. Synthesize: a frontier model reads them all, input tokens being the cheap ones, and writes one coherent output. Rank: more candidates for the judges, so the best whole answer goes downstream. Catch: in law or medicine, where the rules are extensive and specific, the mistake you fear shows up in one output out of ten, and the only way to see it is to have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Speculative optimization in a lab coat? Possibly. Ship it with an env var that sets fan-out to one, and ideally let the system tune that knob itself. Right? Right. That is the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cheap half is judging. A judge reads a thousand tokens and writes fifty, and output is what costs, so five judges from different models on every candidate is affordable. Not the average score. The disagreement. Judges that split, or whose reasons barely overlap, have found territory nobody understands; that candidate does not ship on autopilot. I call this the Council of Guards: it reads everything, writes almost nothing, and costs a fraction of what it guards.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you read the candidates: no duplicate dispatch after restart, no cross-tenant spend, no regeneration on notification retry, no dispatch after deadline. Every candidate fails one, including the careful one; the council is allowed to reject the room. A synthesis is a new candidate. Stop at the review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None of this looks like the engineering we were raised on. Do not do the work twice. Do not spend compute speculatively. One right answer per ticket. Those were axioms when the expensive thing was the engineer. When the expensive thing is being wrong and a second draft costs cents, doing it three times and reading what disagrees is the frugal move. I am not a shill for Big Token. Cheaper, safer and faster now sometimes come from spending exactly where yesterday's wisdom told you not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Score the three candidates in demo.md. Have the room find each candidate's failed gate before revealing it. Then show the council split per candidate: high agreement on the minimalist's failure, low overlap on the maintainer's, and ask which one deserves the human's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Monkeys, Then Guards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![Cheap parallel generation produces candidates; shared gates reject before preference; cheap multi-model judges report disagreement rather than an average score.](../../reveal-talks/assets/dynamic-scaling/12-monkeys-then-guards.svg)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Barrel of monkeys: lead with cheap parallel generation,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Council of Guards: judges read a thousand tokens and write fifty; measure the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Change the unit of work from images to whole designs. One brief, three generated agents: minimalist, maintainer, security and performance reviewer. Separate first drafts. The contrast is the product.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Somebody is going to cite Knight and Leveson at me, so let me do it first. 1986, twenty-seven programmers, one specification, a million tests, and the independently written versions failed together far more than independence predicts. True, important, and about N-version programming as a correctness strategy. Not this. I am not voting three models toward the truth.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generation side has a name I am not sorry about: the barrel-of-monkeys maneuver. Lead with cheap parallel generation on purpose — monkeys at a hundredth of the frontier's price — and hand the barrel to the next stage. Four reasons. Race: take the first draft that passes the gate. Synthesize: a frontier model reads them all, input tokens being the cheap ones, and writes one coherent output. Rank: more candidates for the judges, so the best whole answer goes downstream. Catch: in law or medicine, where the rules are extensive and specific, the mistake you fear shows up in one output out of ten, and the only way to see it is to have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Speculative optimization in a lab coat? Possibly. Ship it with an env var that sets fan-out to one, and ideally let the system tune that knob itself. Right? Right. That is the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cheap half is judging. A judge reads a thousand tokens and writes fifty, and output is what costs, so five judges from different models on every candidate is affordable. Not the average score. The disagreement. Judges that split, or whose reasons barely overlap, have found territory nobody understands; that candidate does not ship on autopilot. I call this the Council of Guards: it reads everything, writes almost nothing, and costs a fraction of what it guards.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you read the candidates: no duplicate dispatch after restart, no cross-tenant spend, no regeneration on notification retry, no dispatch after deadline. Every candidate fails one, including the careful one; the council is allowed to reject the room. A synthesis is a new candidate. Stop at the review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None of this looks like the engineering we were raised on. Do not do the work twice. Do not spend compute speculatively. One right answer per ticket. Those were axioms when the expensive thing was the engineer. When the expensive thing is being wrong and a second draft costs cents, doing it three times and reading what disagrees is the frugal move. I am not a shill for Big Token. Cheaper, safer and faster now sometimes come from spending exactly where yesterday's wisdom told you not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Score the three candidates in demo.md. Have the room find each candidate's failed gate before revealing it. Then show the council split per candidate: high agreement on the minimalist's failure, low overlap on the maintainer's, and ask which one deserves the human's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Monkeys, Then Guards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![Cheap parallel generation produces candidates; shared gates reject before preference; cheap multi-model judges report disagreement rather than an average score.](../../reveal-talks/assets/dynamic-scaling/12-monkeys-then-guards.svg)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Barrel of monkeys: lead with cheap parallel generation,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Council of Guards: judges read a thousand tokens and write fifty; measure the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Change the unit of work from images to whole designs. One brief, three generated agents: minimalist, maintainer, security and performance reviewer. Separate first drafts. The contrast is the product.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Somebody is going to cite Knight and Leveson at me, so let me do it first. 1986, twenty-seven programmers, one specification, a million tests, and the independently written versions failed together far more than independence predicts. True, important, and about N-version programming as a correctness strategy. Not this. I am not voting three models toward the truth.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generation side has a name I am not sorry about: the barrel-of-monkeys maneuver. Lead with cheap parallel generation on purpose — monkeys at a hundredth of the frontier's price — and hand the barrel to the next stage. Four reasons. Race: take the first draft that passes the gate. Synthesize: a frontier model reads them all, input tokens being the cheap ones, and writes one coherent output. Rank: more candidates for the judges, so the best whole answer goes downstream. Catch: in law or medicine, where the rules are extensive and specific, the mistake you fear shows up in one output out of ten, and the only way to see it is to have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Speculative optimization in a lab coat? Possibly. Ship it with an env var that sets fan-out to one, and ideally let the system tune that knob itself. Right? Right. That is the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cheap half is judging. A judge reads a thousand tokens and writes fifty, and output is what costs, so five judges from different models on every candidate is affordable. Not the average score. The disagreement. Judges that split, or whose reasons barely overlap, have found territory nobody understands; that candidate does not ship on autopilot. I call this the Council of Guards: it reads everything, writes almost nothing, and costs a fraction of what it guards.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you read the candidates: no duplicate dispatch after restart, no cross-tenant spend, no regeneration on notification retry, no dispatch after deadline. Every candidate fails one, including the careful one; the council is allowed to reject the room. A synthesis is a new candidate. Stop at the review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None of this looks like the engineering we were raised on. Do not do the work twice. Do not spend compute speculatively. One right answer per ticket. Those were axioms when the expensive thing was the engineer. When the expensive thing is being wrong and a second draft costs cents, doing it three times and reading what disagrees is the frugal move. I am not a shill for Big Token. Cheaper, safer and faster now sometimes come from spending exactly where yesterday's wisdom told you not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Score the three candidates in demo.md. Have the room find each candidate's failed gate before revealing it. Then show the council split per candidate: high agreement on the minimalist's failure, low overlap on the maintainer's, and ask which one deserves the human's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Measure the accepted outcome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37:30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Latency: dispatch + queue + slowest branch + merge + verify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Cost: every candidate, every retry, every held reservation, review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Compare against one competent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Starting three workers does not delete the serial parts. That is Amdahl, 1967, and it is unkind: if a tenth of the job is serial, ten workers get you five and a quarter times, and a hundred workers get you nine. Waiting on every branch can make a finished task slower. Count the whole thing: all candidates, failed work, reserved uncertainty, judging and human review, and compare against one competent attempt on the same task 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Measure accepted outcomes, not launched workers. Start with one extra attempt or one batch boundary; if it does not buy quality, time or cost, keep the simpler path. We are trying to buy useful work, not maximize the number of things blinking.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Amdahl (1967), Validity of the single processor approach to achieving large scale computing capabilities, AFIPS Conference Proceedings 30, 483 to 485.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Ninety seconds: choose a baseline, a cap and an acceptance gate. Keep latency and total cost as separate numbers.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Put the limit where the work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37:30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ledger across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Durable state across every restart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lease on every box, a gate on every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four callers. Forty jobs were legal by four local counters. The missing piece was one shared account of what the application had promised and what it had already started.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inversion is real: the workload can now describe its own shape and ask for its own compute, and the substrate to grant it in seconds already exists. That is a better world than a warm fleet and a guess. It is only safe because the agent chooses from a catalog, spends from a ledger, and runs on boxes that expire.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Inspect one expensive tool in your system. Count the work it can launch underneath itself. Put the limit where that work actually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Close on the multiplication and the shared admission line. Do not add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Amdahl (1967), Validity of the single processor approach to achieving large scale computing capabilities, AFIPS Conference Proceedings 30, 483 to 485.</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 Id="rIdImage1" Type="http://schemas.openxmlformats.org/officeDocument/2006/relationships/image" Target="../media/slide10-1.png"/><Relationship Id="rIdSvg1" Type="http://schemas.openxmlformats.org/officeDocument/2006/relationships/image" Target="../media/slide10-1.svg"/></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 Id="rIdImage1" Type="http://schemas.openxmlformats.org/officeDocument/2006/relationships/image" Target="../media/slide13-1.png"/><Relationship Id="rIdSvg1" Type="http://schemas.openxmlformats.org/officeDocument/2006/relationships/image" Target="../media/slide13-1.svg"/></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 Id="rIdImage1" Type="http://schemas.openxmlformats.org/officeDocument/2006/relationships/image" Target="../media/slide15-1.png"/><Relationship Id="rIdSvg1" Type="http://schemas.openxmlformats.org/officeDocument/2006/relationships/image" Target="../media/slide15-1.svg"/></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Dynamic Scaling of Agentic Workloads</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40-minute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14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14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Four callers, forty images, one customer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01b6c12ee57de00d0d8ab47b3d7373e10fdbdb35a9cf56315dbb05ff6bf328" descr="Each of four batch-tool calls starts ten jobs: 4 × 10 = 40, before retri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 chat turn, a retry, a cron job, a second tab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Each legal. Each ten images.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customer bought ten.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customer asks for ten images. Four things happen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within a minute, and every one of them is legitimate.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chat turn calls the batch tool. A worker crashed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halfway and its replacement retries. A nightly 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re-runs anything not marked done. The customer opened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second tab because the first one looked stuck.</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Four callers, ten images each. Every local limit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passed. The provider is rendering forty. Your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dashboard proudly reports four tool calls. We put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limit on the wrong unit of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is the whole talk in one multiplication.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agentic part is what comes next: the same system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hid the fan-out can also ask for its own compute,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we have to decide what that is allowed to mean.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Numbers here are fixtures; the vendors later are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real.</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14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Horizontal, vertical, and now self-directed</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bca740713b7dd36a3ccfac9c9e9a9675c63ad025b015c1afe125e81654692e" descr="Ops sized the fleet for everyone; an autoscaler reacts to CPU; an agentic job describes its own shape and ask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Horizontal: more boxes, decided by 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Vertical: bigger box, decided by 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Self-directed: the job describes its shape and asks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For twenty years scaling was an infra question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answered once for everyone. Add replicas or buy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bigger box, then let an autoscaler watch CPU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guess. The workload never got a say.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Agentic workloads do. The orchestrator knows this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batch is mostly waiting on a provider, that this one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needs a GPU for ninety seconds, that this one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untrusted code and wants a sandbox. It can say so,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 job, at the moment the job starts.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Three decisions stay separate. Tasks: split the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Attempts: try several complete answers. Placement: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choose where it runs. A model can propose all three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cheaply now; it does not repeal the dependency graph,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it does not get to repeal the budget.</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14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Count items and attempts, not tool slots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342ac160b4ec3426a06b9bd5f5f25d8b7d3bcc6391f7dfec72e52bc5a99f3307" descr="One retry per item can turn 40 logical items into 80 provider attemp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Agent slots ≠ tool batch size ≠ provider attempts ≠</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entitlement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runtime's concurrency limit counts tool calls.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batch tool multiplies each one. A retry layer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multiplies again. Forty logical items become eighty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provider attempts when every item gets one retry,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visible count still says four.</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Record logical items and external attempts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separately. A retry is another attempt at an item,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a new entitlement. And read the batch tool's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actual contract: maximum batch size, resource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estimate, cancellation behavior, what a partial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result looks like.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14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Put admission below every caller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ade204143b64e69af78520893e44a4991a36800e58ae3c6b1bff88cf7111db46" descr="One coordinated reservation protects tenant spend and entitlement across all caller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Reserve before dispatch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Share tenant and provider limits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Queue or reject what does not fit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prompt that says only run one expensive tool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guidance. It is not a lock. The chat turn, the retry,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cron job and the second tab arrive at once,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none of them can see the others.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every external dispatch crosses one shared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admission controller. It atomically checks tenant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entitlement, budget, provider concurrency, rate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deadline, then reserves. If the request does not fit,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 queues or returns an explicit rejection.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process-local semaphore only works when that process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owns all the work, and in an agentic system it never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does.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14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Money, concurrency and rate are three limits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53c399b4989d541a9290cbf8888665cf190abef617844fd5194169975728c017" descr="Illustrative $2 run cap: settled + reserved ≤ $2. Prices here are invented fixture valu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Concurrency ≠ requests per minute ≠ dollars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Reserved ≠ charged. Cancelled ≠ refunded.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Pessimistic reservations refuse real work; choose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your tightness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 can satisfy any one of these and blow the other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two. Reserve a defensible maximum per operation,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reconcile against the bill when the answer arrives,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and keep unresolved provider jobs charged until you</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know. A worker lease expiring proves the worker died,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that the remote render stopped.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There is a real trade here. Reserve the full retry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allowance up front and a second legitimate caller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gets queued behind money that may never be spent.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Reserve lazily and you can overshoot. Pick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tightness on purpose and write it down.</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14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Adapt pressure inside a fixed ceiling</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ce1bad6f501d9e5ee1448d48bfaa18655a5264cd9d7fc51c304cc492b77baffb" descr="The scheduler reduces admission after throttling; every increase remains inside the approved maximum."/>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Throttled → wait and reduce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Healthy window → cautious increase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Deadline → stop dispatch, report honestly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 agent can propose that a batch of ten becomes five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after the provider starts failing. Good.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scheduler still owns the range. For known throttling,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deterministic policy is enough: respect retry</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guidance, add jitter, reduce admission, increase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cautiously after a healthy window. Never let each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worker double its own throughput because its last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call worked.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When the deadline arrives, stop new work and report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completed, pending and unresolved separately.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user needs an accurate result, not a cheerful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completion message over a pile of missing images.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14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Infra Is a Tool Call</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473993b159729307dbf46a28dd0767ec3dfa81a479c514a84869a6738e54d9b7" descr="The job requests shape, size, duration and a cost cap; the scheduler resolves it against a catalog and tenant budget and return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Here is the part that is actually new.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orchestrator asks for compute the way it asks for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 Eight sandboxes for six minutes, this region,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cost cap. The scheduler resolves that against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catalog of approved classes and the tenant's budget,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and returns a lease with a teardown.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What you get is per-job economics. A customer can buy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faster turnaround. Finance can cap one workflow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instead of one environment. Nobody pays for a warm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fleet sized for the worst Tuesday of the year.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least privilege stops being a project: an instance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lives six minutes, reaches three domains,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holds one scoped credential is hard to abuse even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when the agent inside it is confused.</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14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Infra Is a Tool Call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you risk is obvious. An agent that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provision is an agent that can spend.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catalog, the lease and the teardown are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answer, and they are enforced outside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The agent chooses; it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14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Torn Down by Default</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1daa0143328d8028c247af2b7cfb4a0a77c5d39818a1b12c28efc7e58b692783" descr="Sandboxes, serverless GPUs, durable edge state and spot capacity, all created in seconds and torn down by defaul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Durable edge state: Cloudflare Workers, Durable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Objects, Workflows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pieces exist, and they are shaped for this.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Fly.io Sprites are microVMs whose stated creation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target is under a second, checkpoint and restore,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take an egress policy from outside so the agent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inside cannot loosen it. Depot sandboxes bill by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second for exactly this: run agent-generated code,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throw it away.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Modal gives you functions and GPUs that scale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zero; Vast.ai is a marketplace where a spare GPU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cheap and short-lived. Cloudflare Workers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Durable Objects and Workflows hold the coordination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state that survives everything else being torn down.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EC2 Spot is the old version of the same idea: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capacity that can vanish, so the job had better be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restartable.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14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Torn Down by Default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common thread: create in seconds, pay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 second, torn down unless someone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otherwise, and the network narrowed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outside. That is the substrate an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agent-directed scheduler needs. What none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them give you is the ledger;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still yours.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14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Fifty Containers Don't Render Faster</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Waiting on a provider → durable step, not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GPU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CPU or GPU work → compute worker, spot if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restartable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Untrusted code → sandbox with egress policy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the provider is rendering the image,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waiting on the network. Fifty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containers do not make it render faster.</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For long waits, persist state and resume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from callbacks or bounded polling. For real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computation, use a worker sized for it.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code you did not write, use a sandbox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the egress policy seriously.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These combine. The decision that matters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execution happens and where recovery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state lives; get those two right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vendor list is a detail.</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14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durable job survives the caller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4b79e59a29b883db56a4fde7612f0abc0d63ce413439e88bfde5ed2a9fda887b" descr="Persist intent and provider identity; uncertain acceptance goes to reconciliation, not blind replay."/>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queued → submitted → waiting → completed / failed /</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unresolved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Callbacks: authenticate, deduplicate, valid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transitions only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Notification is its own 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Accept ten prompts, return a stable job ID, persist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item IDs, provider IDs, reservations, attempts,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output locations and terminal states.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conversation can end. The sandbox can be reclaimed.</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The job continues.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Callbacks arrive twice and out of order;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authenticate, deduplicate, apply only valid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transitions. A restart rebuilds pending work from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storage, not from replaying the conversation.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when the output is stored, enqueue the notification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through an outbox so an email failure never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regenerates an image. Naming something durable does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make an in-flight promise survive a lifecycle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transition; the recovery protocol is yours to write.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14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Walkthrough: restart the batch</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Two callers, one entitlement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Spot instance reclaimed mid-batch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response lost, one email fails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callers each want a full batch.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reserves the entitlement; the second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queues with an explicit reason. Dispatch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begins on a spot worker. Halfway through,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instance is reclaimed with two minutes'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notice: the lease expires, the provider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keeps rendering, the reservations stay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charged.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new worker reloads the job, checks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provider status for every submitted item,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collects what finished. One item's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response never arrived; it stays unresolved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its reservation held, and the worker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asks the provider rather than resubmitting.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outputs land. The email fails.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delivery worker retries the email against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completed job, and the expensive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generation is untouched.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job, a recoverable lifecycle, honest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accounting, and a compute substrate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was allowed to disappear under it.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abstraction the batch tool owed us.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14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Monkeys, Then Guards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6df039e19b720a58c5dd5b0a6fd22802e6016f46ca549bd6fe67a83f688c07ac" descr="Cheap parallel generation produces candidates; shared gates reject before preference; cheap multi-model judges report disagreement rather than an average scor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Barrel of monkeys: lead with cheap parallel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generation, on purpose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Council of Guards: judges read a thousand tokens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write fifty; measure the disagreement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Gates before preferences; the judge may reject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everyone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Change the unit of work from images to whole designs.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brief, three generated agents: minimalist,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maintainer, security and performance reviewer.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Separate first drafts. The contrast is the product.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Somebody is going to cite Knight and Leveson at 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let me do it first. 1986, twenty-seven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programmers, one specification, a million tests,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independently written versions failed together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far more than independence predicts. True, important,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about N-version programming as a correctness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strategy. Not this. I am not voting three models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toward the truth.</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14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Monkeys, Then Guards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generation side has a name I am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sorry about: the barrel-of-monkeys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maneuver. Lead with cheap parallel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generation on purpose — monkeys at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hundredth of the frontier's price —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 the barrel to the next stage. Four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reasons. Race: take the first draft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passes the gate. Synthesize: a frontier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reads them all, input tokens being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cheap ones, and writes one coherent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output. Rank: more candidates for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judges, so the best whole answer goes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downstream. Catch: in law or medicine,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the rules are extensive and specific,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mistake you fear shows up in one output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 of ten, and the only way to see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have 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Speculative optimization in a lab coat?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Possibly. Ship it with an env var that sets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fan-out to one, and ideally let the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tune that knob itself. Right? Right.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the companion talk.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cheap half is judging. A judge reads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thousand tokens and writes fifty,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output is what costs, so five judges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models on every candidate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affordable. Not the average score.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 Judges that split, or whose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reasons barely overlap, have found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territory nobody understands;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does not ship on autopilot. 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 this the Council of Guards: it reads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everything, writes almost nothing,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costs a fraction of what it guards.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14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Monkeys, Then Guards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Write the gates before you read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candidates: no duplicate dispatch after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restart, no cross-tenant spend,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regeneration on notification retry,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dispatch after deadline. Every candidate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fails one, including the careful one;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council is allowed to reject the room.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synthesis is a new candidate. Stop 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budget.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None of this looks like the engineering we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were raised on. Do not do the work twice.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spend compute speculatively.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answer per ticket. Those were axioms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the expensive thing was the engineer.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the expensive thing is being wrong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second draft costs cents, doing it three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times and reading what disagrees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frugal move. I am not a shill for Big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Token. Cheaper, safer and faster 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sometimes come from spending exactly where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yesterday's wisdom told you not to.</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14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Measure the accepted outcome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Latency: dispatch + queue + slowest branch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merge + verify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 every candidate, every retry,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held reservation, review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against one competent attempt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Starting three workers does not delete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serial parts. That is Amdahl, 1967, and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unkind: if a tenth of the job is serial,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 workers get you five and a quarter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times, and a hundred workers get you nine.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Waiting on every branch can make a finished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task slower. Count the whole thing: 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candidates, failed work, reserved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uncertainty, judging and human review,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against one competent attempt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same task 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accepted outcomes, not launched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workers. Start with one extra attempt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batch boundary; if it does not buy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quality, time or cost, keep the simpler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path. We are trying to buy useful work,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maximize the number of things blinking.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18</a:t>
            </a:r>
            <a:endParaRPr lang="en-US" sz="975"/>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14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Put the limit where the work begins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One ledger across every caller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Durable state across every restart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lease on every box, a gate on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 to the four callers. Forty jobs were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legal by four local counters. The missing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piece was one shared account of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application had promised and what it had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started.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inversion is real: the workload can 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describe its own shape and ask for its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compute, and the substrate to grant it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seconds already exists. That is a better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world than a warm fleet and a guess.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only safe because the agent chooses from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catalog, spends from a ledger, and runs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boxes that expire.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one expensive tool in your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 the work it can launch underneath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itself. Put the limit where that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begins.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19</a:t>
            </a:r>
            <a:endParaRPr lang="en-US" sz="975"/>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Knight and Leveson (1986), An Experimental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Evaluation of the Assumption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Independence in Multiversion Programming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https://doi.org/10.1109/TSE.1986.6312924),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IEEE Transactions on Software Engineering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SE-12(1, 96 to 109. Cited to set aside: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a result about redundancy as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correctness strategy, which this slide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claim.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Amdahl (1967), Validity of the single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processor approach to achieving large scale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computing capabilities, AFIPS Conference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Proceedings 30, 483 to 485.</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20</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20</Slides>
  <Notes>20</Notes>
</Properties>
</file>

<file path=docProps/core.xml><?xml version="1.0" encoding="utf-8"?>
<cp:coreProperties xmlns:cp="http://schemas.openxmlformats.org/package/2006/metadata/core-properties" xmlns:dc="http://purl.org/dc/elements/1.1/" xmlns:dcterms="http://purl.org/dc/terms/" xmlns:xsi="http://www.w3.org/2001/XMLSchema-instance">
  <dc:title>Dynamic Scaling of Agentic Workloads</dc:title>
  <dc:creator>Dan Levy</dc:creator>
  <dc:description>handout edition generated from current reviewed talk materials</dc:description>
  <dcterms:created xsi:type="dcterms:W3CDTF">2026-09-07T02:31:12Z</dcterms:created>
</cp:coreProperties>
</file>