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Fifty Containers Don't Render Faster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Adapt pressure inside a fixed ceiling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Throttled → wait and reduce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Healthy window → cautious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 stop dispatch, report honestly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can propose that a batch of ten becomes 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after the provider starts failing. Good.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scheduler still owns the range. For known throttling,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deterministic policy is enough: respect retry</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guidance, add jitter, reduce admission,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cautiously after a healthy window. Never let each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worker double its own throughput because its last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 worked.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deadline arrives, stop new work and report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completed, pending and unresolved separately.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user needs an accurate result, not a cheerful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completion message over a pile of missing images.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Fifty Containers Don't Render Faster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a provider → durable step,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GPU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CPU or GPU work → compute worker, spot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code → sandbox with egress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provider is rendering the image,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waiting on the network. Fifty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containers do not make it render faster.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For long waits, persist state and resume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callbacks or bounded polling. For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computation, use a worker sized for it.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you did not write, use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egress policy seriously.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combine. The decision that matters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execution happens and where recovery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lives; get those two right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vendor list is a detail.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queued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c5fb820b277964d777498358b0962f4a0f45afc5a39c350b143fa7e45e40586"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brief, three generated agents: minimalist,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maintainer, security and performance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 first drafts. The contrast is the product.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is going to cite Knight and Leveson at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let me do it first. 1986, twenty-seven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programmers, one specification, a million tests,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independently written versions failed together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far more than independence predicts. True, important,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about N-version programming as a correctness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strategy. Not this. I am not voting three models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toward the truth.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sorry about: the barrel-of-monkeys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maneuver. Lead with cheap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on purpose — monkeys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hundredth of the frontier's price —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 the barrel to the next stage.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Race: take the first draft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passes the gate. Synthesize: a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reads them all, input tokens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ones, and writes one coherent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Rank: more candidates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so the best whole answer goes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downstream. Catch: in law or medicine,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rules are extensive and specific,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mistake you fear shows up in one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of ten, and the only way to see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have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Speculative optimization in a lab 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Possibly. Ship it with an env var that sets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fan-out to one, and ideally let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 that knob itself. Right? Right.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companion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half is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is what costs, so five judges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models on every candidate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affordable. Not the average score.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Judges that split, or whose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barely overlap, have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territory nobody understands;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does not ship on autopilot.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this the Council of Guards: it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writes almost nothing,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costs a fraction of what it guards.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Write the gates before you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Every 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fails one, including the careful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synthesis is a new candidate. Stop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second draft costs cents, doing it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reading what disagrees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Cheaper, safer and faster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come from spending exactly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yesterday's wisdom told you 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20</Slides>
  <Notes>20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2026-09-07T01:31:49Z</dcterms:created>
</cp:coreProperties>
</file>