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parallel generation produces candidates; shared gates reject before preference; cheap multi-model judges report disagreement rather than an average score.](../../reveal-talks/assets/dynamic-scaling/12-monkeys-then-guards.svg)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Fifty Containers Don't Render Faster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queued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Barrel of monkeys: lead with cheap parallel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generation, on purpose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Council of Guards: judges read a thousand tokens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write fifty; measure the disagreement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brief, three generated agents: minimalist,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maintainer, security and performance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 first drafts. The contrast is the product.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is going to cite Knight and Leveson at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let me do it first. 1986, twenty-seven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programmers, one specification, a million tests,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independently written versions failed together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far more than independence predicts. True, important,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about N-version programming as a correctness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strategy. Not this. I am not voting three models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toward the truth.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generation side has a name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sorry about: the barrel-of-monkeys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maneuver. Lead with cheap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on purpose — monkeys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hundredth of the frontier's price —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 the barrel to the next stage.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Race: take the first draft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passes the gate. Synthesize: a frontier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reads them all, input tokens being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ones, and writes one coherent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Rank: more candidates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judges, so the best whole answer goes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downstream. Catch: in law or medicine,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the rules are extensive and specific,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mistake you fear shows up in one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 of ten, and the only way to see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have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Speculative optimization in a lab 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Possibly. Ship it with an env var that sets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fan-out to one, and ideally let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 that knob itself. Right? Right.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companion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cheap half is judging. A judge reads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tokens and writes fifty,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what costs, so five judges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models on every candidate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affordable. Not the average score.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Judges that split, or whose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 barely overlap, have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territory nobody understands;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does not ship on autopilot.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this the Council of Guards: it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writes almost nothing,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costs a fraction of what it guards.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Monkeys, Then Guards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Write the gates before you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Every 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fails one, including the careful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council is allowed to reject the room.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synthesis is a new candidate. Stop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None of this looks like the engineering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were raised on. Do not do the work twice.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spend compute speculatively.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answer per ticket. Those were axioms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was the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expensive thing is being wrong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second draft costs cents, doing it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reading what disagrees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frugal move. I am not a shill for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Cheaper, safer and faster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sometimes come from spending exactly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yesterday's wisdom told you not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 Cited to set aside: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 result about redundancy as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correctness strategy, which this slide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2026-09-07T02:16:44Z</dcterms:created>
</cp:coreProperties>
</file>