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down where the foundations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Ask for an attempt, then 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four-minute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count AI time, then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down where the foundations happen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Ask for an attempt, then 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room is quiet, present the prepared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response. Never pressure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individual into a public assessment.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count AI time, then read all 300</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the door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"I'm not carrying a brick of clay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no good with a pencil, but I like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 animate → 3D → game asset. Out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was told I was terrible at art.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 it turned out to be true. For a lot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kids it was disbelief, or supplies beyond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standard issue. A friend of mine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school that they were a talented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Won awards. They once told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they never touched the wet clay in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car at home. Not carrying a brick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clay on the bus. That was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barriers reflect our socioeconomic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and sit unexamined in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widens who gets to participate.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 who can't draw the charcoal graph-paper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can make it, then animate the birds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lunch tables, then make it 3D, then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game asset. Ratchet up, lock in, stretch.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they run out of ideas, the model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knows your objective suggests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2026-09-06T09:11:14Z</dcterms:created>
</cp:coreProperties>
</file>