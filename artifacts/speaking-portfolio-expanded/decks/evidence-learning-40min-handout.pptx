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trying to catch them. Out-design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dictated notes. 40 minutes, 14 slides, four audience moments, no Q&amp;A. Event-friendly title: Stop Trying to Catch Students Using AI; the title slide carries whichever the organizer chose. The fixtures are authored, the rubric is proposed, and the reconstruction shows evidence being collected, not a learning effect. Say that once, on slide 1. Integrity processes stay in place; say that once too, on slide 8, and then stop apologizing.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scripts](../packets/evidence-learning/script-40min.md) · [Packet](../packets/evidence-learning/packet.md) · [Walkthrough](../education/demo.md) · [Evidence](../packets/evidence-learning/evidence-bank.md) · [Procurement route](../packets/evidence-learning/procurement-route.md)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Worked example: $100, up 20%, then down 20%. The smudged arithmetic sheet is the K-12 example. [Show Me the Misconception](../packets/evidence-learning/procurement-route.md), the 15-minute procurement route, uses the history-essay example instead, so a program can book both without hearing the percentage fixture twice.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evidence-learning`. Image prompts (dark slate, one amber accent, flat vector, no text) ride along in the notes for the PPTX export.</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cat is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vintage calculator wristwatch resting on an open math worksheet, the watch face glowing faintly, a pencil laid across the page, dark slate background, amber accent on the watch face,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calculator-clutching ancestors had to write a real trajectory into the curriculum. So do we. Everything today is authored fixtures, a rubric I'm proposing, and one exercise that shows evidence being collected. Here's the plan: what we stop doing, what we protect, what we teach, and three ways to actually outsmart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doom loop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figure at a locked gate holding a clipboard, behind the gate a small open window with a phone propped in it and a rope ladder hanging down, dark slate background, amber accent on the phone,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detector is the same trap in software. Liang and colleagues found the detectors they tested flagged non-native English writers at alarming rates. And even if a detector were perfect, it answers the wrong question. Who typed the sentence is not whether the kid can do the thing. And if your assessment depends on knowing who typed a paragraph, the detector has become part of your curriculum.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Pencil first. Then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whiteboard with a hand-drawn diagram on the left half and a laptop propped on the right half, a marker resting in the tray between them, dark slate background, amber accent on the marker,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Pencil, paper, whiteboard, peers: in the curriculum, with the reason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Then, same document: "and we are going to teach you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trajectory down. Where does handwriting live, and why: the spatial and motor work a pencil activates, the argument you have out loud with a peer, the cohort you find by talking through a problem. Build the environment where those foundations still happen with no model in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in the same document, tell students you're going to teach them the tool. On purpose. Independent competence and competent tool use both belong in a course. They need different evidence, and every checkpoint should say which one it's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tension is older than the panic and it has a name. Koedinger and Aleven called it the assistance dilemma in 2007: give too much help and the learner never has to generate anything, give too little and they stall out. Nobody has solved it. Say that out loud, because a vendor whose tutor has the help level exactly right is selling you a solved version of an open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polished answer with a hole in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09:00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perfectly ironed shirt on a hanger with a large hole in the back only visible in a mirror behind it, dark slate background, amber accent on the mirror frame,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one: make verification feel like cheating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09:00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phone photographing a worksheet dense with small arithmetic problems, one digit on the sheet smudged, a magnifying glass lying beside the phone, dark slate background, amber accent on the smudge,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Privacy rides along for free. If you share Lake Tahoe, maybe not the photo of your grandparents' place on the water that any model can geolocate. Nobody is teaching students how these systems actually work. This assignment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Ration the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staircase of five shallow steps with a small figure on the second step, a hand offering a single step-sized block from the side, a speech bubble shaped like a key above the first step, dark slate background, amber accent on the offered block,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price does the discount use?" Learner: "The original $100."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Clarify → conceptual hint → missing step → part of an example → full explanation → fresh reconstruction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scripted turns. The diagnostic question finds where the base got lost. The tutor neither praises the error nor dumps the solution. Attempt-first can't punish a kid who can't begin; clarifying a term or offering a parallel example may be the right first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ladder. Clarification: the second change acts on the new price. Conceptual hint: find the current base. Missing step: the intermediate $120. Partial example: multiply a different amount by 0.8. Full explanation, then a fresh reconstruction later. Write down which rung you gave, because supported and independent performance are different evidence. Never as a moral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four minutes inside a five-minute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19:00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price tags in a row reading as shapes only, the middle one larger, an arrow looping from the third back to the first, dark slate background, amber accent on the looping arrow,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Score the reasoning.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22:30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three-row scorecard with small filled and empty circles beside a filing card with four short lines and a pencil eraser at the corner, a heavy metal stamp lying unused on its side, dark slate background, amber accent on the eraser,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that finding is not news, which is the useful part. Soderstrom and Bjork reviewed fifty years of it in 2015: how well someone performs while being helped and how much they actually learned come apart routinely, and the conditions that flatter practice frequently damage retention. A tutor is a machine for removing difficulty. Some of that difficulty was the part where they learned. None of this convicts anyone; your integrity process stays where it is. This is the last time I'll say that.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Score the reasoning.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22:30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three-row scorecard with small filled and empty circles beside a filing card with four short lines and a pencil eraser at the corner, a heavy metal stamp lying unused on its side, dark slate background, amber accent on the eraser,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that finding is not news, which is the useful part. Soderstrom and Bjork reviewed fifty years of it in 2015: how well someone performs while being helped and how much they actually learned come apart routinely, and the conditions that flatter practice frequently damage retention. A tutor is a machine for removing difficulty. Some of that difficulty was the part where they learned. None of this convicts anyone; your integrity process stays where it is. This is the last time I'll say that.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two: make them say it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22:30 to 25:30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sound waveforms side by side, the first smooth and rounded, the second jagged with small breaks where lines wrap, a small padlock icon beneath both, dark slate background, amber accent on the padlock,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in class: that resets the table. It adds social pressure against cheating and hands you knobs on an incentive structure that today is a magical cheating genie. Not foolproof. A student can build an agent told to seem dumb at first and then learn. Fine. We're changing incentives, not buying certainty.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three: read all 300 transcripts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25:30 to 28:00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classroom clock face divided into four unequal wedges, three wedges plain and one wedge patterned with tiny chat bubbles, dark slate background, amber accent on the patterned wedge,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Teacher talk · student talk · think time · AI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Guided by you, or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"Show me five students who took a path worth showing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already count who's talking, how much silence there is, whose engagement it is. Add one factor: AI time. How much of it did you guide, and how much was a student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view you have never had. Every transcript from a class of 30 or a course of 300, and a qualitative pass run by the model. Show me the five students who opened a line of inquiry I didn't teach. Show me the one who reached the answer by a path worth putting on the board tomorrow. The same pass surfaces the kid who typed exactly the right terms, or pasted a big block from somewhere. Before you conclude anything: a big block also looks like voice-to-text. Look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know what you are up against when you read the model's summary instead of the transcript. Skitka and colleagues measured it in 1999: people given a highly but imperfectly reliable aid did worse than people with no aid at all on the trials where the aid was wrong, because it is right often enough that you stop checking. The summary is a place to start looking, never a place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transcript that showed you a path to the answer you would not have taught.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Write the objective to the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whiteboard with three short handwritten lines and a small robot icon drawn in the corner as the addressee, a phone held up photographing the board, dark slate background, amber accent on the robot icon,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"You're my tutor. Don't give me answers. I'm here with three classmates."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Photograph the whiteboard; the objective is the system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Push the practice run first. Then reward the kid who asks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Seen in the wild: students telling a voice assistant not to give them answers, then arguing about Lincoln with it for twenty minutes. So give it the objective. Have them photograph the whiteboard. My prediction is that we end up writing objectives on the board addressed to the agent: "Tutor bot, help my students with..." It holds the rigor you set, explores the stretch goals, fills the remedial gaps, and tells you, the aides and the parents what it saw. Write it in whatever objective process you already use; Lemov's 4Ms work fine.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other half is discipline. At first, the agent pushes: want a practice run, flashcards, a pop quiz? Then it rewards the student who asks before the test unprompted, and it names the connection distracted students miss: "five flashcards an hour before produced a 98; your last three tests had no prep." Made-up numbers, real mechanism. As someone with ADHD, an assistant that reorders my day and says "you bombed the section quizzes after that reading, take a twenty-minute walk" is not a luxury. It's applied cognitive science with a channel toward wellbeing.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student who told the tutor not to give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the door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31:00 to 33:30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lump of clay wrapped in cloth on a school desk beside a tablet showing a rough charcoal sketch on graph paper, a small bird perched on the desk edge, dark slate background, amber accent on the bird,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"I'm not carrying a brick of clay in my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"I'm no good with a pencil, but I like that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Sketch → animate → 3D → game asset. Out of ideas? 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was told I was terrible at art. In my case it turned out to be true. For a lot of kids it was disbelief, or supplies beyond standard issue. A friend of mine found out after school that they were a talented sculptor. Won awards. They once told me they never touched the wet clay in class. No car at home. Not carrying a brick of clay on the bus. That was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barriers reflect our socioeconomic structure and sit unexamined in the system. A model widens who gets to participate. The kid who can't draw the charcoal graph-paper look can make it, then animate the birds at the lunch tables, then make it 3D, then a game asset. Ratchet up, lock in, stretch. When they run out of ideas, the model that already knows your objective suggests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Redesign one checkpoint this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33:30 to 37:30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worksheet with three rows of blank boxes, one box filled in with a pencil, a second pencil entering from the opposite side of the page, dark slate background, amber accent on the second pencil,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Capability → task → the smudge → follow-up → permitted help → rubric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Minutes to review a class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Neighbor challenges one hidden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three minutes. Write the capability, the task, the smudge that makes verification feel like cheating, one purposeful follow-up, the help you'll permit, and the interpretation you could defend to a parent. Then estimate the minutes to review a class set, because a richer assessment nobody has time to read is a worse assessment. Let the model draft the follow-ups and summarize with links to the excerpt; grading, accusations and anything sensitive stay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your neighbor challenges one hidden assumption: does this also measure fluency, paid-tool access, or comfort speaking under pressure? TEQSA's guidance backs contextual, multiple approaches. This worksheet is our version of it. Output: a sketch you can review, then a small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Three minutes writing, one minute of challenge. Call time on the challenge, not the writing.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purpose-built machine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chessboard tilted so the pieces slide off, replaced by an open notebook with five short handwritten lines and a small precise instrument resting on the page, dark slate background, amber accent on the instrument,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kid next to the Casio owner didn't need a watch. The kid with no car never touched the clay. The same tool that lets Johnny phone it in is the one that can hand a sculptor the clay. Which one happens is a design decision, and it's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Outsmart Your Lying, Cheating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Students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cat is out of the bag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Horse out of the barn. Cat out of the bag.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Math class survived the Casio watch.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historical parallels have been beaten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death, so one and done: the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panic. Specifically the Casio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Math class was dead. The kid sitting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to the Casio owner didn't even need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Confession: I may have used one or two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assessment. But we're not here for that.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 did was wholesome. These kids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phoning it in. Not even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Infuriating,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calculator-clutching ancestors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a real trajectory into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curriculum. So do we. Everything today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authored fixtures, a rubric I'm proposing,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one exercise that shows evidence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collected. Here's the plan: what we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what we protect, what we teach,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ways to actually outsmart them.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doom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Proctoring fails. The pop quiz proves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knew.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Getting away with it is the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are the original adversarial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can feel like you've lost.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proctoring tools fail readily. What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is the cold call or the pop quiz,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it proves is that the student can't hit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first rung of Bloom's taxonomy. Can't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recall it. Can't spell it. That crushes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and it cements the loop: the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learns they can cheat through,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reward is getting away with it.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caught, there's no stigma for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as common as a phone.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Pummeling them with gotcha quizzes proves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you already knew: Johnny ain't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too good. Block the chatbot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network and they share a VPN from a phone.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Life finds a way. Students are the original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adversarial 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detector is the same trap in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Liang and colleagues found the detectors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tested flagged non-native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writers at alarming rates. And even if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detector were perfect, it answers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Who typed the sentence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kid can do the thing. And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assessment depends on knowing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typed a paragraph, the detector has become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 of your curriculum.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Pencil first. Then the tool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Pencil, paper, whiteboard, peers: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curriculum, with the reason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same document: "and we are going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 you the tool"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trajectory down. Where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handwriting live, and why: the spatial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motor work a pencil activates, the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have out loud with a peer, the cohort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find by talking through a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the environment where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foundations still happen with no model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in the same document, tell students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you're going to teach them the tool.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purpose. Independent competence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competent tool use both belong in a course.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need different evidence, and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checkpoint should say which one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tension is older than the panic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has a name. Koedinger and Aleven called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assistance dilemma in 2007: give too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much help and the learner never has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 anything, give too little and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stall out. Nobody has solved it. Say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 loud, because a vendor whose tutor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help level exactly right is selling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solved version of an open problem.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polished answer with a hole in it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20% rise and a 20% fall cancel."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prose is clean. The denominator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Here's the fixture for the rest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talk. A shop raises a $100 price by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discounts the new price by 20%.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writes: equal and opposite, so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final price is $100. Clean sentence.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Confident. Wrong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capability we're after is narrow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room to inspect: explain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acts on a base, and how the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across a sequence. Now imagine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number with this faulty explanation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hiding behind it. What would a final-answer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assessment have caught? Nothing.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one: make verification feel like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cheating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"Take a picture of these hundred problems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make the model do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1 that looks like a 7. A smudge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turns an 8 into a 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didn't check the results?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you're not gonna make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highest-leverage assignment I know lets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feel like they're cheating.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sheet, feed it to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submit. The trap is in the sheet: a stroke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reads as either digit, a smudge.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 answers come back and the lesson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itself. You were supposed to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one experience beats every ban, filter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lockdown. Hand the prompt out like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"paste these instructions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first message." Expect a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 or an exported session. Older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get to experiment as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the writing challenge, the rhyming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 whatever riddles the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teachers love. The constraint that keeps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honest is personalization. Narrate it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summer camp. Reference this week's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 a criterion the model can't know.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Privacy rides along for free. If you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Lake Tahoe, maybe not the photo of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grandparents' place on the water that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can geolocate. Nobody is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how these systems actually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assignment does.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Ration the help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price does the discount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"The original $100."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Clarify → conceptual hint → missing step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 of an example → full explanation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reconstruction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scripted turns. The diagnostic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where the base got lost. The tutor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neither praises the error nor dumps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solution. Attempt-first can't punish a kid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can't begin; clarifying a term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offering a parallel example may be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first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ladder. Clarification: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acts on the new price. Conceptual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hint: find the current base. Missing step: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intermediate $120. Partial example: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multiply a different amount by 0.8.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then a fresh reconstruction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later. Write down which rung you gave,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supported and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are different evidence.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a moral failure.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four minutes inside a five-minute slide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 $120 → $96. Why does the second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$80 → +25% →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scripted tutor turns — from the kit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 read off the card — then go live. Reveal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wrong argument. Let the room find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 Reveal $120 only after the diagnostic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Ask for $96 and one sentence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explaining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change the numbers: $80, up 25%,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 It comes back to $80, because 1.25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0.8 is 1. That breaks the shortcut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 just formed, "opposite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cancel," and that's the point.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transfer item with the same invariant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numbers is where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they learned the rule or memorized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example.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Score the reasoning. Write it down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 identified 0–2 · Calculation justified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0–2 · Transfer explained 0–2 · Help in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column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concept · what they said ·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help they got · next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"weak at reasoning." Never "likely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 the wrong base persists. One: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number, no explanation. Two: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explains the current amount.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goes in its own column so a human can read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asking a question costs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record is four lines. Concept: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base. Observed: used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original amount for the second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conceptual hint. Next check: a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item after practice. Keep what the learner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separate from what a model inferred.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Follow-ups come from a blueprint,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chatbot curiosity: "does reversing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multipliers change the result?" probes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structure; a harder question is not a fair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and colleagues found supported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and later unaided performance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diverge, and the safeguards that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come from teachers. So record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conditions, and include an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when independence is the objective.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mismatch needs a human to interpret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Score the reasoning. Write it down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that finding is not news, which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useful part. Soderstrom and Bjork reviewed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fifty years of it in 2015: how well someone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performs while being helped and how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actually learned come apart routinely,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conditions that flatter practice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frequently damage retention. A tutor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for removing difficulty. Some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difficulty was the part where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learned. None of this convicts anyone;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integrity process stays where it is.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the last time I'll say that.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two: make them say it out loud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Recall errors and reading errors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animals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the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is biometric. Offline.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retention. Age-appropriate.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Answering from memory and reading a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aloud produce different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reader falls behind as the text wraps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jumps. They mispronounce a word they'd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have chosen. Spoken language carries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enough tells to sort likely from unlikely.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in class: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resets the table. It adds social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cheating and hands you knobs on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incentive structure that today is a magical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cheating genie. Not foolproof. A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build an agent told to seem dumb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and then learn. Fine. We're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incentives, not buying certainty.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care, and it's real. A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identifies them and can be cloned.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Fingerprinting voices is plausible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technology; that's a reason for caution,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feature. Newer offline models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detect frustration and distress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speech, and offline is what lets them meet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zero-retention, no-sharing district rules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modest hardware. Any student-facing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tool gets maximum privacy, a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 age-appropriate use only,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retention rule written before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recording. A replay is context,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proof.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three: read all 300 transcripts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Teacher talk · student talk · think time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Guided by you, or alone with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"Show me five students who took a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showing the room."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count who's talking, how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silence there is, whose engagement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one factor: AI time. How much of it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guide, and how much was a student alone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view you have never had.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transcript from a class of 30 or a course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300, and a qualitative pass run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Show me the five students who opened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line of inquiry I didn't teach. Show me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one who reached the answer by a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putting on the board tomorrow.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pass surfaces the kid who typed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right terms, or pasted a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block from somewhere. Before you conclude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a big block also looks like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voice-to-text. Look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know what you are up against when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the model's summary instead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transcript. Skitka and colleagues measured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 1999: people given a highly but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imperfectly reliable aid did worse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with no aid at all on the trials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the aid was wrong, because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often enough that you stop checking.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summary is a place to start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a place to stop.</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Write the objective to the agent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"You're my tutor. Don't give me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 here with three classmates."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whiteboard; the objective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system prompt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Push the practice run first. Then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kid who asks for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Seen in the wild: students telling a voice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not to give them answers,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arguing about Lincoln with it for twenty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So give it the objective.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photograph the whiteboard.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prediction is that we end up writing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objectives on the board addressed 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"Tutor bot, help my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 holds the rigor you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explores the stretch goals, fills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remedial gaps, and tells you, the aides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parents what it saw. Write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whatever objective process you already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Lemov's 4Ms work fine.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other half is discipline. At first,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pushes: want a practice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flashcards, a pop quiz? Then it rewards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who asks before the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unprompted, and it names the connection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distracted students miss: "five flashcards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hour before produced a 98; your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tests had no prep." Made-up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real mechanism. As someone with ADHD,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that reorders my day and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bombed the section quizzes after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reading, take a twenty-minute walk"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luxury. It's applied cognitive science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 channel toward wellbeing.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Widen the door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"I'm not carrying a brick of clay in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 no good with a pencil, but I like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Sketch → animate → 3D → game asset. Out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ideas?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was told I was terrible at art. In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case it turned out to be true. For a lot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kids it was disbelief, or supplies beyond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standard issue. A friend of mine found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school that they were a talented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sculptor. Won awards. They once told me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they never touched the wet clay in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 car at home. Not carrying a brick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clay on the bus. That was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barriers reflect our socioeconomic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structure and sit unexamined in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model widens who gets to participate.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kid who can't draw the charcoal graph-paper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can make it, then animate the birds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lunch tables, then make it 3D, then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game asset. Ratchet up, lock in, stretch.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they run out of ideas, the model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knows your objective suggests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one.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Redesign one checkpoint this week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Capability → task → the smudge → follow-up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permitted help →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to review a class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Neighbor challenges one hidden assumption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three minutes. Write the capability,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task, the smudge that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verification feel like cheating,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purposeful follow-up, the help you'll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permit, and the interpretation you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defend to a parent. Then estimate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to review a class set, because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richer assessment nobody has time to read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worse assessment. Let the model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follow-ups and summarize with links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excerpt; grading, accusations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sensitive stay with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your neighbor challenges one hidden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assumption: does this also measure fluency,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paid-tool access, or comfort speaking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pressure? TEQSA's guidance backs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contextual, multiple approaches.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is our version of it. Output: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sketch you can review, then a small pilot.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purpose-built machine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Defend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much power to hold casually. Prove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value constantly.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trying to prove who typed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Ask whether the student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defend it. That means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how we put agents in the room,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model using them, how we design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around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kid next to the Casio owner didn't need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watch. The kid with no car never 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clay. The same tool that lets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phone it in is the one that can hand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sculptor the clay. Which one happens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decision, and it's ours.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great deal of data and a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deal of power. Too much to hold casually.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value has to be proven, constantly,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and students, or the data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exist. No ambling through conversations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dispensing answers. A purpose-built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There are technical ways to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come find me after.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Liang et al. (2023), GPT detectors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biased against non-native English writers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https://doi.org/10.1016/j.patter.2023.100779,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Koedinger and Aleven (2007), Exploring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Assistance Dilemma in Experiments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Cognitive Tutors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https://doi.org/10.1007/s10648-007-9049-0),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Educational Psychology Review 19(3, 239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264.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et al. (2025), Generative 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guardrails can harm learning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https://doi.org/10.1073/pnas.2422633122),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PNAS.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[correction](https://doi.org/10.1073/pnas.2518204122)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(August 2025 fixes an author affiliation;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 result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Soderstrom and Bjork (2015), Learning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versus performance: 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https://doi.org/10.1177/1745691615569000),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Perspectives on Psychological Science 10(2,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176 to 199.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Skitka, Mosier and Burdick (1999),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bias decision-making?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https://doi.org/10.1006/ijhc.1999.0252),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International Journal of Human-Computer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51(5, 991 to 1006.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TEQSA (2023), Assessment reform for the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artificial intelligence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https://www.teqsa.gov.au/guides-resources/resources/corporate-publications/assessment-reform-age-artificial-intelligence.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handout edition generated from current reviewed talk materials</dc:description>
  <dcterms:created xsi:type="dcterms:W3CDTF">2026-09-07T01:43:59Z</dcterms:created>
</cp:coreProperties>
</file>