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[Working notes](../packets/evidence-learning/notes-2026-09-05.md)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Skeptic talk uses a different example so the two can be booked together. The smudged arithmetic sheet is the K-12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cat is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vintage calculator wristwatch resting on an open math worksheet, the watch face glowing faintly, a pencil laid across the page, dark slate background, amber accent on the watch face,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doom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figure at a locked gate holding a clipboard, behind the gate a small open window with a phone propped in it and a rope ladder hanging down, dark slate background, amber accent on the phone,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down where the foundations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a hand-drawn diagram on the left half and a laptop propped on the right half, a marker resting in the tray between them, dark slate background, amber accent on the marker,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polished answer with a hole in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perfectly ironed shirt on a hanger with a large hole in the back only visible in a mirror behind it, dark slate background, amber accent on the mirror frame,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one: make verification feel like cheating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09:00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phone photographing a worksheet dense with small arithmetic problems, one digit on the sheet smudged, a magnifying glass lying beside the phone, dark slate background, amber accent on the smudge,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Ask for an attempt, then ration the help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staircase of five shallow steps with a small figure on the second step, a hand offering a single step-sized block from the side, a speech bubble shaped like a key above the first step, dark slate background, amber accent on the offered block,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four-minute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in a row reading as shapes only, the middle one larger, an arrow looping from the third back to the first, dark slate background, amber accent on the looping arrow,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room is quiet, present the prepared learner response. Never pressure an individual into a public assessment.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then write down what you saw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then write down what you saw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two: make them say it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sound waveforms side by side, the first smooth and rounded, the second jagged with small breaks where lines wrap, a small padlock icon beneath both, dark slate background, amber accent on the padlock,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three: count AI time, then read all 300 transcripts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25:30 to 28:00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classroom clock face divided into four unequal wedges, three wedges plain and one wedge patterned with tiny chat bubbles, dark slate background, amber accent on the patterned wedge,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given no aid at all,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objective to the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three short handwritten lines and a small robot icon drawn in the corner as the addressee, a phone held up photographing the board, dark slate background, amber accent on the robot icon,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the door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lump of clay wrapped in cloth on a school desk beside a tablet showing a rough charcoal sketch on graph paper, a small bird perched on the desk edge, dark slate background, amber accent on the bird,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not carrying a brick of clay in my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 good with a pencil, but I like that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Sketch → animate → 3D → game asset. Out of ideas?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was told I was terrible at art. In my case it turned out to be true. For a lot of kids it was disbelief, or supplies beyond standard issue. A friend of mine found out after school that they were a talented sculptor. Won awards. They once told me they never touched the wet clay in class. No car at home. Not carrying a brick of clay on the bus. That was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barriers reflect our socioeconomic structure and sit unexamined in the system. A model widens who gets to participate. The kid who can't draw the charcoal graph-paper look can make it, then animate the birds at the lunch tables, then make it 3D, then a game asset. Ratchet up, lock in, stretch. When they run out of ideas, the model that already knows your objective suggests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Redesign one checkpoint this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33:30 to 37:30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worksheet with three rows of blank boxes, one box filled in with a pencil, a second pencil entering from the opposite side of the page, dark slate background, amber accent on the second pencil,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purpose-built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chessboard tilted so the pieces slide off, replaced by an open notebook with five short handwritten lines and a small precise instrument resting on the page, dark slate background, amber accent on the instrument,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detector is the same trap in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Liang and colleagues found the detectors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tested flagged non-native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writers at alarming rates. And even if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detector were perfect, it answers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Who typed the sentence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kid can do the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down where the foundations happen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Pencil, paper, whiteboard, peers: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with the reason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same document: "and we are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 you the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trajectory down.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handwriting live, and why: the spatial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motor work a pencil activates, the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out loud with a peer, the cohort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find by talking through a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the environment where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foundations still happen with no model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in the same document, tell students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going to teach them the tool.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 Independent competence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competent tool use both belong in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need different evidence,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checkpoint should say which one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tension is older than the panic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a name. Koedinger and Aleven called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assistance dilemma in 2007: give too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much help and the learner never has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anything, give too little and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stall out. Nobody has solved it. Say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loud, because a vendor whose tutor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help level exactly right is selling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solved version of an open problem.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Ask for an attempt, then ration the help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price does the discount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"The original $100."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Clarify → conceptual hint → missing step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an example → full explanation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scripted turns. The diagnostic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where the base got lost. The tutor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neither praises the error nor dumps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solution. Attempt-first can't punish a kid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can't begin; clarifying a term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offering a parallel example may be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first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ladder. Clarification: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acts on the new price. Conceptual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hint: find the current base. Missing step: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intermediate $120. Partial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a different amount by 0.8.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then a 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later. Write down which rung you gave,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supported and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are different evidence.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moral failure.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four-minute reconstruction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two scripted learners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runbook, then go live. Reveal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Let the room find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room is quiet, present the prepared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response. Never pressure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individual into a public assessment.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the rubric on sample work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touches a grade.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and colleagues found 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and later unaided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diverge, and the safeguards that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come from teachers. So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conditions, and include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when independence is the objective.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mismatch needs a human to interpret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that finding is not news, which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useful part. Soderstrom and Bjork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 years of it in 2015: how well someone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performs while being helped and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actually learned come apart routinely,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conditions that flatter practice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frequently damage retention. A tutor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for removing difficulty.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difficulty was the part where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learned. None of this convicts anyone;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integrity process stays where it is.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last time I'll say that.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to convict.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three: count AI time, then read all 300</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transcripts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Teacher talk · student talk · think time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Guided by you, or alone 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me five students who took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showing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count who's talking,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silence there is, whose engagement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one factor: AI time. How much of it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guide, and how much was a student alone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view you have never had.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from a class of 30 or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300, and a qualitative pass run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Show me the five students who opened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line of inquiry I didn't teach. Show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one who reached the answer by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putting on the board tomorrow.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pass surfaces the kid who typed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right terms, or pasted a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block from somewhere. Before you conclude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 big block also looks like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voice-to-text. Look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know what you are up against when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model's summary instead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Skitka and colleagues measured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given no aid at all, because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often enough that you stop checking.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summary is a place to start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a place to stop.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objective to the agent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my tutor. Don't give me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here with three classmates."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whiteboard; the objective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prompt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Push the practice run first. Then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who asks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Seen in the wild: students telling a voice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not to give them answers,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arguing about Lincoln with it for twenty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So give it the objective.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photograph the whiteboard.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 is that we end up writing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objectives on the board addressed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"Tutor bot, help my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 holds the rigor you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explores the stretch goals, fills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remedial gaps, and tells you, the aides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parents what it saw. Write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whatever objective process you already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Lemov's 4Ms work fine.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half is discipline. At first,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pushes: want a practice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flashcards, a pop quiz? Then it rewards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who asks before the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unprompted, and it names the connection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distracted students miss: "five flashcards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hour before produced a 98; your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tests had no prep." Made-up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mechanism. As someone with ADHD,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that reorders my day and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bombed the section quizzes after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reading, take a twenty-minute walk"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luxury. It's applied cognitive science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 channel toward wellbeing.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the door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"I'm not carrying a brick of clay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no good with a pencil, but I like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 animate → 3D → game asset. Out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ideas?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was told I was terrible at art.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 it turned out to be true. For a lot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kids it was disbelief, or supplies beyond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standard issue. A friend of mine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school that they were a talented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Won awards. They once told 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they never touched the wet clay in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 car at home. Not carrying a brick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clay on the bus. That was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barriers reflect our socioeconomic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and sit unexamined in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widens who gets to participate.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kid who can't draw the charcoal graph-paper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can make it, then animate the birds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lunch tables, then make it 3D, then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game asset. Ratchet up, lock in, stretch.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they run out of ideas, the model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knows your objective suggests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Redesign one checkpoint this week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Capability → task → the smudge → follow-up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permitted help →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 challenges one hidden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three minutes. Write the capability,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task, the smudge that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verification feel like cheating,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purposeful follow-up, the help you'll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and the interpretation you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defend to a parent. Then estimate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 because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richer assessment nobody has time to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worse assessment. Let the model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follow-ups and summarize with links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excerpt; grading, accusations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sensitive stay with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your neighbor challenges one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 does this also measure fluency,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paid-tool access, or comfort speaking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pressure? TEQSA's guidance backs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contextual, multiple approaches.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is our version of it. Output: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you can review, then a small pilot.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 Cited on slide 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exists; check it before quoting figures.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Skitka, Mosier and Burdick (1999),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bias decision-making?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TEQSA (2023), Assessment reform for the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artificial 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https://www.teqsa.gov.au/guides-resources/resources/corporate-publications/assessment-reform-age-artificial-intelligence.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2026-09-07T01:22:59Z</dcterms:created>
</cp:coreProperties>
</file>