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logical items and provider attempts separately; a retry is not a new entitlement.</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money, concurrency and rate are three different limits; a run can satisfy one and blow the other two.</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10:30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two more scaling axes have names. The barrel-of-monkeys maneuver leads with cheap parallel generation on purpose and hands the barrel to the next stage. The Council of Guards is cheap judges from different models, and the number you want back is the disagreement. Gate every candidate; a synthesis is a new candidate.</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Infra Is a Tool Call</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Torn Down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2026-09-07T01:31:49Z</dcterms:created>
</cp:coreProperties>
</file>