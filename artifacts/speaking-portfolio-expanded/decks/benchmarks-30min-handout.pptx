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Buy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06:00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11:00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13:00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19:30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keep release evidence separate from development; repeated tuning spends a holdout. The IR history is in the companion talk.</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use code for state and schema checks, calibrated graders for language judgments, and people for disputed policy.</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Tuxedo of Benchmarks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Same three models, your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71% pass · $0.34/run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82% pass · $0.28/run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90% pass · $0.20/run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same models attempt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workflow. C has the best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in this fixture. The winner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question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need to know what pass meant.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cancel the right account, or did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write a reassuring answer?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 an authorized action, or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merely mention policy? If the scorer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reads the chat, a polite failure can beat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terse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can help choose among acceptable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They cannot tell us which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acceptable. The cost-per-success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belongs to Buy Me a Free 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 the question is whether this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means anything.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Needs Therapy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the Judges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Agreeable to a Fault (κ = 0)</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Stop averaging away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Slice by failure mechanism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counts, variation, and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overall pass rate weights whatever mix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put in the file. Add easy cases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rises. Nothing about the hard cases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cancellation by account type,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state, language, and tool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Start with slices that correspond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plausible failure mechanisms. Show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in each slice and repeat-run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variation. A two-case slice should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two cases, not a confident percentage.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critical violations separately.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friendly answers do not compensate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 wrong account.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visible when the corpus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a new score does not quietly answer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question.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Rejection Rule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Version cases, scorer, rubric,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rejection rule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flattering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release comparison needs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prompt, tool configuration,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revision, scorer revision, and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the difference between two scores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may be a difference between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Set the rejection rule before viewing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by slice. Keep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 visible and inspect uncertainty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celebrating a small gain.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 production failure should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regression case with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 while fresh sampling checks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incident archive misses.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would block your next rollout?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answer that the current suite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detect. If nothing would,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report, not a gate.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Goodhart (1975), Problems of Monetary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Management: The U.K. Experience, 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Bank of Australia conference 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1981). Campbell (1979),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Assessing the impact of planned social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attributed paraphrases,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 that every optimized benchmark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stopped measuring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danlevy.net, 11 August 2026. The sequence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reused as a teaching fixture,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Shi et al. (2024), [Judging the Judges: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 in pairwise LLM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Wataoka et al. (2024),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2026-09-07T02:16:43Z</dcterms:created>
</cp:coreProperties>
</file>