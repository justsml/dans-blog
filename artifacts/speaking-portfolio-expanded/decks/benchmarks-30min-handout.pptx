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leaderboard, and the question it isn't answering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Cry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is a measuring instrument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it five times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grader is an instrument too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Make it a release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Then use it to make a decision.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Campbell (1979), Assessing the impact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supplied article. The sequence is reused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teaching fixture, not a fresh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[Self-Preference 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2026-09-06T09:11:11Z</dcterms:created>
</cp:coreProperties>
</file>