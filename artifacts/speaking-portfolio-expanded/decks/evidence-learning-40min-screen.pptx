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Pencil first. Then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four minutes inside a five-minute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Pencil first. Then the tool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read 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the door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not carrying a brick of clay in my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 good with a pencil, but I like that look."</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Sketch → animate → 3D → game asset. Out of ideas?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2026-09-07T01:43:59Z</dcterms:created>
</cp:coreProperties>
</file>