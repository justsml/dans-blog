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cat is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vintage calculator wristwatch resting on an open math worksheet, the watch face glowing faintly, a pencil laid across the page, dark slate background, amber accent on the watch face,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doom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figure at a locked gate holding a clipboard, behind the gate a small open window with a phone propped in it and a rope ladder hanging down, dark slate background, amber accent on the phone,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down where the foundations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a hand-drawn diagram on the left half and a laptop propped on the right half, a marker resting in the tray between them, dark slate background, amber accent on the marker,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polished answer with a hole in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perfectly ironed shirt on a hanger with a large hole in the back only visible in a mirror behind it, dark slate background, amber accent on the mirror frame,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one: make verification feel like cheating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09:00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phone photographing a worksheet dense with small arithmetic problems, one digit on the sheet smudged, a magnifying glass lying beside the phone, dark slate background, amber accent on the smudge,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Ask for an attempt, then ration the help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staircase of five shallow steps with a small figure on the second step, a hand offering a single step-sized block from the side, a speech bubble shaped like a key above the first step, dark slate background, amber accent on the offered block,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four-minute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in a row reading as shapes only, the middle one larger, an arrow looping from the third back to the first, dark slate background, amber accent on the looping arrow,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room is quiet, present the prepared learner response. Never pressure an individual into a public assessment.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then write down what you saw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two: make them say it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22:30 to 25:30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sound waveforms side by side, the first smooth and rounded, the second jagged with small breaks where lines wrap, a small padlock icon beneath both, dark slate background, amber accent on the padlock,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three: count AI time, then read all 300 transcripts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25:30 to 28:00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classroom clock face divided into four unequal wedges, three wedges plain and one wedge patterned with tiny chat bubbles, dark slate background, amber accent on the patterned wedge,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given no aid at all,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objective to the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three short handwritten lines and a small robot icon drawn in the corner as the addressee, a phone held up photographing the board, dark slate background, amber accent on the robot icon,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the door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lump of clay wrapped in cloth on a school desk beside a tablet showing a rough charcoal sketch on graph paper, a small bird perched on the desk edge, dark slate background, amber accent on the bird,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not carrying a brick of clay in my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 good with a pencil, but I like that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Sketch → animate → 3D → game asset. Out of ideas?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was told I was terrible at art. In my case it turned out to be true. For a lot of kids it was disbelief, or supplies beyond standard issue. A friend of mine found out after school that they were a talented sculptor. Won awards. They once told me they never touched the wet clay in class. No car at home. Not carrying a brick of clay on the bus. That was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barriers reflect our socioeconomic structure and sit unexamined in the system. A model widens who gets to participate. The kid who can't draw the charcoal graph-paper look can make it, then animate the birds at the lunch tables, then make it 3D, then a game asset. Ratchet up, lock in, stretch. When they run out of ideas, the model that already knows your objective suggests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Redesign one checkpoint this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33:30 to 37:30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worksheet with three rows of blank boxes, one box filled in with a pencil, a second pencil entering from the opposite side of the page, dark slate background, amber accent on the second pencil,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purpose-built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chessboard tilted so the pieces slide off, replaced by an open notebook with five short handwritten lines and a small precise instrument resting on the page, dark slate background, amber accent on the instrument,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down where the foundations happen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Pencil, paper, whiteboard, peers: in the curriculum,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the reason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Then, same document: "and we are going to teach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tool"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Ask for an attempt, then ration the help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price does the discount use?" Learner: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original $100."</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Clarify → conceptual hint → missing step → part of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 example → full explanation → fresh reconstruction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four-minute reconstruction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then write down what you</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saw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three: count AI time, then read</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all 300 transcripts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Teacher talk · student talk · think time · AI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Guided by you, or alone with the model?</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me five students who took a path worth showing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room."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objective to the agent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"You're my tutor. Don't give me answers. I'm here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three classmates."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Photograph the whiteboard; the objective is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system prompt</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Push the practice run first. Then reward the kid who</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asks for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the door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"I'm not carrying a brick of clay in my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"I'm no good with a pencil, but I like that look."</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Sketch → animate → 3D → game asset. Out of ideas?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Redesign one checkpoint this week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Capability → task → the smudge → follow-up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permitted help → rubric</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Minutes to review a class 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Neighbor challenges one hidden assumption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2026-09-06T09:11:14Z</dcterms:created>
</cp:coreProperties>
</file>