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judge reads a thousand tokens and writes fifty. Run a council.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Match the execution class to the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So is judging.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2026-09-06T23:17:24Z</dcterms:created>
</cp:coreProperties>
</file>