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Match the execution class to the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Adapt pressure inside a fixed ceiling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Match the execution class to the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Waiting on a provider → durable step, not a GPU</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CPU or GPU work → compute worker, spot if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restartable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Untrusted code → sandbox with egress policy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Attempts are a scaling axis. So is judging.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2026-09-07T01:22:59Z</dcterms:created>
</cp:coreProperties>
</file>