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Four callers, forty images, one customer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![Each of four batch-tool calls starts ten jobs: 4 × 10 = 40, before retries.](../../reveal-talks/assets/dynamic-scaling/01-four-calls-hide-forty-provider-jobs.svg)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chat turn, a retry, a cron job, a second tab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Each legal. Each ten images.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customer bought 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asks for ten images. Four things happen within a minute, and every one of them is legitimate. The chat turn calls the batch tool. A worker crashed halfway and its replacement retries. A nightly job re-runs anything not marked done. The customer opened a second tab because the first one looked stuck.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callers, ten images each. Every local limit passed. The provider is rendering forty. Your dashboard proudly reports four tool calls. We put the limit on the wrong unit of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whole talk in one multiplication. The agentic part is what comes next: the same system that hid the fan-out can also ask for its own compute, and we have to decide what that is allowed to mean. Numbers here are fixtures; the vendors later are real.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fan-out you found on a bill before you found it in a dashboard.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Let the room multiply before you show forty. Then ask which component knew the customer's entitlement. Silence is the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Horizontal, vertical, and now self-directed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02:00 to 05:00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![Ops sized the fleet for everyone; an autoscaler reacts to CPU; an agentic job describes its own shape and asks.](../../reveal-talks/assets/dynamic-scaling/02-horizontal-vertical-self-directed.svg)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Horizontal: more boxes, decided by ops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Vertical: bigger box, decided by ops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Self-directed: the job describes its shape and asks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twenty years scaling was an infra question answered once for everyone. Add replicas or buy a bigger box, then let an autoscaler watch CPU and guess. The workload never got a say.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Agentic workloads do. The orchestrator knows this batch is mostly waiting on a provider, that this one needs a GPU for ninety seconds, that this one is untrusted code and wants a sandbox. It can say so, per job, at the moment the job starts.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decisions stay separate. Tasks: split the work. Attempts: try several complete answers. Placement: choose where it runs. A model can propose all three cheaply now; it does not repeal the dependency graph, and it does not get to repeal the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Classify an image batch, a route-optimization run, three competing designs and a region move. Note that an LLM can schedule a solver without doing the arithmetic.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Count items and attempts, not tool slots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05:00 to 07:00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retry per item can turn 40 logical items into 80 provider attempts.](../../reveal-talks/assets/dynamic-scaling/03-count-items-and-attempts-separately.svg)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Agent slots ≠ tool batch size ≠ provider attempts ≠ entitlement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runtime's concurrency limit counts tool calls. A batch tool multiplies each one. A retry layer multiplies again. Forty logical items become eighty provider attempts when every item gets one retry, and the visible count still says four.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logical items and external attempts separately. A retry is another attempt at an item, not a new entitlement. And read the batch tool's actual contract: maximum batch size, resource estimate, cancellation behavior, what a partial result looks like.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Draw four callers, ten children, one retry layer. Count to eighty out loud.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Put admission below every caller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07:00 to 10:00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coordinated reservation protects tenant spend and entitlement across all callers.](../../reveal-talks/assets/dynamic-scaling/04-every-caller-crosses-shared-admission.svg)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Reserve before dispatch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Share tenant and provider limits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Queue or reject what does not fit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prompt that says only run one expensive tool is guidance. It is not a lock. The chat turn, the retry, the cron job and the second tab arrive at once, and none of them can see the others.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every external dispatch crosses one shared admission controller. It atomically checks tenant entitlement, budget, provider concurrency, rate and deadline, then reserves. If the request does not fit, it queues or returns an explicit rejection. A process-local semaphore only works when that process owns all the work, and in an agentic system it never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Walk two simultaneous callers in contracts.md. Read-balance-then-write loses; atomic reservation admits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Money, concurrency and rate are three limits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10:00 to 12:00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![Illustrative $2 run cap: settled + reserved ≤ $2. Prices here are invented fixture values.](../../reveal-talks/assets/dynamic-scaling/05-reservations-and-charges-share-one-ceiling.svg)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Concurrency ≠ requests per minute ≠ dollars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Reserved ≠ charged. Cancelled ≠ refunded.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Pessimistic reservations refuse real work; choose your tightness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can satisfy any one of these and blow the other two. Reserve a defensible maximum per operation, reconcile against the bill when the answer arrives, and keep unresolved provider jobs charged until you know. A worker lease expiring proves the worker died, not that the remote render stopped.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real trade here. Reserve the full retry allowance up front and a second legitimate caller gets queued behind money that may never be spent. Reserve lazily and you can overshoot. Pick a tightness on purpose and write it 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Use the $2 ledger in contracts.md. Show settled plus reserved never passing $2, then ask what the second caller should have seen.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 pressure inside a fixed ceiling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12:00 to 14:00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scheduler reduces admission after throttling; every increase remains inside the approved maximum.](../../reveal-talks/assets/dynamic-scaling/06-adapt-pressure-within-a-fixed-limit.svg)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Throttled → wait and reduce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Healthy window → cautious increase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Deadline → stop dispatch, report honestly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agent can propose that a batch of ten becomes five after the provider starts failing. Good. The scheduler still owns the range. For known throttling, deterministic policy is enough: respect retry guidance, add jitter, reduce admission, increase cautiously after a healthy window. Never let each worker double its own throughput because its last call worked.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When the deadline arrives, stop new work and report completed, pending and unresolved separately. The user needs an accurate result, not a cheerful completion message over a pile of missing images.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Walk ten to five, then a cautious recovery that never exceeds the original ceiling.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Infra Is a Tool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14:00 to 17:00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job requests shape, size, duration and a cost cap; the scheduler resolves it against a catalog and tenant budget and returns a lease.](../../reveal-talks/assets/dynamic-scaling/07-infra-as-an-agent-capability.svg)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Request: shape, size, duration, region, cost cap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Resolve: catalog, tenant budget, lease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Pay per job. No idle fleet. Least privilege for free.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that is actually new. The orchestrator asks for compute the way it asks for a tool. Eight sandboxes for six minutes, this region, this cost cap. The scheduler resolves that against a catalog of approved classes and the tenant's budget, and returns a lease with a teardown.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get is per-job economics. A customer can buy a faster turnaround. Finance can cap one workflow instead of one environment. Nobody pays for a warm fleet sized for the worst Tuesday of the year. And least privilege stops being a project: an instance that lives six minutes, reaches three domains, and holds one scoped credential is hard to abuse even when the agent inside it is confused.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risk is obvious. An agent that can provision is an agent that can spend. The catalog, the lease and the teardown are the answer, and they are enforced outside the model. The agent chooses; it does not grant.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moment an agent-sized request would have replaced a capacity-planning meeting.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Contrast one autoscaler threshold with one job request. Ask which one you could put on an invoice.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Torn Down by Default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17:00 to 20:00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![Sandboxes, serverless GPUs, durable edge state and spot capacity, all created in seconds and torn down by default.](../../reveal-talks/assets/dynamic-scaling/08-the-ephemeral-ecosystem.svg)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Sandboxes: Fly.io Sprites, Depot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Serverless compute and GPUs: Modal, Vast.ai</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Durable edge state: Cloudflare Workers, Durable Objects, Workflows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Interruptible capacity: AWS EC2 Spot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pieces exist, and they are shaped for this. Fly.io Sprites are microVMs whose stated creation target is under a second, checkpoint and restore, and take an egress policy from outside so the agent inside cannot loosen it. Depot sandboxes bill by the second for exactly this: run agent-generated code, throw it away.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Modal gives you functions and GPUs that scale to zero; Vast.ai is a marketplace where a spare GPU is cheap and short-lived. Cloudflare Workers with Durable Objects and Workflows hold the coordination state that survives everything else being torn down. EC2 Spot is the old version of the same idea: capacity that can vanish, so the job had better be restartable.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common thread: create in seconds, pay per second, torn down unless someone says otherwise, and the network narrowed from the outside. That is the substrate an agent-directed scheduler needs. What none of them give you is the ledger; that is still yours.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who runs agent code on something with a lifetime under an hour. Then ask who has an egress policy on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Fifty Containers Don't Render Faster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20:00 to 22:00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Waiting on a provider → durable step, not a GPU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CPU or GPU work → compute worker, spot if restartable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Untrusted code → sandbox with egress policy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provider is rendering the image, you are waiting on the network. Fifty containers do not make it render faster. For long waits, persist state and resume from callbacks or bounded polling. For real computation, use a worker sized for it. For code you did not write, use a sandbox and take the egress policy seriously.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These combine. The decision that matters is where execution happens and where recovery state lives; get those two right and the vendor list is a detail.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Place a local graph solver, a remote image request and an agent-written script into their classes.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durable job survives the caller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22:00 to 25:00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![Persist intent and provider identity; uncertain acceptance goes to reconciliation, not blind replay.](../../reveal-talks/assets/dynamic-scaling/08-a-job-survives-the-caller.svg)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queued → submitted → waiting → completed / failed / unresolved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Callbacks: authenticate, deduplicate, valid transitions only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Notification is its own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Accept ten prompts, return a stable job ID, persist item IDs, provider IDs, reservations, attempts, output locations and terminal states. The conversation can end. The sandbox can be reclaimed. The job continues.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Callbacks arrive twice and out of order; authenticate, deduplicate, apply only valid transitions. A restart rebuilds pending work from storage, not from replaying the conversation. And when the output is stored, enqueue the notification through an outbox so an email failure never regenerates an image. Naming something durable does not make an in-flight promise survive a lifecycle transition; the recovery protocol is yours to write.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Draw the state machine in contracts.md. Crash after submission and before the provider ID is saved. Discuss unresolved.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Walkthrough: restart the batch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25:00 to 30:00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Two callers, one entitlement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Spot instance reclaimed mid-batch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One response lost, one email fails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callers each want a full batch. The first reserves the entitlement; the second queues with an explicit reason. Dispatch begins on a spot worker. Halfway through, the instance is reclaimed with two minutes' notice: the lease expires, the provider keeps rendering, the reservations stay charged.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new worker reloads the job, checks provider status for every submitted item, and collects what finished. One item's response never arrived; it stays unresolved with its reservation held, and the worker asks the provider rather than resubmitting. All outputs land. The email fails. The delivery worker retries the email against the completed job, and the expensive generation is untouched.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job, a recoverable lifecycle, honest accounting, and a compute substrate that was allowed to disappear under it. That is the abstraction the batch tool owed 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The trace in demo.md; compress rows 1 and 2 on the short routes. Ask the room for each next transition before revealing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Monkeys, Then Guards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30:00 to 35:00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![Different priorities expose tradeoffs. Common requirements and checks apply to every candidate.](../../reveal-talks/assets/dynamic-scaling/11-independent-attempts-share-requirements.svg)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Barrel of monkeys: lead with cheap parallel generation,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Council of Guards: judges read a thousand tokens and write fifty; measure the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Gates before preferences; the judge may reject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Change the unit of work from images to whole designs. One brief, three generated agents: minimalist, maintainer, security and performance reviewer. Separate first drafts. The contrast is the product.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Somebody is going to cite Knight and Leveson at me, so let me do it first. 1986, twenty-seven programmers, one specification, a million tests, and the independently written versions failed together far more than independence predicts. True, important, and about N-version programming as a correctness strategy. Not this. I am not voting three models toward the truth.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generation side has a name I am not sorry about: the barrel-of-monkeys maneuver. Lead with cheap parallel generation on purpose — monkeys at a hundredth of the frontier's price — and hand the barrel to the next stage. Four reasons. Race: take the first draft that passes the gate. Synthesize: a frontier model reads them all, input tokens being the cheap ones, and writes one coherent output. Rank: more candidates for the judges, so the best whole answer goes downstream. Catch: in law or medicine, where the rules are extensive and specific, the mistake you fear shows up in one output out of ten, and the only way to see it is to have 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Speculative optimization in a lab coat? Possibly. Ship it with an env var that sets fan-out to one, and ideally let the system tune that knob itself. Right? Right. That is the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cheap half is judging. A judge reads a thousand tokens and writes fifty, and output is what costs, so five judges from different models on every candidate is affordable. Not the average score. The disagreement. Judges that split, or whose reasons barely overlap, have found territory nobody understands; that candidate does not ship on autopilot. I call this the Council of Guards: it reads everything, writes almost nothing, and costs a fraction of what it guards.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gates before you read the candidates: no duplicate dispatch after restart, no cross-tenant spend, no regeneration on notification retry, no dispatch after deadline. Every candidate fails one, including the careful one; the council is allowed to reject the room. A synthesis is a new candidate. Stop at the review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None of this looks like the engineering we were raised on. Do not do the work twice. Do not spend compute speculatively. One right answer per ticket. Those were axioms when the expensive thing was the engineer. When the expensive thing is being wrong and a second draft costs cents, doing it three times and reading what disagrees is the frugal move. I am not a shill for Big Token. Cheaper, safer and faster now sometimes come from spending exactly where yesterday's wisdom told you not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Knight and Leveson (1986), [An Experimental Evaluation of the Assumption of Independence in Multiversion Programming](https://doi.org/10.1109/TSE.1986.6312924), IEEE Transactions on Software Engineering SE-12(1), 96 to 109. Cited to set aside: it is a result about redundancy as a correctness strategy, which this slide does not claim.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Score the three candidates in demo.md. Have the room find each candidate's failed gate before revealing it. Then show the council split per candidate: high agreement on the minimalist's failure, low overlap on the maintainer's, and ask which one deserves the human's afternoon.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Measure the accepted outcome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35:00 to 37:30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Latency: dispatch + queue + slowest branch + merge + verify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Cost: every candidate, every retry, every held reservation, review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Compare against one competent attempt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Starting three workers does not delete the serial parts. That is Amdahl, 1967, and it is unkind: if a tenth of the job is serial, ten workers get you five and a quarter times, and a hundred workers get you nine. Waiting on every branch can make a finished task slower. Count the whole thing: all candidates, failed work, reserved uncertainty, judging and human review, and compare against one competent attempt on the same task 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Measure accepted outcomes, not launched workers. Start with one extra attempt or one batch boundary; if it does not buy quality, time or cost, keep the simpler path. We are trying to buy useful work, not maximize the number of things blinking.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Amdahl (1967), Validity of the single processor approach to achieving large scale computing capabilities, AFIPS Conference Proceedings 30, 483 to 485.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Ninety seconds: choose a baseline, a cap and an acceptance gate. Keep latency and total cost as separate numbers.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Put the limit where the work begins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37:30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One ledger across every caller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Durable state across every restart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lease on every box, a gate on every candidate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four callers. Forty jobs were legal by four local counters. The missing piece was one shared account of what the application had promised and what it had already started.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inversion is real: the workload can now describe its own shape and ask for its own compute, and the substrate to grant it in seconds already exists. That is a better world than a warm fleet and a guess. It is only safe because the agent chooses from a catalog, spends from a ledger, and runs on boxes that expire.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Inspect one expensive tool in your system. Count the work it can launch underneath itself. Put the limit where that work actually begins.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Close on the multiplication and the shared admission line. Do not add a vendor.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 Id="rIdImage1" Type="http://schemas.openxmlformats.org/officeDocument/2006/relationships/image" Target="../media/slide1-1.png"/><Relationship Id="rIdSvg1" Type="http://schemas.openxmlformats.org/officeDocument/2006/relationships/image" Target="../media/slide1-1.svg"/></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slide2-1.png"/><Relationship Id="rIdSvg1" Type="http://schemas.openxmlformats.org/officeDocument/2006/relationships/image" Target="../media/slide2-1.sv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 Id="rIdImage1" Type="http://schemas.openxmlformats.org/officeDocument/2006/relationships/image" Target="../media/slide6-1.png"/><Relationship Id="rIdSvg1" Type="http://schemas.openxmlformats.org/officeDocument/2006/relationships/image" Target="../media/slide6-1.svg"/></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 Id="rIdImage1" Type="http://schemas.openxmlformats.org/officeDocument/2006/relationships/image" Target="../media/slide7-1.png"/><Relationship Id="rIdSvg1" Type="http://schemas.openxmlformats.org/officeDocument/2006/relationships/image" Target="../media/slide7-1.svg"/></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 Id="rIdImage1" Type="http://schemas.openxmlformats.org/officeDocument/2006/relationships/image" Target="../media/slide8-1.png"/><Relationship Id="rIdSvg1" Type="http://schemas.openxmlformats.org/officeDocument/2006/relationships/image" Target="../media/slide8-1.svg"/></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 Id="rIdImage1" Type="http://schemas.openxmlformats.org/officeDocument/2006/relationships/image" Target="../media/slide10-1.png"/><Relationship Id="rIdSvg1" Type="http://schemas.openxmlformats.org/officeDocument/2006/relationships/image" Target="../media/slide10-1.svg"/></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 Id="rIdImage1" Type="http://schemas.openxmlformats.org/officeDocument/2006/relationships/image" Target="../media/slide12-1.png"/><Relationship Id="rIdSvg1" Type="http://schemas.openxmlformats.org/officeDocument/2006/relationships/image" Target="../media/slide12-1.svg"/></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Dynamic Scaling of Agentic Workloads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Four callers, forty images, one customer</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f501b6c12ee57de00d0d8ab47b3d7373e10fdbdb35a9cf56315dbb05ff6bf328" descr="Each of four batch-tool calls starts ten jobs: 4 × 10 = 40, before retrie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14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Horizontal, vertical, and now self-directed</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f5bca740713b7dd36a3ccfac9c9e9a9675c63ad025b015c1afe125e81654692e" descr="Ops sized the fleet for everyone; an autoscaler reacts to CPU; an agentic job describes its own shape and ask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14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Count items and attempts, not tool slots</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342ac160b4ec3426a06b9bd5f5f25d8b7d3bcc6391f7dfec72e52bc5a99f3307" descr="One retry per item can turn 40 logical items into 80 provider attempt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14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Put admission below every caller</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ade204143b64e69af78520893e44a4991a36800e58ae3c6b1bff88cf7111db46" descr="One coordinated reservation protects tenant spend and entitlement across all caller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14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Money, concurrency and rate are three limits</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53c399b4989d541a9290cbf8888665cf190abef617844fd5194169975728c017" descr="Illustrative $2 run cap: settled + reserved ≤ $2. Prices here are invented fixture value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14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Adapt pressure inside a fixed ceiling</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ce1bad6f501d9e5ee1448d48bfaa18655a5264cd9d7fc51c304cc492b77baffb" descr="The scheduler reduces admission after throttling; every increase remains inside the approved maximum."/>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14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Infra Is a Tool Call</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473993b159729307dbf46a28dd0767ec3dfa81a479c514a84869a6738e54d9b7" descr="The job requests shape, size, duration and a cost cap; the scheduler resolves it against a catalog and tenant budget and returns a leas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14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Torn Down by Default</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1daa0143328d8028c247af2b7cfb4a0a77c5d39818a1b12c28efc7e58b692783" descr="Sandboxes, serverless GPUs, durable edge state and spot capacity, all created in seconds and torn down by default."/>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14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Fifty Containers Don't Render Faster</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Waiting on a provider → durable step, not a GPU</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CPU or GPU work → compute worker, spot if</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restartable</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Untrusted code → sandbox with egress policy</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14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 durable job survives the caller</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4b79e59a29b883db56a4fde7612f0abc0d63ce413439e88bfde5ed2a9fda887b" descr="Persist intent and provider identity; uncertain acceptance goes to reconciliation, not blind replay."/>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14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Walkthrough: restart the batch</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Two callers, one entitlement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Spot instance reclaimed mid-batch</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One response lost, one email fails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14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Monkeys, Then Guards</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2c5fb820b277964d777498358b0962f4a0f45afc5a39c350b143fa7e45e40586" descr="Different priorities expose tradeoffs. Common requirements and checks apply to every candidat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13 / 14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Measure the accepted outcome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Latency: dispatch + queue + slowest branch + merge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verify</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Cost: every candidate, every retry, every held</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reservation, review time</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Compare against one competent attempt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14 / 14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Put the limit where the work begins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One ledger across every caller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Durable state across every restart</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lease on every box, a gate on every candidate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14</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14</Slides>
  <Notes>14</Notes>
</Properties>
</file>

<file path=docProps/core.xml><?xml version="1.0" encoding="utf-8"?>
<cp:coreProperties xmlns:cp="http://schemas.openxmlformats.org/package/2006/metadata/core-properties" xmlns:dc="http://purl.org/dc/elements/1.1/" xmlns:dcterms="http://purl.org/dc/terms/" xmlns:xsi="http://www.w3.org/2001/XMLSchema-instance">
  <dc:title>Dynamic Scaling of Agentic Workloads</dc:title>
  <dc:creator>Dan Levy</dc:creator>
  <dc:description>screen edition generated from current reviewed talk materials</dc:description>
  <dcterms:created xsi:type="dcterms:W3CDTF">2026-09-07T01:44:02Z</dcterms:created>
</cp:coreProperties>
</file>