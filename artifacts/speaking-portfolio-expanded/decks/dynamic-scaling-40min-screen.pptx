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callers, forty images, one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of four batch-tool calls starts ten jobs: 4 × 10 = 40, before retries.](../../reveal-talks/assets/dynamic-scaling/01-four-calls-hide-forty-provider-jobs.svg)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Horizontal, vertical, and now self-directed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![Ops sized the fleet for everyone; an autoscaler reacts to CPU; an agentic job describes its own shape and asks.](../../reveal-talks/assets/dynamic-scaling/02-horizontal-vertical-self-directed.svg)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Count items and attempts, not tool slots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retry per item can turn 40 logical items into 80 provider attempts.](../../reveal-talks/assets/dynamic-scaling/03-count-items-and-attempts-separately.svg)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admission below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coordinated reservation protects tenant spend and entitlement across all callers.](../../reveal-talks/assets/dynamic-scaling/04-every-caller-crosses-shared-admission.svg)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Money, concurrency and rate are three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![Illustrative $2 run cap: settled + reserved ≤ $2. Prices here are invented fixture values.](../../reveal-talks/assets/dynamic-scaling/05-reservations-and-charges-share-one-ceiling.svg)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 pressure inside a fixed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scheduler reduces admission after throttling; every increase remains inside the approved maximum.](../../reveal-talks/assets/dynamic-scaling/06-adapt-pressure-within-a-fixed-limit.svg)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Throttled → wait and reduce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Healthy window → cautious increase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Deadline → stop dispatch, report honestly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can propose that a batch of ten becomes five after the provider starts failing. Good. The scheduler still owns the range. For known throttling, deterministic policy is enough: respect retry guidance, add jitter, reduce admission, increase cautiously after a healthy window. Never let each worker double its own throughput because its last call worked.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When the deadline arrives, stop new work and report completed, pending and unresolved separately. The user needs an accurate result, not a cheerful completion message over a pile of missing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ten to five, then a cautious recovery that never exceeds the original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Infra Is a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Torn Down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Fifty Containers Don't Render Faster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Waiting on a provider → durable step, not a GPU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CPU or GPU work → compute worker, spot if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Untrusted code → sandbox with egress policy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provider is rendering the image, you are waiting on the network. Fifty containers do not make it render faster. For long waits, persist state and resume from callbacks or bounded polling. For real computation, use a worker sized for it. For code you did not write, use a sandbox and take the egress policy seriously.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These combine. The decision that matters is where execution happens and where recovery state lives; get those two right and the vendor list is a detail.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Place a local graph solver, a remote image request and an agent-written script into their classes.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durable job survives the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![Persist intent and provider identity; uncertain acceptance goes to reconciliation, not blind replay.](../../reveal-talks/assets/dynamic-scaling/08-a-job-survives-the-caller.svg)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restart the 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30:00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Monkeys, Then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parallel generation produces candidates; shared gates reject before preference; cheap multi-model judges report disagreement rather than an average score.](../../reveal-talks/assets/dynamic-scaling/12-monkeys-then-guards.svg)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accepted outcome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the limit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Count items and attempts, not tool slots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Money, concurrency and rate are three limits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3c399b4989d541a9290cbf8888665cf190abef617844fd5194169975728c017"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Adapt pressure inside a fixed ceiling</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ce1bad6f501d9e5ee1448d48bfaa18655a5264cd9d7fc51c304cc492b77baffb" descr="The scheduler reduces admission after throttling; every increase remains inside the approved maximum."/>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Infra Is a Tool Call</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Torn Down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Fifty Containers Don't Render Faster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Waiting on a provider → durable step, not a GPU</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CPU or GPU work → compute worker, spot if</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restartable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Untrusted code → sandbox with egress policy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durable job survives the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Monkeys, Then Guards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6df039e19b720a58c5dd5b0a6fd22802e6016f46ca549bd6fe67a83f688c07ac" descr="Cheap parallel generation produces candidates; shared gates reject before preference; cheap multi-model judges report disagreement rather than an average scor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accepted outcome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Latency: dispatch + queue + slowest branch + merge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verify</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every candidate, every retry, every held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reservation, review time</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against one competent attempt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2026-09-07T02:31:12Z</dcterms:created>
</cp:coreProperties>
</file>