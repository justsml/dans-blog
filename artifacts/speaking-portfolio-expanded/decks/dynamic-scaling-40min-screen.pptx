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Fifty Containers Don't Render Faster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parallel generation produces candidates; shared gates reject before preference; cheap multi-model judges report disagreement rather than an average score.](../../reveal-talks/assets/dynamic-scaling/12-monkeys-then-guards.svg)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Adapt pressure inside a fixed ceiling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Fifty Containers Don't Render Faster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Waiting on a provider → durable step, not a GPU</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CPU or GPU work → compute worker, spot if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restartable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Untrusted code → sandbox with egress policy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Monkeys, Then Guards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6df039e19b720a58c5dd5b0a6fd22802e6016f46ca549bd6fe67a83f688c07ac" descr="Cheap parallel generation produces candidates; shared gates reject before preference; cheap multi-model judges report disagreement rather than an average scor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2026-09-07T02:16:44Z</dcterms:created>
</cp:coreProperties>
</file>