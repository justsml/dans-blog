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callers, forty images, one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of four batch-tool calls starts ten jobs: 4 × 10 = 40, before retries.](../../reveal-talks/assets/dynamic-scaling/01-four-calls-hide-forty-provider-jobs.svg)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Horizontal, vertical, and now self-directed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![Ops sized the fleet for everyone; an autoscaler reacts to CPU; an agentic job describes its own shape and asks.](../../reveal-talks/assets/dynamic-scaling/02-horizontal-vertical-self-directed.svg)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Count items and attempts, not tool slots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retry per item can turn 40 logical items into 80 provider attempts.](../../reveal-talks/assets/dynamic-scaling/03-count-items-and-attempts-separately.svg)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admission below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coordinated reservation protects tenant spend and entitlement across all callers.](../../reveal-talks/assets/dynamic-scaling/04-every-caller-crosses-shared-admission.svg)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Money, concurrency and rate are three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![Illustrative $2 run cap: settled + reserved ≤ $2. Prices here are invented fixture values.](../../reveal-talks/assets/dynamic-scaling/05-reservations-and-charges-share-one-ceiling.svg)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 pressure inside a fixed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scheduler reduces admission after throttling; every increase remains inside the approved maximum.](../../reveal-talks/assets/dynamic-scaling/06-adapt-pressure-within-a-fixed-limit.svg)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Throttled → wait and reduce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Healthy window → cautious increase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Deadline → stop dispatch, report honestly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can propose that a batch of ten becomes five after the provider starts failing. Good. The scheduler still owns the range. For known throttling, deterministic policy is enough: respect retry guidance, add jitter, reduce admission, increase cautiously after a healthy window. Never let each worker double its own throughput because its last call worked.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When the deadline arrives, stop new work and report completed, pending and unresolved separately. The user needs an accurate result, not a cheerful completion message over a pile of missing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ten to five, then a cautious recovery that never exceeds the original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inversion: infra as an agent capability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ecosystem is already ephemeral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Match the execution class to the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Waiting on a provider → durable step, not a GPU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CPU or GPU work → compute worker, spot if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Untrusted code → sandbox with egress policy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provider is rendering the image, you are waiting on the network. Fifty containers do not make it render faster. For long waits, persist state and resume from callbacks or bounded polling. For real computation, use a worker sized for it. For code you did not write, use a sandbox and take the egress policy seriously.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These combine. The decision that matters is where execution happens and where recovery state lives; get those two right and the vendor list is a detail.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Place a local graph solver, a remote image request and an agent-written script into their classes.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durable job survives the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![Persist intent and provider identity; uncertain acceptance goes to reconciliation, not blind replay.](../../reveal-talks/assets/dynamic-scaling/08-a-job-survives-the-caller.svg)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accepted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restart the 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30:00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Attempts are a scaling axis. So is judging.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too, and I am not sorry about it: the barrel-of-monkeys maneuver. Lead with parallel generation on purpose. You are adding a controlled section of chaos that the next stage has to handle: a revision loop, a router, the council, or your users in an A/B test. Why you would want the chaos varies. Sometimes you want the fastest answer, so you race. Sometimes you want the best parts of several, so a frontier model, whose input tokens are the cheap ones, reads all of them and writes one coherent output. Sometimes you just want more candidates for the judges to rank so the best whole answer goes downstream. In law or medicine, where the rules are extensive and specific, that is how you catch the one errant mistake that shows up in one output out of ten. And the monkeys can be cheap: models at a hundredth or a thousandth the price of the frontier, generating alternatives in a loop. Some of them need a tool-calling agent with files, search and git, which means a sandbox and somebody's cloud; others single-shot it fine. That is an architecture question about how much effort you want in a system that keeps improving versus one you can retune at runtime. Fan-out is a tool you encapsulate at points in the graph: default model most of the time, n alternatives for a sample of requests. Your needs and your opportunities decide why, where and how often.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Does this border on speculative optimization dressed up as learning? Yes, possibly. Probably sometimes. We will find out. So do not build any of it without env vars to turn it down, and ideally build the system that adjusts its own fan-out and token burn from what it measures. Right? Right. That system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accepted outcome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the limit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Count items and attempts, not tool slots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Money, concurrency and rate are three limits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fde8ed4544054c6ba696fe2945ded1fdf0c0b247ec34f09fb00f8685dfce56b"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Adapt pressure inside a fixed ceiling</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ce1bad6f501d9e5ee1448d48bfaa18655a5264cd9d7fc51c304cc492b77baffb" descr="The scheduler reduces admission after throttling; every increase remains inside the approved maximum."/>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inversion: infra as an agent capability</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ecosystem is already ephemeral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Match the execution class to the work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Waiting on a provider → durable step, not a GPU</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CPU or GPU work → compute worker, spot if</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restartable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Untrusted code → sandbox with egress policy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durable job survives the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Attempts are a scaling axis. So is judging.</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b4949abe8dedb577fd5f9a3e1c7aa70046fe06211202f0b36f95e7c744c651ce"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accepted outcome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Latency: dispatch + queue + slowest branch + merge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verify</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every candidate, every retry, every held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reservation, review time</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against one competent attempt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2026-09-07T00:27:55Z</dcterms:created>
</cp:coreProperties>
</file>