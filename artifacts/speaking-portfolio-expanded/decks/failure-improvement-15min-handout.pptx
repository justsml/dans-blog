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reviewed it in clinical monitoring. I am borrowing the mechanism, not claiming a hospital study measured your on-call rotation.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add only the integration needed for one failure class; the check preserves counts and evidence.</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02:00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distill before classifying, and give unexplained cases an unknown result.</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Our application is narrower: a repair loop needs evidence that the defect is gone, because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tickets and PRs carry evidence into a bounded review queue.</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05:30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compile repeated paths into tested scripts; feedback uses the same queue, and people approve money, messages, and deletion.</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choose one failure class and one integration on Monday.</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Replay the opening scroll beside the distilled artifact. End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Automating Improvement From Failure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logs are a roadmap nobody reads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pager trained you to ignore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improvement is already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logs are still arriving. Stack 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retries, the same customer clicking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broken button. Somewhere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 is work we will eventually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urgent. Usually after somebody sends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angry email.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talk owns the offline improvement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loop, including the people reviewing its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output. The examples are teaching fixtures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until I attach a production record. Runtime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belongs to Adaptive, agentic apps.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name for training people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ignore the channel that is supposed to warn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Alert fatigue. Cvach reviewed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clinical monitoring. I am borrowing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mechanism, not claiming a hospital study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measured your on-call rotation. If our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creates a ticket for every log 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have automated the thing that made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logs unreadable.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Step one: hand an agent the logs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Already better than the nobody who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access. One question. One saved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a coding agent a sanitized export.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broke since yesterday.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version. A file and a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may group unrelated failures together.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may miss the one line you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answer against the input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wire it to anything. But for the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was reading, we finally have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reader. Already better than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who was 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 the answer with the input window.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Tomorrow, you want to know whether it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new or just described yesterday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confidently.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out-of-band check</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outside the request path. A scheduled job reads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last completed bookmark, fetches a bounded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strips secrets, and produces an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family gets a count, first seen, last seen,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links to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Only advance the bookmark after the artifact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saved. If ticket creation fails, retry from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artifact using a stable incident key. Otherwise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gets its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and we are all going home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the collection window and the classifier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beside the result. Late-arriving logs need an overlap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and deduplication. A cron expression does 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solve delivery semantics.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retry that hid the auth failure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retry hides an auth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sleep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 repaired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request fails. The agent retries.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Score the loop on eventual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lesson is obvious: retry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make the failure an authorization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error. A second credential works, but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request was forbidden for a reason.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green result hid the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 A sleep that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the same lesson more slowly.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called the organizational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normalization of deviance. 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Challenger analysis shows how repeated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of anomalies made them ordinary.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application is narrower: a repair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 evidence that the defect is gone,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successful workarounds are 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persuasive evidence of the wrong 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nothing leaves without evidence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Regression · holdout · scope · human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result is permission denied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candidate removes the visible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beginning of the demo,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regression. Now run the held-out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authorization case. It fails. The proposed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retry used authority that belonged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else. The gate holds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asking the agent whether it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finished.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calls stopping at an abnormality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That is the useful part to borrow.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defect and stop producing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andon summons help; it is not a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one cord stopping an entire 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give the classifier the case it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Unknown is an output. It lands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with the evidence intact.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 promotion, no invented diagnosis.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similarity establish cause? We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watched it fail that test.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 reviews the robot's PRs?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easy cases disappear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reviewer keeps the exceptions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robot opens good PRs for a month.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person reviewing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Bainbridge's Ironies of Automation asks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remains for the human after automation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takes the routine work. Monitoring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difficult interventions remain, while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opportunities to practise shrink.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paper is from 1983. The problem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wait for a chat interface.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My design response is to rotate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duty, reserve time for it, and practise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on known failures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production. Sample accepted work for missed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defects. Keep evaluation cases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the repair agent's tuning loop.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sampling policy is for the audit; it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wave through a payment or a data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queue is too big to inspect, reduce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enters it. Giving one engineer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green suggestions is not giving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 hundred reasons to trust the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metrics that will lie to you</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tickets. 90 wrong. Ten worth reading.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recurrence and wrong tickets,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the agent files a hundred tickets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reviewer closes ninety as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Time-to-ticket looks terrific. Ten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were worth reading. That is our arithmetic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 and it is the number I want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throughput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is the warning here: once we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we change the 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producing it. Faster tickets are very easy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manufacture. Faster learning is harder.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Track recurring failures after a fix,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counts. Track wrong tickets among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reviewed tickets, and audit the cases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ignored. A low false-positive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bought by filing nothing is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beautiful dashboard. Record backlog 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Otherwise the reviewer silently pays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metric win.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Fail to win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Alert fatigue · normalization of deviance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 automation irony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scroll is still arriving. Now the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a smaller pile of inspectable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it knows where to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Alert fatigue explains the unread channel.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Normalization of deviance explains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Jidoka gives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 job. Automation irony asks what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to the reviewer. Goodhart asks whether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dashboard rewarded the wrong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did not get smarter.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around it got a job.</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Maria Cvach (2012), Monitor alarm fatigue: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https://pubmed.ncbi.nlm.nih.gov/22839984/),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Biomedical Instrumentation &amp; Technology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46(4, 268–277.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The Challenger Launch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https://press.uchicago.edu/ucp/books/book/chicago/C/bo22781921.html,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University of Chicago Press, original 1996;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linked enlarged edition 2016.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Toyota Production 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https://global.toyota/en/company/vision-and-philosophy/production-system/,</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jidoka and the andon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 audit in the British University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The familiar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target-and-measure wording is Strathern’s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formulation of Goodhart’s law.</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handout edition generated from current reviewed talk materials</dc:description>
  <dcterms:created xsi:type="dcterms:W3CDTF">2026-09-07T01:22:58Z</dcterms:created>
</cp:coreProperties>
</file>