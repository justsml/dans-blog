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01:45 to 03:15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03:15 to 04:45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04:45 to 06:15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06:15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09:45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12:00 to 13:45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13:45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Nobody reads the scroll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and how much authority a running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earns for itself, belongs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measured it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hospital monitors. Your pager is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If our new agent creates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 for every log line,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the thing that made the logs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loop needs evidence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is gone. Successful workarounds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very persuasive evidence of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2026-09-07T02:31:12Z</dcterms:created>
</cp:coreProperties>
</file>