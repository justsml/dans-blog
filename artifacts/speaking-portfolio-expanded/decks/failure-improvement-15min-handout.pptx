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add only the integration needed for one failure class; the check preserves counts and evidence.</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distill before classifying, and give unexplained cases an unknown result.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tickets and PRs carry evidence into a bounded review queue.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05:30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compile repeated paths into tested scripts; feedback uses the same queue, and people approve money, messages, and deletion.</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choose one failure class and one integration on Monday.</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Nobody reads the scroll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and how much authority a running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earns for itself, belongs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measured it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hospital monitors. Your pager is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If our new agent creates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 for every log line,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the thing that made the logs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loop needs evidence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is gone. Successful workarounds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very persuasive evidence of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2026-09-07T02:16:43Z</dcterms:created>
</cp:coreProperties>
</file>