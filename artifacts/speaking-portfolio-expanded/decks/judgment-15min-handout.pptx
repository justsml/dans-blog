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Neither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says your team is literally one server.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 to reduce service-time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claim that a document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 coefficient.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Automation-bias 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what happens when people defer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aid despite other evidence.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 were not code-review trials.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fixture is how the concern shows up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queue: the green signal gets 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It includes declining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implementation after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met the need. Comparing fleets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agents belongs to Dynamic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Scaling. Here we are protecting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the resulting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gives a nineteen-times wait in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our model. We can argue about the model by measuring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arrivals, service time, and variability. We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argue the queue away by pointing at how quickly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Skitka (1999), [Automation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Bias](https://journals.sagepub.com/doi/10.1177/154193129904300346.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2026-09-06T09:11:12Z</dcterms:created>
</cp:coreProperties>
</file>