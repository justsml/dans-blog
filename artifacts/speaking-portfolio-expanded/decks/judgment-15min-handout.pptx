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40 minutes. Timings include the exercises and delivery pauses, without Q&amp;A. Sources checked 6 September 2026. Story prompts belong in speaker notes and require Dan’s own records before delivery.</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95% utilized → 19× waiting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plausible implementations. One reviewer.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good implementations arrive before lunch. The reviewer is still on yesterday's change. Generation got cheaper. Delivery acquired a queue.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your organization uses AI to build an infinite feature machine, you have tragically missed the potential of the magic AI genie. We can spend the gain on fewer defects and smaller changes. We do not have to spend it all on more code.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scope once: the queue and permission examples are teaching models, not measurements of your team. The nineteen-times wait assumes one server and a variability factor of one. We will do the arithmetic. The argument is that protecting review capacity belongs upstream, where we decide what enters the queue.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change that waited longer for review than it took to write. Bring arrival, first-review, and acceptance timestamps.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distinguish hands-on review from waiting to start it.</a:t>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01:30 to 04:00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Wq ≈ ((ca² + cs²) / 2) × ρ / (1 − ρ) × 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 = 1: 80% → 4×; 90% → 9×; 95% → 19×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Kingman's single-server approximation separates three things: variability, utilization, and mean service time. Call the variability term V. Set V to one for this curve. At eighty percent utilization, point eight divided by point two is four. At ninety-five, point nine five divided by point zero five is nineteen.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Fifteen percentage points of utilization bought nearly five times the wait. That is the price of the last bit of headroom. The multiplier is waiting time divided by hands-on review time. It does not include the review itself.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Little's law gives a separate accounting identity for a stable system: average work in progress equals throughput times average time in the system. Neither result says your team is literally one server. They tell us what to measure before claiming the reviewer just needs to try harder.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 F. C. Kingman (1961), [The single server queue in heavy traffic](https://www.cambridge.org/core/journals/mathematical-proceedings-of-the-cambridge-philosophical-society/article/abs/single-server-queue-in-heavy-traffic/81C55BC00A68FE6D5385638AA0B0AF37), 57(4), 902–904. John D. C. Little (1961), [A Proof for the Queuing Formula: L = λW](https://pubsonline.informs.org/doi/abs/10.1287/opre.9.3.383), Operations Research 9(3), 383–387.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Trace the curve and do both divisions. Ask what happens if variability doubles; show that it multiplies the wait too.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improve the process producing the queue. Start with the request before the code exists.</a:t>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04:00 to 05:30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Who can do what, in which tenant?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happens when access changes?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must never happen?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Add enterprise permissions. That is the entire request.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Spend sixty seconds with the person next to you. Write the questions you need answered before implementing it. You do not get a second page of requirements; that is the point.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Who can grant a role? Does it apply to one tenant or every tenant? What happens to an existing session after revocation? What does the audit record need to show? There are several plausible implementations, and most disagree about behavior the ticket never specified.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made code cheap and left the question expensive. Writing down the answer is part of implementation. It just happens before the diff.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 the request once. Give pairs a full 60 seconds, collect two answers, then introduce the tenant and revocation questions.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05:30 to 07:00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Actor + tenant + action + resource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Revocation changes the next decision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Denied actions leave state unchanged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this example, an administrator can grant a role only inside the tenant they administer. A revoked role cannot authorize the next operation. A denied change leaves protected state untouched and records the failed attempt.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Those statements produce cases. An admin in tenant A requests a change in A: allow. The same admin requests a change in B: deny. Revoke the role, repeat the A request: deny. Check the resulting state, not just the status message.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Tie this back to the curve. Clear boundaries reduce the number of interpretations arriving at review. Bounded diffs reduce the amount of code a reviewer has to reconstruct at once. That is an attempt to reduce service-time variance, not a claim that a document automatically changes a coefficient.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three cases beside the request. Keep the cross-tenant case visible in the handout, not beside the later demo’s initial code.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review also teaches the system; a green test cannot replace understanding.</a:t>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07:00 to 10:30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canEdit(user) = user.roles.includes("admin")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Test: admin user → allowed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PASS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implementation. Here is its test. The user has the admin role. The function allows the edit. The test passes.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Would you approve it? Now run the case where that administrator belongs to tenant A and the resource belongs to tenant B. The test was accurate about the behavior it checked. The behavior was incomplete in exactly the same way as the implementation.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model wrote the test that agrees with the bug. Both of them are very confident.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Bainbridge asks what automation leaves the operator doing. Automation-bias experiments ask what happens when people defer to a decision aid despite other evidence. Those experiments were not code-review trials. This fixture is how the concern shows up in our queue: the green signal gets attention that the missing case did not.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Bainbridge (1983), [Ironies of automation](https://www.sciencedirect.com/science/article/pii/0005109883900468). Mosier and Skitka (1999), [Automation Use and Automation Bias](https://journals.sagepub.com/doi/10.1177/154193129904300346).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Open contracts.md only after the vote. Run `bun artifacts/speaking-portfolio-expanded/packets/judgment/demo.ts` for PASS, then add `--holdout` for the actual failing assertion. Do not assume the room approves; if someone catches it, ask which evidence caught their attention.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give the reviewer authority to stop work, enough context, and time to recover it.</a:t>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10:30 to 13:00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Arrivals: decline work before generating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Variance: bounded diffs and explicit behavior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Utilization: reserve actual review capacity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Fewer arrivals means deciding which changes should exist. It includes declining a second implementation after the first already met the need. Comparing fleets of candidate agents belongs to Dynamic Scaling. Here we are protecting the person who accepts the resulting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Smaller variance means reducing surprises at review. Keep one purpose per diff, include the behavioral cases, and separate mechanical changes from policy changes. Small in line count is useful only when it is also small in meaning.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Protect slack by reserving review time and limiting work in progress. If the reviewer is on call, their calendar is not eight hours of service capacity. Measure interruptions before declaring them underutilized. Pilot these changes on one recurring workflow and keep the baseline.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13:00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should exist? Does it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Is it worth maintaining?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curve. The reviewer did not get slower. We filled the space that let them absorb uneven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Ninety-five percent gives a nineteen-times wait in our model. We can argue about the model by measuring arrivals, service time, and variability. We cannot argue the queue away by pointing at how quickly the code appeared.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Sometimes the right result is a smaller change. Sometimes it is no change. Cheap code makes both decisions more valuable.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Leave the utilization curve up for questions.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J. F. C. Kingman (1961), [The single server queue in heavy traffic](https://www.cambridge.org/core/journals/mathematical-proceedings-of-the-cambridge-philosophical-society/article/abs/single-server-queue-in-heavy-traffic/81C55BC00A68FE6D5385638AA0B0AF37), 57(4), 902–904. John D. C. Little (1961), [A Proof for the Queuing Formula: L = λW](https://pubsonline.informs.org/doi/abs/10.1287/opre.9.3.383), Operations Research 9(3), 383–387.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Bainbridge (1983), [Ironies of automation](https://www.sciencedirect.com/science/article/pii/0005109883900468). Mosier and Skitka (1999), [Automation Use and Automation Bias](https://journals.sagepub.com/doi/10.1177/154193129904300346).</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slide3-1.png"/><Relationship Id="rIdSvg1" Type="http://schemas.openxmlformats.org/officeDocument/2006/relationships/image" Target="../media/slide3-1.sv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 Id="rIdImage1" Type="http://schemas.openxmlformats.org/officeDocument/2006/relationships/image" Target="../media/slide8-1.png"/><Relationship Id="rIdSvg1" Type="http://schemas.openxmlformats.org/officeDocument/2006/relationships/image" Target="../media/slide8-1.svg"/></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Code Is Cheap. Judgment Is</a:t>
            </a:r>
            <a:endParaRPr lang="en-US" sz="3750"/>
          </a:p>
          <a:p>
            <a:pPr marL="0" indent="0">
              <a:lnSpc>
                <a:spcPts val="4500"/>
              </a:lnSpc>
              <a:spcAft>
                <a:spcPts val="0"/>
              </a:spcAft>
              <a:buNone/>
            </a:pPr>
            <a:r>
              <a:rPr lang="en-US" sz="3750" b="1">
                <a:solidFill>
                  <a:srgbClr val="202B33"/>
                </a:solidFill>
                <a:latin typeface="Arial"/>
                <a:ea typeface="Arial"/>
                <a:cs typeface="Arial"/>
              </a:rPr>
              <a:t xml:space="preserve">Expensive.</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15-minute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7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07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morning four good implementations arrive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95% utilized → 19× waiting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Four plausible implementations.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reviewer.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Four good implementations arrive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lunch. The reviewer is still on yesterday's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 Generation got cheaper. Delivery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acquired a queue.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If your organization uses AI to build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infinite feature machine, you have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tragically missed the potential of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magic AI genie. We can spend the gain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fewer defects and smaller changes. We do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have to spend it all on more code.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Here is the scope once: the queue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permission examples are teaching models,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measurements of your team.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nineteen-times wait assumes one server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variability factor of one. We will do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arithmetic. The argument is that protecting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review capacity belongs upstream, where we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decide what enters the queue.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07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 queue does not care how you feel about it</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8de9aa7b0e58010a491d155d2a0aaafbe5d48c9d4da5759fad5af686b3fce993" descr="A queue does not care how you feel about it"/>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Wq ≈ ((ca² + cs²) / 2) × ρ / (1 − ρ) × 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V = 1: 80% → 4×; 90% → 9×; 95% → 19×</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Kingman's single-server approximation separates three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things: variability, utilization, and mean service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time. Call the variability term V. Set V to one for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this curve. At eighty percent utilization, point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eight divided by point two is four. At ninety-five,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point nine five divided by point zero five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nineteen.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Fifteen percentage points of utilization bought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nearly five times the wait. That is the price of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last bit of headroom. The multiplier is waiting time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divided by hands-on review time. It does not include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review itself.</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Little's law gives a separate accounting identity for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stable system: average work in progress equals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throughput times average time in the system. Neither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result says your team is literally one server. They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tell us what to measure before claiming the reviewer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just needs to try harder.</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07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"Add enterprise permissions"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Who can do what, in which tenant?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happens when access 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must never happen?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Add enterprise permissions. That is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entire request.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Spend sixty seconds with the person next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Write the questions you need answered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implementing it. You do not get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second page of requirements; that is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point.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Who can grant a role? Does it apply to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tenant or every tenant? What happens to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existing session after revocation?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does the audit record need to show? There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several plausible implementations,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most disagree about behavior the ticket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never specified.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 made code cheap and left the question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expensive. Writing down the answer is part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implementation. It just happens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diff.</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07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 spec reduces variance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Actor + tenant + action + resource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Revocation changes the next decision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Denied actions leave state unchanged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this example, an administrator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grant a role only inside the tenant they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administer. A revoked role cannot authorize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next operation. A denied change leaves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protected state untouched and records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failed attempt.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Those statements produce cases. An admin in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tenant A requests a change in A: allow.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admin requests a change in B: deny.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Revoke the role, repeat the A request: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deny. Check the resulting state, not just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status message.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Tie this back to the curve. Clear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boundaries reduce the number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interpretations arriving at review. Bounded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diffs reduce the amount of code a reviewer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has to reconstruct at once. That is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attempt to reduce service-time variance,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a claim that a document automatically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changes a coefficient.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07    SOURCE SLIDE 9</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Demo: the rubber stamp</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canEdit(user)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user.roles.includes("admin")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Test: admin user → allowed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Here is the implementation. Here is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test. The user has the admin role.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function allows the edit. The test passes.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Would you approve it? Now run the case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where that administrator belongs to tenant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and the resource belongs to tenant B.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test was accurate about the behavior it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checked. The behavior was incomplete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exactly the same way as the implementation.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model wrote the test that agrees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bug. Both of them are very confident.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Bainbridge asks what automation leaves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operator doing. Automation-bias experiments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ask what happens when people defer to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decision aid despite other evidence. Those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experiments were not code-review trials.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fixture is how the concern shows up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our queue: the green signal gets attention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the missing case did not.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07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Three levers on the queue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Arrivals: decline work before generating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Variance: bounded diffs and explicit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behavior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Utilization: reserve actual review capacity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Fewer arrivals means deciding which 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should exist. It includes declining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second implementation after the first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already met the need. Comparing fleets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candidate agents belongs to Dynamic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Scaling. Here we are protecting the person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who accepts the resulting work.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Smaller variance means reducing surprises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 review. Keep one purpose per diff,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include the behavioral cases, and separate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mechanical changes from policy 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Small in line count is useful only when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also small in meaning.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Protect slack by reserving review time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limiting work in progress. If the reviewer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on call, their calendar is not eight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hours of service capacity. Measure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interruptions before declaring them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underutilized. Pilot these changes on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recurring workflow and keep the baseline.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07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Knowing when to stop</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8de9aa7b0e58010a491d155d2a0aaafbe5d48c9d4da5759fad5af686b3fce993" descr="Knowing when to stop"/>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What should exist? Does it work?</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Is it worth maintaining?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Back to the curve. The reviewer did not get slower.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We filled the space that let them absorb uneven work.</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Ninety-five percent gives a nineteen-times wait in</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our model. We can argue about the model by measuring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arrivals, service time, and variability. We cannot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argue the queue away by pointing at how quickly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code appeared.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Sometimes the right result is a smaller change.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Sometimes it is no change. Cheap code makes both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decisions more valuable.</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J. F. C. Kingman (1961), The single server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queue in heavy traffic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https://www.cambridge.org/core/journals/mathematical-proceedings-of-the-cambridge-philosophical-society/article/abs/single-server-queue-in-heavy-traffic/81C55BC00A68FE6D5385638AA0B0AF37),</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57(4), 902–904. John D. C. Little (1961),</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Proof for the Queuing Formula: L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λW](https://pubsonline.informs.org/doi/abs/10.1287/opre.9.3.383),</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Operations Research 9(3, 383–387.</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Bainbridge (1983), Ironies of automation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https://www.sciencedirect.com/science/article/pii/0005109883900468).</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Mosier and Skitka (1999), [Automation Use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Automation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Bias](https://journals.sagepub.com/doi/10.1177/154193129904300346.</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9</Slides>
  <Notes>9</Notes>
</Properties>
</file>

<file path=docProps/core.xml><?xml version="1.0" encoding="utf-8"?>
<cp:coreProperties xmlns:cp="http://schemas.openxmlformats.org/package/2006/metadata/core-properties" xmlns:dc="http://purl.org/dc/elements/1.1/" xmlns:dcterms="http://purl.org/dc/terms/" xmlns:xsi="http://www.w3.org/2001/XMLSchema-instance">
  <dc:title>Code Is Cheap. Judgment Is Expensive.</dc:title>
  <dc:creator>Dan Levy</dc:creator>
  <dc:description>handout edition generated from current reviewed talk materials</dc:description>
  <dcterms:created xsi:type="dcterms:W3CDTF">2026-09-07T01:22:58Z</dcterms:created>
</cp:coreProperties>
</file>