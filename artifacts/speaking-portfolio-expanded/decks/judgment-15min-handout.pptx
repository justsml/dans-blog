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 Thirty seconds in pairs: what does the ticket leave unanswered?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2026-09-07T01:43:58Z</dcterms:created>
</cp:coreProperties>
</file>