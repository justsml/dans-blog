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boxes, one invoice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has fallen off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cliff over the last few years,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bill went up. Everyone in this room has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conversation with a CFO and lost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not being gouged and you did not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wrong. Spend is price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and consumption is jobs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Cheapness moved every term on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Epoch's data through 2025 shows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fixed capability falling fast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unevenly by task, which is real and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and is also exactly the condition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 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it, and give the money back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and it is not a policy forbidding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It is putting the number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 of the person making the choice,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moment they make it.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2026-09-07T01:43:59Z</dcterms:created>
</cp:coreProperties>
</file>