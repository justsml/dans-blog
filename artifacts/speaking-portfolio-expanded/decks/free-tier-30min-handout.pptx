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Cry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Price, cost, and value are three different numbers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has fallen off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cliff over the last few years,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bill went up. Everyone in this room has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conversation with a CFO and lost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not being gouged and you did not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wrong. Spend is price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and consumption is jobs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Cheapness moved every term on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Epoch's data through 2025 shows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fixed capability falling fast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unevenly by task, which is real and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and is also exactly the condition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 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it, and give the money back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and it is not a policy forbidding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It is putting the number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 of the person making the choice,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moment they make it.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acceptance rate is a price multiplier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change one assumption, watch the unit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 Quality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fixed, which is itself an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change one assumption, watch the unit cost</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three slides is just a way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reducing specificity or pricing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 Leave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table up.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handout edition generated from current reviewed talk materials</dc:description>
  <dcterms:created xsi:type="dcterms:W3CDTF">2026-09-06T09:11:14Z</dcterms:created>
</cp:coreProperties>
</file>